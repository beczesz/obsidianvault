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 Mobilitate Verde 2025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F5F5"/>
                </a:solidFill>
              </a:rPr>
              <a:t>Hol állunk a pénteki beadás előtt?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Készítette: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Operations Manager · Cowork (AI)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Kedd este · 2025. február 24.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EBITDA ✓   ·   Telephely ✓   ·   Eligibilis pályázó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1. Helyzet — hol állunk a Data Completion Board-on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1F1F"/>
                </a:solidFill>
              </a:rPr>
              <a:t>Beadás előtti 14 tételből 3 zöld, 4 sárga, 7 piros — kedd este.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3FA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34D"/>
                </a:solidFill>
              </a:rPr>
              <a:t>🟢 ZÖLD (kész)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FA34D"/>
                </a:solidFill>
              </a:rPr>
              <a:t>3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Telephely-szerződés · Béla bácsi acord ✓ · Cégleírás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56616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E89B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B1A"/>
                </a:solidFill>
              </a:rPr>
              <a:t>🟡 SÁRGA (folyamatban)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9B1A"/>
                </a:solidFill>
              </a:rPr>
              <a:t>4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4572000" y="4023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Plan de afaceri · Macheta financ. · Csomag · CV-k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56616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</a:rPr>
              <a:t>🔴 PIROS (indítandó)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4688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23A48"/>
                </a:solidFill>
              </a:rPr>
              <a:t>7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8412480" y="4023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CUI · UBO · Mérleg · ANAF · M-11 leltár · 3 oferte · Form-kitöltés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C5F2D"/>
                </a:solidFill>
              </a:rPr>
              <a:t>Kritikus pálya: B02 UBO (notár!), B03 Mérleg (Mihaela), B08 M-11 (Attila) — szerda délig indítani.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Eligibility — ✅ PÁLYÁZHATUNK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3FA34D"/>
                </a:solidFill>
              </a:rPr>
              <a:t>10 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F1F1F"/>
                </a:solidFill>
              </a:rPr>
              <a:t>✅ teljes</a:t>
            </a:r>
            <a:endParaRPr lang="en-US" sz="7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E89B1A"/>
                </a:solidFill>
              </a:rPr>
              <a:t>2 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F1F1F"/>
                </a:solidFill>
              </a:rPr>
              <a:t>⚠️ részben (megoldva)</a:t>
            </a:r>
            <a:endParaRPr lang="en-US" sz="7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B23A48"/>
                </a:solidFill>
              </a:rPr>
              <a:t>0 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F1F1F"/>
                </a:solidFill>
              </a:rPr>
              <a:t>❌ nem teljesül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0" y="1280160"/>
            <a:ext cx="52120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Pontozási becslés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Min. szükséges:  60 pont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Becslés:         64–75 pont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Hargita +5p bónusz beleértve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36576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Megoldott ⚠️-ek: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• CR-05 (EBITDA) — Mihaela bilance + 2023 pozitív EBITDA elég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• CR-09 (telephely) — Béla bácsi 2035-ig + declarație notarială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5F2D"/>
                </a:solidFill>
              </a:rPr>
              <a:t>Egy tanácsadó 3 napig vizsgálta volna ezt. A Cowork: 90 mp.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 Pénzügyi készség — EBITDA + trend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8580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463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Mutató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2023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Δ (%)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Árbevétel (RON)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1.842.300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1.985.700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A34D"/>
                          </a:solidFill>
                        </a:rPr>
                        <a:t>+7,8%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EBITDA (RON)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+128.500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9B1A"/>
                          </a:solidFill>
                        </a:rPr>
                        <a:t>+91.200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9B1A"/>
                          </a:solidFill>
                        </a:rPr>
                        <a:t>−29%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EBITDA marzs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6,97%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9B1A"/>
                          </a:solidFill>
                        </a:rPr>
                        <a:t>4,59%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9B1A"/>
                          </a:solidFill>
                        </a:rPr>
                        <a:t>−2,4 pp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Átl. létszám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11,8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12,3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A34D"/>
                          </a:solidFill>
                        </a:rPr>
                        <a:t>+4,2%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18872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KPI top-3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955280" y="17373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1F1F"/>
                </a:solidFill>
              </a:rPr>
              <a:t>🥇 Cifra de afaceri ↑7,8%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1F1F"/>
                </a:solidFill>
              </a:rPr>
              <a:t>🥈 EBITDA 2024 pozitív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1F1F"/>
                </a:solidFill>
              </a:rPr>
              <a:t>🥉 Stabil 12 fős csapat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C5F2D"/>
                </a:solidFill>
              </a:rPr>
              <a:t>Üzenet: 1 év pozitív EBITDA elég → CR-05 ✓. A csökkenő marzs pont AMIT az elektromos átállás javít (üzemanyag→áram).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 Telephely — Béla bácsi együttműködik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1097280"/>
          </a:xfrm>
          <a:prstGeom prst="rect">
            <a:avLst/>
          </a:prstGeom>
          <a:solidFill>
            <a:srgbClr val="3FA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🌟 A Cowork CROSS-DOC felfedezése + Béla bácsi válasza = 1 nap alatt megoldódott.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Mit talált a Cowork?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A 2025-02-24-i meeting transcriptben Márton említi: Béla bácsi szilveszterkor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ingatlan-eladásról beszélt → kockázat a 5 éves AFM-stabilitásra.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56032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Mit válaszolt Béla bácsi?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Calea Băieșenilor 22 NEM eladó (családi örökség)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Prelungire 2035-ig (act adițional)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Declarație notarială: 10 év garancia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A34D"/>
                </a:solidFill>
              </a:rPr>
              <a:t>★ Acord proprietar a töltőponthoz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BONUS: Béla bácsi nyitott a hosszú távú együttműködésre — vételi opciót is felajánlottunk.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5. Akcióterv — a következő 7 nap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743200" cy="4114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7432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 (ma este)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Email Mihaelának (RO) ✓ ELKÜLDVE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Email Béla bácsinak ✓ VÁLASZ MEGJÖTT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CLAUDE.md frissítés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743200" cy="4114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463040"/>
            <a:ext cx="27432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Sze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20440" y="21945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CUI + Cert. constatator (Márton)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Bíró Attila → M-11 leltár indít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Notár Munteanu → act adițional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743200" cy="4114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463040"/>
            <a:ext cx="27432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Mihaela bilance kész → CR-05 igazolva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Plan de afaceri (Cowork generál)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3 oferte furnizori begyűjt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35440" y="1463040"/>
            <a:ext cx="2743200" cy="4114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5440" y="1463040"/>
            <a:ext cx="27432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 14:00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2600" y="21945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Form-kitöltés (Cowork 90 mp)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Aláírás Márton + beadás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🚀 DOSAR DEPUS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5"/>
                </a:solidFill>
              </a:rPr>
              <a:t>Cofinanțare ~150k RON — cash flow fedezi. Becslés: dosar elfogadva → szerződés április, járművek nyár, töltőpont szeptember.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 Mobilitate Verde 2025 — CEO update</dc:title>
  <dc:subject>PptxGenJS Presentation</dc:subject>
  <dc:creator>TransOffice Trade SRL — Operations Manager</dc:creator>
  <cp:lastModifiedBy>TransOffice Trade SRL — Operations Manager</cp:lastModifiedBy>
  <cp:revision>1</cp:revision>
  <dcterms:created xsi:type="dcterms:W3CDTF">2026-05-13T11:09:27Z</dcterms:created>
  <dcterms:modified xsi:type="dcterms:W3CDTF">2026-05-13T11:09:27Z</dcterms:modified>
</cp:coreProperties>
</file>