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330" r:id="rId1"/>
    <p:sldMasterId id="2147484397" r:id="rId2"/>
  </p:sldMasterIdLst>
  <p:notesMasterIdLst>
    <p:notesMasterId r:id="rId20"/>
  </p:notesMasterIdLst>
  <p:handoutMasterIdLst>
    <p:handoutMasterId r:id="rId21"/>
  </p:handoutMasterIdLst>
  <p:sldIdLst>
    <p:sldId id="2147483513" r:id="rId3"/>
    <p:sldId id="2147483545" r:id="rId4"/>
    <p:sldId id="2147483488" r:id="rId5"/>
    <p:sldId id="2147483493" r:id="rId6"/>
    <p:sldId id="2147483490" r:id="rId7"/>
    <p:sldId id="2147483491" r:id="rId8"/>
    <p:sldId id="2147483494" r:id="rId9"/>
    <p:sldId id="2147483537" r:id="rId10"/>
    <p:sldId id="2147483538" r:id="rId11"/>
    <p:sldId id="2147483498" r:id="rId12"/>
    <p:sldId id="2147483519" r:id="rId13"/>
    <p:sldId id="2147483547" r:id="rId14"/>
    <p:sldId id="2147483503" r:id="rId15"/>
    <p:sldId id="2147483528" r:id="rId16"/>
    <p:sldId id="2147483507" r:id="rId17"/>
    <p:sldId id="2147483529" r:id="rId18"/>
    <p:sldId id="2147483522" r:id="rId19"/>
  </p:sldIdLst>
  <p:sldSz cx="9144000" cy="5143500" type="screen16x9"/>
  <p:notesSz cx="6808788" cy="9940925"/>
  <p:defaultTextStyle>
    <a:defPPr>
      <a:defRPr lang="en-US"/>
    </a:defPPr>
    <a:lvl1pPr marL="0" algn="l" defTabSz="674692" rtl="0" eaLnBrk="1" latinLnBrk="0" hangingPunct="1">
      <a:defRPr sz="1328" kern="1200">
        <a:solidFill>
          <a:schemeClr val="tx1"/>
        </a:solidFill>
        <a:latin typeface="+mn-lt"/>
        <a:ea typeface="+mn-ea"/>
        <a:cs typeface="+mn-cs"/>
      </a:defRPr>
    </a:lvl1pPr>
    <a:lvl2pPr marL="337347" algn="l" defTabSz="674692" rtl="0" eaLnBrk="1" latinLnBrk="0" hangingPunct="1">
      <a:defRPr sz="1328" kern="1200">
        <a:solidFill>
          <a:schemeClr val="tx1"/>
        </a:solidFill>
        <a:latin typeface="+mn-lt"/>
        <a:ea typeface="+mn-ea"/>
        <a:cs typeface="+mn-cs"/>
      </a:defRPr>
    </a:lvl2pPr>
    <a:lvl3pPr marL="674692" algn="l" defTabSz="674692" rtl="0" eaLnBrk="1" latinLnBrk="0" hangingPunct="1">
      <a:defRPr sz="1328" kern="1200">
        <a:solidFill>
          <a:schemeClr val="tx1"/>
        </a:solidFill>
        <a:latin typeface="+mn-lt"/>
        <a:ea typeface="+mn-ea"/>
        <a:cs typeface="+mn-cs"/>
      </a:defRPr>
    </a:lvl3pPr>
    <a:lvl4pPr marL="1012039" algn="l" defTabSz="674692" rtl="0" eaLnBrk="1" latinLnBrk="0" hangingPunct="1">
      <a:defRPr sz="1328" kern="1200">
        <a:solidFill>
          <a:schemeClr val="tx1"/>
        </a:solidFill>
        <a:latin typeface="+mn-lt"/>
        <a:ea typeface="+mn-ea"/>
        <a:cs typeface="+mn-cs"/>
      </a:defRPr>
    </a:lvl4pPr>
    <a:lvl5pPr marL="1349384" algn="l" defTabSz="674692" rtl="0" eaLnBrk="1" latinLnBrk="0" hangingPunct="1">
      <a:defRPr sz="1328" kern="1200">
        <a:solidFill>
          <a:schemeClr val="tx1"/>
        </a:solidFill>
        <a:latin typeface="+mn-lt"/>
        <a:ea typeface="+mn-ea"/>
        <a:cs typeface="+mn-cs"/>
      </a:defRPr>
    </a:lvl5pPr>
    <a:lvl6pPr marL="1686731" algn="l" defTabSz="674692" rtl="0" eaLnBrk="1" latinLnBrk="0" hangingPunct="1">
      <a:defRPr sz="1328" kern="1200">
        <a:solidFill>
          <a:schemeClr val="tx1"/>
        </a:solidFill>
        <a:latin typeface="+mn-lt"/>
        <a:ea typeface="+mn-ea"/>
        <a:cs typeface="+mn-cs"/>
      </a:defRPr>
    </a:lvl6pPr>
    <a:lvl7pPr marL="2024077" algn="l" defTabSz="674692" rtl="0" eaLnBrk="1" latinLnBrk="0" hangingPunct="1">
      <a:defRPr sz="1328" kern="1200">
        <a:solidFill>
          <a:schemeClr val="tx1"/>
        </a:solidFill>
        <a:latin typeface="+mn-lt"/>
        <a:ea typeface="+mn-ea"/>
        <a:cs typeface="+mn-cs"/>
      </a:defRPr>
    </a:lvl7pPr>
    <a:lvl8pPr marL="2361423" algn="l" defTabSz="674692" rtl="0" eaLnBrk="1" latinLnBrk="0" hangingPunct="1">
      <a:defRPr sz="1328" kern="1200">
        <a:solidFill>
          <a:schemeClr val="tx1"/>
        </a:solidFill>
        <a:latin typeface="+mn-lt"/>
        <a:ea typeface="+mn-ea"/>
        <a:cs typeface="+mn-cs"/>
      </a:defRPr>
    </a:lvl8pPr>
    <a:lvl9pPr marL="2698769" algn="l" defTabSz="674692" rtl="0" eaLnBrk="1" latinLnBrk="0" hangingPunct="1">
      <a:defRPr sz="1328"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356" userDrawn="1">
          <p15:clr>
            <a:srgbClr val="A4A3A4"/>
          </p15:clr>
        </p15:guide>
        <p15:guide id="3" pos="336" userDrawn="1">
          <p15:clr>
            <a:srgbClr val="A4A3A4"/>
          </p15:clr>
        </p15:guide>
      </p15:sldGuideLst>
    </p:ext>
    <p:ext uri="{2D200454-40CA-4A62-9FC3-DE9A4176ACB9}">
      <p15:notesGuideLst xmlns:p15="http://schemas.microsoft.com/office/powerpoint/2012/main">
        <p15:guide id="1" orient="horz" pos="3132" userDrawn="1">
          <p15:clr>
            <a:srgbClr val="A4A3A4"/>
          </p15:clr>
        </p15:guide>
        <p15:guide id="2" pos="2145"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helle Howell" initials="MH" lastIdx="4" clrIdx="0">
    <p:extLst>
      <p:ext uri="{19B8F6BF-5375-455C-9EA6-DF929625EA0E}">
        <p15:presenceInfo xmlns:p15="http://schemas.microsoft.com/office/powerpoint/2012/main" userId="Michelle Howell"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BEBE"/>
    <a:srgbClr val="F0CC71"/>
    <a:srgbClr val="C5AA63"/>
    <a:srgbClr val="04232C"/>
    <a:srgbClr val="FE6954"/>
    <a:srgbClr val="FEF9F2"/>
    <a:srgbClr val="FFE864"/>
    <a:srgbClr val="D3CFCA"/>
    <a:srgbClr val="B67745"/>
    <a:srgbClr val="4F547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073A0DAA-6AF3-43AB-8588-CEC1D06C72B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488" autoAdjust="0"/>
    <p:restoredTop sz="93690" autoAdjust="0"/>
  </p:normalViewPr>
  <p:slideViewPr>
    <p:cSldViewPr snapToGrid="0" showGuides="1">
      <p:cViewPr varScale="1">
        <p:scale>
          <a:sx n="87" d="100"/>
          <a:sy n="87" d="100"/>
        </p:scale>
        <p:origin x="760" y="52"/>
      </p:cViewPr>
      <p:guideLst>
        <p:guide orient="horz" pos="1356"/>
        <p:guide pos="336"/>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0"/>
    </p:cViewPr>
  </p:sorterViewPr>
  <p:notesViewPr>
    <p:cSldViewPr snapToGrid="0" showGuides="1">
      <p:cViewPr>
        <p:scale>
          <a:sx n="82" d="100"/>
          <a:sy n="82" d="100"/>
        </p:scale>
        <p:origin x="1960" y="40"/>
      </p:cViewPr>
      <p:guideLst>
        <p:guide orient="horz" pos="3132"/>
        <p:guide pos="2145"/>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handoutMaster" Target="handoutMasters/handout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554425A-3696-4DFB-B808-D2B88F3EB7C0}"/>
              </a:ext>
            </a:extLst>
          </p:cNvPr>
          <p:cNvSpPr>
            <a:spLocks noGrp="1"/>
          </p:cNvSpPr>
          <p:nvPr>
            <p:ph type="hdr" sz="quarter"/>
          </p:nvPr>
        </p:nvSpPr>
        <p:spPr>
          <a:xfrm>
            <a:off x="2" y="2"/>
            <a:ext cx="2950474" cy="498773"/>
          </a:xfrm>
          <a:prstGeom prst="rect">
            <a:avLst/>
          </a:prstGeom>
        </p:spPr>
        <p:txBody>
          <a:bodyPr vert="horz" lIns="95658" tIns="47829" rIns="95658" bIns="47829" rtlCol="0"/>
          <a:lstStyle>
            <a:lvl1pPr algn="l">
              <a:defRPr sz="1400"/>
            </a:lvl1pPr>
          </a:lstStyle>
          <a:p>
            <a:endParaRPr lang="en-US" dirty="0">
              <a:latin typeface="Oracle Sans" panose="020B0503020204020204" pitchFamily="34" charset="0"/>
            </a:endParaRPr>
          </a:p>
        </p:txBody>
      </p:sp>
      <p:sp>
        <p:nvSpPr>
          <p:cNvPr id="3" name="Date Placeholder 2">
            <a:extLst>
              <a:ext uri="{FF2B5EF4-FFF2-40B4-BE49-F238E27FC236}">
                <a16:creationId xmlns:a16="http://schemas.microsoft.com/office/drawing/2014/main" id="{8F51457F-2D60-4187-92B7-C5BBED78E963}"/>
              </a:ext>
            </a:extLst>
          </p:cNvPr>
          <p:cNvSpPr>
            <a:spLocks noGrp="1"/>
          </p:cNvSpPr>
          <p:nvPr>
            <p:ph type="dt" sz="quarter" idx="1"/>
          </p:nvPr>
        </p:nvSpPr>
        <p:spPr>
          <a:xfrm>
            <a:off x="3856740" y="2"/>
            <a:ext cx="2950474" cy="498773"/>
          </a:xfrm>
          <a:prstGeom prst="rect">
            <a:avLst/>
          </a:prstGeom>
        </p:spPr>
        <p:txBody>
          <a:bodyPr vert="horz" lIns="95658" tIns="47829" rIns="95658" bIns="47829" rtlCol="0"/>
          <a:lstStyle>
            <a:lvl1pPr algn="r">
              <a:defRPr sz="1400"/>
            </a:lvl1pPr>
          </a:lstStyle>
          <a:p>
            <a:fld id="{320DD655-51D6-466D-8D72-5C78765FC630}" type="datetimeFigureOut">
              <a:rPr lang="en-US" smtClean="0">
                <a:latin typeface="Oracle Sans" panose="020B0503020204020204" pitchFamily="34" charset="0"/>
              </a:rPr>
              <a:t>11/6/2025</a:t>
            </a:fld>
            <a:endParaRPr lang="en-US" dirty="0">
              <a:latin typeface="Oracle Sans" panose="020B0503020204020204" pitchFamily="34" charset="0"/>
            </a:endParaRPr>
          </a:p>
        </p:txBody>
      </p:sp>
      <p:sp>
        <p:nvSpPr>
          <p:cNvPr id="4" name="Footer Placeholder 3">
            <a:extLst>
              <a:ext uri="{FF2B5EF4-FFF2-40B4-BE49-F238E27FC236}">
                <a16:creationId xmlns:a16="http://schemas.microsoft.com/office/drawing/2014/main" id="{53FA8CCD-D5C0-4680-BEFC-52889AACDB6E}"/>
              </a:ext>
            </a:extLst>
          </p:cNvPr>
          <p:cNvSpPr>
            <a:spLocks noGrp="1"/>
          </p:cNvSpPr>
          <p:nvPr>
            <p:ph type="ftr" sz="quarter" idx="2"/>
          </p:nvPr>
        </p:nvSpPr>
        <p:spPr>
          <a:xfrm>
            <a:off x="2" y="9442154"/>
            <a:ext cx="2950474" cy="498771"/>
          </a:xfrm>
          <a:prstGeom prst="rect">
            <a:avLst/>
          </a:prstGeom>
        </p:spPr>
        <p:txBody>
          <a:bodyPr vert="horz" lIns="95658" tIns="47829" rIns="95658" bIns="47829" rtlCol="0" anchor="b"/>
          <a:lstStyle>
            <a:lvl1pPr algn="l">
              <a:defRPr sz="1400"/>
            </a:lvl1pPr>
          </a:lstStyle>
          <a:p>
            <a:endParaRPr lang="en-US" dirty="0">
              <a:latin typeface="Oracle Sans" panose="020B0503020204020204" pitchFamily="34" charset="0"/>
            </a:endParaRPr>
          </a:p>
        </p:txBody>
      </p:sp>
      <p:sp>
        <p:nvSpPr>
          <p:cNvPr id="5" name="Slide Number Placeholder 4">
            <a:extLst>
              <a:ext uri="{FF2B5EF4-FFF2-40B4-BE49-F238E27FC236}">
                <a16:creationId xmlns:a16="http://schemas.microsoft.com/office/drawing/2014/main" id="{3E50B35B-8976-44A2-B80D-FC8BD07A167F}"/>
              </a:ext>
            </a:extLst>
          </p:cNvPr>
          <p:cNvSpPr>
            <a:spLocks noGrp="1"/>
          </p:cNvSpPr>
          <p:nvPr>
            <p:ph type="sldNum" sz="quarter" idx="3"/>
          </p:nvPr>
        </p:nvSpPr>
        <p:spPr>
          <a:xfrm>
            <a:off x="3856740" y="9442154"/>
            <a:ext cx="2950474" cy="498771"/>
          </a:xfrm>
          <a:prstGeom prst="rect">
            <a:avLst/>
          </a:prstGeom>
        </p:spPr>
        <p:txBody>
          <a:bodyPr vert="horz" lIns="95658" tIns="47829" rIns="95658" bIns="47829" rtlCol="0" anchor="b"/>
          <a:lstStyle>
            <a:lvl1pPr algn="r">
              <a:defRPr sz="1400"/>
            </a:lvl1pPr>
          </a:lstStyle>
          <a:p>
            <a:fld id="{9D34DC6F-9D14-4548-8221-51EE6F5B6657}" type="slidenum">
              <a:rPr lang="en-US" smtClean="0">
                <a:latin typeface="Oracle Sans" panose="020B0503020204020204" pitchFamily="34" charset="0"/>
              </a:rPr>
              <a:t>‹#›</a:t>
            </a:fld>
            <a:endParaRPr lang="en-US" dirty="0">
              <a:latin typeface="Oracle Sans" panose="020B0503020204020204" pitchFamily="34" charset="0"/>
            </a:endParaRPr>
          </a:p>
        </p:txBody>
      </p:sp>
    </p:spTree>
    <p:extLst>
      <p:ext uri="{BB962C8B-B14F-4D97-AF65-F5344CB8AC3E}">
        <p14:creationId xmlns:p14="http://schemas.microsoft.com/office/powerpoint/2010/main" val="1260127831"/>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3132" userDrawn="1">
          <p15:clr>
            <a:srgbClr val="F26B43"/>
          </p15:clr>
        </p15:guide>
        <p15:guide id="2" pos="2145"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2"/>
            <a:ext cx="2950474" cy="498773"/>
          </a:xfrm>
          <a:prstGeom prst="rect">
            <a:avLst/>
          </a:prstGeom>
        </p:spPr>
        <p:txBody>
          <a:bodyPr vert="horz" lIns="95658" tIns="47829" rIns="95658" bIns="47829" rtlCol="0"/>
          <a:lstStyle>
            <a:lvl1pPr algn="l">
              <a:defRPr sz="1400" b="0" i="0">
                <a:latin typeface="Oracle Sans" panose="020B0503020204020204" pitchFamily="34" charset="0"/>
              </a:defRPr>
            </a:lvl1pPr>
          </a:lstStyle>
          <a:p>
            <a:endParaRPr lang="en-US" dirty="0"/>
          </a:p>
        </p:txBody>
      </p:sp>
      <p:sp>
        <p:nvSpPr>
          <p:cNvPr id="3" name="Date Placeholder 2"/>
          <p:cNvSpPr>
            <a:spLocks noGrp="1"/>
          </p:cNvSpPr>
          <p:nvPr>
            <p:ph type="dt" idx="1"/>
          </p:nvPr>
        </p:nvSpPr>
        <p:spPr>
          <a:xfrm>
            <a:off x="3856740" y="2"/>
            <a:ext cx="2950474" cy="498773"/>
          </a:xfrm>
          <a:prstGeom prst="rect">
            <a:avLst/>
          </a:prstGeom>
        </p:spPr>
        <p:txBody>
          <a:bodyPr vert="horz" lIns="95658" tIns="47829" rIns="95658" bIns="47829" rtlCol="0"/>
          <a:lstStyle>
            <a:lvl1pPr algn="r">
              <a:defRPr sz="1400" b="0" i="0">
                <a:latin typeface="Oracle Sans" panose="020B0503020204020204" pitchFamily="34" charset="0"/>
              </a:defRPr>
            </a:lvl1pPr>
          </a:lstStyle>
          <a:p>
            <a:fld id="{4F9C25BA-F9B0-4418-8CA0-3A9DF1256BA5}" type="datetimeFigureOut">
              <a:rPr lang="en-US" smtClean="0"/>
              <a:pPr/>
              <a:t>11/6/2025</a:t>
            </a:fld>
            <a:endParaRPr lang="en-US" dirty="0"/>
          </a:p>
        </p:txBody>
      </p:sp>
      <p:sp>
        <p:nvSpPr>
          <p:cNvPr id="4" name="Slide Image Placeholder 3"/>
          <p:cNvSpPr>
            <a:spLocks noGrp="1" noRot="1" noChangeAspect="1"/>
          </p:cNvSpPr>
          <p:nvPr>
            <p:ph type="sldImg" idx="2"/>
          </p:nvPr>
        </p:nvSpPr>
        <p:spPr>
          <a:xfrm>
            <a:off x="422275" y="1243013"/>
            <a:ext cx="5964238" cy="3354387"/>
          </a:xfrm>
          <a:prstGeom prst="rect">
            <a:avLst/>
          </a:prstGeom>
          <a:noFill/>
          <a:ln w="12700">
            <a:solidFill>
              <a:prstClr val="black"/>
            </a:solidFill>
          </a:ln>
        </p:spPr>
        <p:txBody>
          <a:bodyPr vert="horz" lIns="95658" tIns="47829" rIns="95658" bIns="47829" rtlCol="0" anchor="ctr"/>
          <a:lstStyle/>
          <a:p>
            <a:endParaRPr lang="en-US" dirty="0"/>
          </a:p>
        </p:txBody>
      </p:sp>
      <p:sp>
        <p:nvSpPr>
          <p:cNvPr id="5" name="Notes Placeholder 4"/>
          <p:cNvSpPr>
            <a:spLocks noGrp="1"/>
          </p:cNvSpPr>
          <p:nvPr>
            <p:ph type="body" sz="quarter" idx="3"/>
          </p:nvPr>
        </p:nvSpPr>
        <p:spPr>
          <a:xfrm>
            <a:off x="680880" y="4784070"/>
            <a:ext cx="5447030" cy="3914240"/>
          </a:xfrm>
          <a:prstGeom prst="rect">
            <a:avLst/>
          </a:prstGeom>
          <a:noFill/>
        </p:spPr>
        <p:txBody>
          <a:bodyPr vert="horz" lIns="0" tIns="0" rIns="0" bIns="0" rtlCol="0">
            <a:noAutofit/>
          </a:bodyPr>
          <a:lstStyle/>
          <a:p>
            <a:pPr marR="0" lvl="0" indent="0" fontAlgn="auto">
              <a:lnSpc>
                <a:spcPct val="95000"/>
              </a:lnSpc>
              <a:spcBef>
                <a:spcPts val="627"/>
              </a:spcBef>
              <a:spcAft>
                <a:spcPts val="0"/>
              </a:spcAft>
              <a:buClrTx/>
              <a:buSzTx/>
              <a:buFont typeface="System Font Regular"/>
              <a:buNone/>
              <a:tabLst/>
            </a:pPr>
            <a:r>
              <a:rPr lang="en-US" dirty="0"/>
              <a:t>Edit Master text styles</a:t>
            </a:r>
          </a:p>
          <a:p>
            <a:pPr marL="382634" marR="0" lvl="1" indent="-191317" fontAlgn="auto">
              <a:lnSpc>
                <a:spcPct val="95000"/>
              </a:lnSpc>
              <a:spcBef>
                <a:spcPts val="627"/>
              </a:spcBef>
              <a:spcAft>
                <a:spcPts val="0"/>
              </a:spcAft>
              <a:buClrTx/>
              <a:buSzPct val="100000"/>
              <a:buFont typeface="Arial" panose="020B0604020202020204" pitchFamily="34" charset="0"/>
              <a:buChar char="•"/>
              <a:tabLst/>
            </a:pPr>
            <a:r>
              <a:rPr lang="en-US" dirty="0"/>
              <a:t>Second level</a:t>
            </a:r>
          </a:p>
          <a:p>
            <a:pPr marL="765265" marR="0" lvl="2" indent="-191317" fontAlgn="auto">
              <a:lnSpc>
                <a:spcPct val="95000"/>
              </a:lnSpc>
              <a:spcBef>
                <a:spcPts val="418"/>
              </a:spcBef>
              <a:spcAft>
                <a:spcPts val="0"/>
              </a:spcAft>
              <a:buClrTx/>
              <a:buSzPct val="120000"/>
              <a:buFont typeface="System Font Regular"/>
              <a:buChar char="-"/>
              <a:tabLst/>
            </a:pPr>
            <a:r>
              <a:rPr lang="en-US" dirty="0"/>
              <a:t>Third level</a:t>
            </a:r>
          </a:p>
          <a:p>
            <a:pPr marL="1147899" marR="0" lvl="3" indent="-191317" fontAlgn="auto">
              <a:lnSpc>
                <a:spcPct val="95000"/>
              </a:lnSpc>
              <a:spcBef>
                <a:spcPts val="418"/>
              </a:spcBef>
              <a:spcAft>
                <a:spcPts val="0"/>
              </a:spcAft>
              <a:buClrTx/>
              <a:buSzPct val="100000"/>
              <a:buFont typeface="System Font Regular"/>
              <a:buChar char="◦"/>
              <a:tabLst/>
            </a:pPr>
            <a:r>
              <a:rPr lang="en-US" dirty="0"/>
              <a:t>Fourth level</a:t>
            </a:r>
          </a:p>
          <a:p>
            <a:pPr marL="1530534" marR="0" lvl="4" indent="-191317" fontAlgn="auto">
              <a:lnSpc>
                <a:spcPct val="95000"/>
              </a:lnSpc>
              <a:spcBef>
                <a:spcPts val="418"/>
              </a:spcBef>
              <a:spcAft>
                <a:spcPts val="0"/>
              </a:spcAft>
              <a:buClrTx/>
              <a:buSzTx/>
              <a:buFont typeface="System Font Regular"/>
              <a:buChar char="•"/>
              <a:tabLst/>
            </a:pPr>
            <a:r>
              <a:rPr lang="en-US" dirty="0"/>
              <a:t>Fifth level</a:t>
            </a:r>
          </a:p>
        </p:txBody>
      </p:sp>
      <p:sp>
        <p:nvSpPr>
          <p:cNvPr id="7" name="Slide Number Placeholder 6"/>
          <p:cNvSpPr>
            <a:spLocks noGrp="1"/>
          </p:cNvSpPr>
          <p:nvPr>
            <p:ph type="sldNum" sz="quarter" idx="5"/>
          </p:nvPr>
        </p:nvSpPr>
        <p:spPr>
          <a:xfrm>
            <a:off x="3856740" y="9442154"/>
            <a:ext cx="2950474" cy="498771"/>
          </a:xfrm>
          <a:prstGeom prst="rect">
            <a:avLst/>
          </a:prstGeom>
        </p:spPr>
        <p:txBody>
          <a:bodyPr vert="horz" lIns="95658" tIns="47829" rIns="95658" bIns="47829" rtlCol="0" anchor="b"/>
          <a:lstStyle>
            <a:lvl1pPr algn="r">
              <a:defRPr sz="1400" b="0" i="0">
                <a:latin typeface="Oracle Sans" panose="020B0503020204020204" pitchFamily="34" charset="0"/>
              </a:defRPr>
            </a:lvl1pPr>
          </a:lstStyle>
          <a:p>
            <a:fld id="{9EDC5964-3162-43B5-B1EC-63C8D166D7D3}" type="slidenum">
              <a:rPr lang="en-US" smtClean="0"/>
              <a:pPr/>
              <a:t>‹#›</a:t>
            </a:fld>
            <a:endParaRPr lang="en-US" dirty="0"/>
          </a:p>
        </p:txBody>
      </p:sp>
      <p:sp>
        <p:nvSpPr>
          <p:cNvPr id="6" name="Footer Placeholder 5"/>
          <p:cNvSpPr>
            <a:spLocks noGrp="1"/>
          </p:cNvSpPr>
          <p:nvPr>
            <p:ph type="ftr" sz="quarter" idx="4"/>
          </p:nvPr>
        </p:nvSpPr>
        <p:spPr>
          <a:xfrm>
            <a:off x="2" y="9442154"/>
            <a:ext cx="2950474" cy="498771"/>
          </a:xfrm>
          <a:prstGeom prst="rect">
            <a:avLst/>
          </a:prstGeom>
        </p:spPr>
        <p:txBody>
          <a:bodyPr vert="horz" lIns="95658" tIns="47829" rIns="95658" bIns="47829" rtlCol="0" anchor="b"/>
          <a:lstStyle>
            <a:lvl1pPr algn="l">
              <a:defRPr sz="1400" b="0" i="0">
                <a:latin typeface="Oracle Sans" panose="020B0503020204020204" pitchFamily="34" charset="0"/>
              </a:defRPr>
            </a:lvl1pPr>
          </a:lstStyle>
          <a:p>
            <a:endParaRPr lang="en-US" dirty="0"/>
          </a:p>
        </p:txBody>
      </p:sp>
    </p:spTree>
    <p:extLst>
      <p:ext uri="{BB962C8B-B14F-4D97-AF65-F5344CB8AC3E}">
        <p14:creationId xmlns:p14="http://schemas.microsoft.com/office/powerpoint/2010/main" val="684971693"/>
      </p:ext>
    </p:extLst>
  </p:cSld>
  <p:clrMap bg1="lt1" tx1="dk1" bg2="lt2" tx2="dk2" accent1="accent1" accent2="accent2" accent3="accent3" accent4="accent4" accent5="accent5" accent6="accent6" hlink="hlink" folHlink="folHlink"/>
  <p:notesStyle>
    <a:lvl1pPr marL="0" algn="l" defTabSz="674692" rtl="0" eaLnBrk="1" latinLnBrk="0" hangingPunct="1">
      <a:defRPr lang="en-US" sz="886" b="0" i="0" kern="1200">
        <a:solidFill>
          <a:schemeClr val="tx1"/>
        </a:solidFill>
        <a:latin typeface="Oracle Sans" panose="020B0503020204020204" pitchFamily="34" charset="0"/>
        <a:ea typeface="+mn-ea"/>
        <a:cs typeface="Oracle Sans" panose="020B0503020204020204" pitchFamily="34" charset="0"/>
      </a:defRPr>
    </a:lvl1pPr>
    <a:lvl2pPr marL="337347" algn="l" defTabSz="674692" rtl="0" eaLnBrk="1" latinLnBrk="0" hangingPunct="1">
      <a:defRPr lang="en-US" sz="886" b="0" i="0" kern="1200">
        <a:solidFill>
          <a:schemeClr val="tx1"/>
        </a:solidFill>
        <a:latin typeface="Oracle Sans" panose="020B0503020204020204" pitchFamily="34" charset="0"/>
        <a:ea typeface="+mn-ea"/>
        <a:cs typeface="Oracle Sans" panose="020B0503020204020204" pitchFamily="34" charset="0"/>
      </a:defRPr>
    </a:lvl2pPr>
    <a:lvl3pPr marL="674692" algn="l" defTabSz="674692" rtl="0" eaLnBrk="1" latinLnBrk="0" hangingPunct="1">
      <a:defRPr lang="en-US" sz="812" b="0" i="0" kern="1200">
        <a:solidFill>
          <a:schemeClr val="tx1"/>
        </a:solidFill>
        <a:latin typeface="Oracle Sans" panose="020B0503020204020204" pitchFamily="34" charset="0"/>
        <a:ea typeface="+mn-ea"/>
        <a:cs typeface="Oracle Sans" panose="020B0503020204020204" pitchFamily="34" charset="0"/>
      </a:defRPr>
    </a:lvl3pPr>
    <a:lvl4pPr marL="1012039" algn="l" defTabSz="674692" rtl="0" eaLnBrk="1" latinLnBrk="0" hangingPunct="1">
      <a:defRPr lang="en-US" sz="775" b="0" i="0" kern="1200">
        <a:solidFill>
          <a:schemeClr val="tx1"/>
        </a:solidFill>
        <a:latin typeface="Oracle Sans" panose="020B0503020204020204" pitchFamily="34" charset="0"/>
        <a:ea typeface="+mn-ea"/>
        <a:cs typeface="Oracle Sans" panose="020B0503020204020204" pitchFamily="34" charset="0"/>
      </a:defRPr>
    </a:lvl4pPr>
    <a:lvl5pPr marL="1349384" algn="l" defTabSz="674692" rtl="0" eaLnBrk="1" latinLnBrk="0" hangingPunct="1">
      <a:defRPr lang="en-US" sz="738" b="0" i="0" kern="1200">
        <a:solidFill>
          <a:schemeClr val="tx1"/>
        </a:solidFill>
        <a:latin typeface="Oracle Sans" panose="020B0503020204020204" pitchFamily="34" charset="0"/>
        <a:ea typeface="+mn-ea"/>
        <a:cs typeface="Oracle Sans" panose="020B0503020204020204" pitchFamily="34" charset="0"/>
      </a:defRPr>
    </a:lvl5pPr>
    <a:lvl6pPr marL="1686731" algn="l" defTabSz="674692" rtl="0" eaLnBrk="1" latinLnBrk="0" hangingPunct="1">
      <a:defRPr sz="886" kern="1200">
        <a:solidFill>
          <a:schemeClr val="tx1"/>
        </a:solidFill>
        <a:latin typeface="+mn-lt"/>
        <a:ea typeface="+mn-ea"/>
        <a:cs typeface="+mn-cs"/>
      </a:defRPr>
    </a:lvl6pPr>
    <a:lvl7pPr marL="2024077" algn="l" defTabSz="674692" rtl="0" eaLnBrk="1" latinLnBrk="0" hangingPunct="1">
      <a:defRPr sz="886" kern="1200">
        <a:solidFill>
          <a:schemeClr val="tx1"/>
        </a:solidFill>
        <a:latin typeface="+mn-lt"/>
        <a:ea typeface="+mn-ea"/>
        <a:cs typeface="+mn-cs"/>
      </a:defRPr>
    </a:lvl7pPr>
    <a:lvl8pPr marL="2361423" algn="l" defTabSz="674692" rtl="0" eaLnBrk="1" latinLnBrk="0" hangingPunct="1">
      <a:defRPr sz="886" kern="1200">
        <a:solidFill>
          <a:schemeClr val="tx1"/>
        </a:solidFill>
        <a:latin typeface="+mn-lt"/>
        <a:ea typeface="+mn-ea"/>
        <a:cs typeface="+mn-cs"/>
      </a:defRPr>
    </a:lvl8pPr>
    <a:lvl9pPr marL="2698769" algn="l" defTabSz="674692" rtl="0" eaLnBrk="1" latinLnBrk="0" hangingPunct="1">
      <a:defRPr sz="88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A4BA58-F551-440A-3C28-039BA45991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E08754-7713-C843-E50A-83C00C938F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27AF74-B649-9983-86AC-8EC1DAA28A28}"/>
              </a:ext>
            </a:extLst>
          </p:cNvPr>
          <p:cNvSpPr>
            <a:spLocks noGrp="1"/>
          </p:cNvSpPr>
          <p:nvPr>
            <p:ph type="body" idx="1"/>
          </p:nvPr>
        </p:nvSpPr>
        <p:spPr/>
        <p:txBody>
          <a:bodyPr/>
          <a:lstStyle/>
          <a:p>
            <a:r>
              <a:rPr lang="en-US" sz="800" i="0" dirty="0">
                <a:latin typeface="Oracle Sans Light" panose="020B0403020204020204" pitchFamily="34" charset="0"/>
                <a:cs typeface="Oracle Sans Light" panose="020B0403020204020204" pitchFamily="34" charset="0"/>
              </a:rPr>
              <a:t>For more than 40 years, Oracle has been working closely with partners to help drive joint customer success and business momentum. </a:t>
            </a:r>
          </a:p>
          <a:p>
            <a:endParaRPr lang="en-US" sz="800" i="0" dirty="0">
              <a:latin typeface="Oracle Sans Light" panose="020B0403020204020204" pitchFamily="34" charset="0"/>
              <a:cs typeface="Oracle Sans Light" panose="020B0403020204020204" pitchFamily="34" charset="0"/>
            </a:endParaRPr>
          </a:p>
          <a:p>
            <a:r>
              <a:rPr lang="en-US" sz="800" i="0" dirty="0">
                <a:latin typeface="Oracle Sans Light" panose="020B0403020204020204" pitchFamily="34" charset="0"/>
                <a:cs typeface="Oracle Sans Light" panose="020B0403020204020204" pitchFamily="34" charset="0"/>
              </a:rPr>
              <a:t>Yet, even with all the success we’ve helped customers achieve, they still need our help. With uncertainty all around – as the world continues to throw us curve balls – and new opportunities knocking at our door – like that little thing called AI – organizations must be agile; they need to find new ways to reduce costs, and they must continue to get closer to their customers. But pushing the boundaries often requires bold decisions. We’ve been there too – at Oracle, we’ve had to deal with the psychology around change that leads people back to the status quo.</a:t>
            </a:r>
          </a:p>
          <a:p>
            <a:endParaRPr lang="en-US" sz="800" i="0" dirty="0">
              <a:latin typeface="Oracle Sans Light" panose="020B0403020204020204" pitchFamily="34" charset="0"/>
              <a:cs typeface="Oracle Sans Light" panose="020B0403020204020204" pitchFamily="34" charset="0"/>
            </a:endParaRPr>
          </a:p>
          <a:p>
            <a:r>
              <a:rPr lang="en-US" sz="800" i="0" dirty="0">
                <a:latin typeface="Oracle Sans Light" panose="020B0403020204020204" pitchFamily="34" charset="0"/>
                <a:cs typeface="Oracle Sans Light" panose="020B0403020204020204" pitchFamily="34" charset="0"/>
              </a:rPr>
              <a:t>And that’s where you and our joint efforts come in. Our customers need us to help them meet their evolving needs and continue executing on their goals. They need our holistic solutions, our guidance, and our leadership.</a:t>
            </a:r>
          </a:p>
          <a:p>
            <a:endParaRPr lang="en-US" sz="800" i="0" dirty="0">
              <a:latin typeface="Oracle Sans Light" panose="020B0403020204020204" pitchFamily="34" charset="0"/>
              <a:cs typeface="Oracle Sans Light" panose="020B0403020204020204" pitchFamily="34" charset="0"/>
            </a:endParaRPr>
          </a:p>
          <a:p>
            <a:r>
              <a:rPr lang="en-US" sz="800" i="0" dirty="0">
                <a:latin typeface="Oracle Sans Light" panose="020B0403020204020204" pitchFamily="34" charset="0"/>
                <a:cs typeface="Oracle Sans Light" panose="020B0403020204020204" pitchFamily="34" charset="0"/>
              </a:rPr>
              <a:t>That’s why we believe the opportunity to take our partnerships and joint success to the next level has never been greater and why we’re so excited about our newly enhanced partner program.</a:t>
            </a:r>
          </a:p>
        </p:txBody>
      </p:sp>
      <p:sp>
        <p:nvSpPr>
          <p:cNvPr id="4" name="Slide Number Placeholder 3">
            <a:extLst>
              <a:ext uri="{FF2B5EF4-FFF2-40B4-BE49-F238E27FC236}">
                <a16:creationId xmlns:a16="http://schemas.microsoft.com/office/drawing/2014/main" id="{34D26DC6-C75C-A372-0FF8-D30DDBE2B5E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EDC5964-3162-43B5-B1EC-63C8D166D7D3}" type="slidenum">
              <a:rPr kumimoji="0" lang="en-US" sz="1600" b="0" i="0" u="none" strike="noStrike" kern="1200" cap="none" spc="0" normalizeH="0" baseline="0" noProof="0" smtClean="0">
                <a:ln>
                  <a:noFill/>
                </a:ln>
                <a:solidFill>
                  <a:srgbClr val="312D2A"/>
                </a:solidFill>
                <a:effectLst/>
                <a:uLnTx/>
                <a:uFillTx/>
                <a:latin typeface="Oracle Sans Tab"/>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600" b="0" i="0" u="none" strike="noStrike" kern="1200" cap="none" spc="0" normalizeH="0" baseline="0" noProof="0" dirty="0">
              <a:ln>
                <a:noFill/>
              </a:ln>
              <a:solidFill>
                <a:srgbClr val="312D2A"/>
              </a:solidFill>
              <a:effectLst/>
              <a:uLnTx/>
              <a:uFillTx/>
              <a:latin typeface="Oracle Sans Tab"/>
              <a:ea typeface="+mn-ea"/>
              <a:cs typeface="+mn-cs"/>
            </a:endParaRPr>
          </a:p>
        </p:txBody>
      </p:sp>
    </p:spTree>
    <p:extLst>
      <p:ext uri="{BB962C8B-B14F-4D97-AF65-F5344CB8AC3E}">
        <p14:creationId xmlns:p14="http://schemas.microsoft.com/office/powerpoint/2010/main" val="29819500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pPr>
            <a:r>
              <a:rPr lang="en-US" sz="800" dirty="0">
                <a:latin typeface="Oracle Sans Light" panose="020B0403020204020204" pitchFamily="34" charset="0"/>
                <a:ea typeface="Calibri" panose="020F0502020204030204" pitchFamily="34" charset="0"/>
                <a:cs typeface="Oracle Sans Light" panose="020B0403020204020204" pitchFamily="34" charset="0"/>
              </a:rPr>
              <a:t>This slide shows some of the key advantages of the enhanced program over the previous program.</a:t>
            </a:r>
          </a:p>
          <a:p>
            <a:pPr>
              <a:lnSpc>
                <a:spcPct val="107000"/>
              </a:lnSpc>
            </a:pPr>
            <a:endParaRPr lang="en-US" sz="800" dirty="0">
              <a:latin typeface="Oracle Sans Light" panose="020B0403020204020204" pitchFamily="34" charset="0"/>
              <a:ea typeface="Calibri" panose="020F0502020204030204" pitchFamily="34" charset="0"/>
              <a:cs typeface="Oracle Sans Light" panose="020B0403020204020204" pitchFamily="34" charset="0"/>
            </a:endParaRPr>
          </a:p>
          <a:p>
            <a:pPr>
              <a:lnSpc>
                <a:spcPct val="107000"/>
              </a:lnSpc>
            </a:pPr>
            <a:r>
              <a:rPr lang="en-US" sz="800" dirty="0">
                <a:latin typeface="Oracle Sans Light" panose="020B0403020204020204" pitchFamily="34" charset="0"/>
                <a:ea typeface="Calibri" panose="020F0502020204030204" pitchFamily="34" charset="0"/>
                <a:cs typeface="Oracle Sans Light" panose="020B0403020204020204" pitchFamily="34" charset="0"/>
              </a:rPr>
              <a:t>We can also review what you’ve been spending in the previous program and provide a more tailored ROI comparison.</a:t>
            </a:r>
          </a:p>
        </p:txBody>
      </p:sp>
      <p:sp>
        <p:nvSpPr>
          <p:cNvPr id="4" name="Slide Number Placeholder 3"/>
          <p:cNvSpPr>
            <a:spLocks noGrp="1"/>
          </p:cNvSpPr>
          <p:nvPr>
            <p:ph type="sldNum" sz="quarter" idx="5"/>
          </p:nvPr>
        </p:nvSpPr>
        <p:spPr/>
        <p:txBody>
          <a:bodyPr/>
          <a:lstStyle/>
          <a:p>
            <a:fld id="{9EDC5964-3162-43B5-B1EC-63C8D166D7D3}" type="slidenum">
              <a:rPr lang="en-US" smtClean="0"/>
              <a:pPr/>
              <a:t>2</a:t>
            </a:fld>
            <a:endParaRPr lang="en-US" dirty="0"/>
          </a:p>
        </p:txBody>
      </p:sp>
    </p:spTree>
    <p:extLst>
      <p:ext uri="{BB962C8B-B14F-4D97-AF65-F5344CB8AC3E}">
        <p14:creationId xmlns:p14="http://schemas.microsoft.com/office/powerpoint/2010/main" val="12090404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574711">
              <a:defRPr/>
            </a:pPr>
            <a:r>
              <a:rPr lang="en-US" sz="800" dirty="0">
                <a:latin typeface="Oracle Sans Light" panose="020B0403020204020204" pitchFamily="34" charset="0"/>
                <a:ea typeface="Calibri" panose="020F0502020204030204" pitchFamily="34" charset="0"/>
                <a:cs typeface="Oracle Sans Light" panose="020B0403020204020204" pitchFamily="34" charset="0"/>
              </a:rPr>
              <a:t>Let’s start with the pathways for partnering and the benefits we’re offering. We offer three levels of partnership, but we’re going to focus on Level 1.</a:t>
            </a:r>
          </a:p>
          <a:p>
            <a:pPr defTabSz="574711">
              <a:defRPr/>
            </a:pPr>
            <a:endParaRPr lang="en-US" sz="800" dirty="0">
              <a:latin typeface="Oracle Sans Light" panose="020B0403020204020204" pitchFamily="34" charset="0"/>
              <a:ea typeface="Calibri" panose="020F0502020204030204" pitchFamily="34" charset="0"/>
              <a:cs typeface="Oracle Sans Light" panose="020B0403020204020204" pitchFamily="34" charset="0"/>
            </a:endParaRPr>
          </a:p>
          <a:p>
            <a:pPr defTabSz="574711">
              <a:defRPr/>
            </a:pPr>
            <a:r>
              <a:rPr lang="en-US" sz="800" dirty="0">
                <a:latin typeface="Oracle Sans Light" panose="020B0403020204020204" pitchFamily="34" charset="0"/>
                <a:ea typeface="Calibri" panose="020F0502020204030204" pitchFamily="34" charset="0"/>
                <a:cs typeface="Oracle Sans Light" panose="020B0403020204020204" pitchFamily="34" charset="0"/>
              </a:rPr>
              <a:t>In this level, we put you on a path of accelerating your business momentum and driving customer success. It starts with training and dev/test environments that we provide right out of the gate.</a:t>
            </a:r>
          </a:p>
        </p:txBody>
      </p:sp>
      <p:sp>
        <p:nvSpPr>
          <p:cNvPr id="4" name="Slide Number Placeholder 3"/>
          <p:cNvSpPr>
            <a:spLocks noGrp="1"/>
          </p:cNvSpPr>
          <p:nvPr>
            <p:ph type="sldNum" sz="quarter" idx="5"/>
          </p:nvPr>
        </p:nvSpPr>
        <p:spPr/>
        <p:txBody>
          <a:bodyPr/>
          <a:lstStyle/>
          <a:p>
            <a:fld id="{9EDC5964-3162-43B5-B1EC-63C8D166D7D3}" type="slidenum">
              <a:rPr lang="en-US" smtClean="0"/>
              <a:pPr/>
              <a:t>3</a:t>
            </a:fld>
            <a:endParaRPr lang="en-US" dirty="0"/>
          </a:p>
        </p:txBody>
      </p:sp>
    </p:spTree>
    <p:extLst>
      <p:ext uri="{BB962C8B-B14F-4D97-AF65-F5344CB8AC3E}">
        <p14:creationId xmlns:p14="http://schemas.microsoft.com/office/powerpoint/2010/main" val="11813574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Bef>
                <a:spcPts val="0"/>
              </a:spcBef>
              <a:spcAft>
                <a:spcPts val="800"/>
              </a:spcAft>
            </a:pPr>
            <a:r>
              <a:rPr lang="en-US" sz="800" kern="100" dirty="0">
                <a:effectLst/>
                <a:latin typeface="Oracle Sans Light" panose="020B0403020204020204" pitchFamily="34" charset="0"/>
                <a:ea typeface="Calibri" panose="020F0502020204030204" pitchFamily="34" charset="0"/>
                <a:cs typeface="Oracle Sans Light" panose="020B0403020204020204" pitchFamily="34" charset="0"/>
              </a:rPr>
              <a:t>Before I move on talk about the enhanced program benefits in more detail, I just wanted to show the other two Levels in case you’re wondering what they include. As you see, they offer more seats, Oracle Partner Credits upon enrollment, and some additional benefits.</a:t>
            </a:r>
          </a:p>
          <a:p>
            <a:pPr marL="0" marR="0">
              <a:lnSpc>
                <a:spcPct val="107000"/>
              </a:lnSpc>
              <a:spcBef>
                <a:spcPts val="0"/>
              </a:spcBef>
              <a:spcAft>
                <a:spcPts val="800"/>
              </a:spcAft>
            </a:pPr>
            <a:r>
              <a:rPr lang="en-US" sz="800" kern="100" dirty="0">
                <a:latin typeface="Oracle Sans Light" panose="020B0403020204020204" pitchFamily="34" charset="0"/>
                <a:ea typeface="Calibri" panose="020F0502020204030204" pitchFamily="34" charset="0"/>
                <a:cs typeface="Oracle Sans Light" panose="020B0403020204020204" pitchFamily="34" charset="0"/>
              </a:rPr>
              <a:t>The investment levels are also higher -- $100K for Level 2 and $500K for Level 3.</a:t>
            </a:r>
            <a:endParaRPr lang="en-US" sz="800" kern="100" dirty="0">
              <a:effectLst/>
              <a:latin typeface="Oracle Sans Light" panose="020B0403020204020204" pitchFamily="34" charset="0"/>
              <a:ea typeface="Calibri" panose="020F0502020204030204" pitchFamily="34" charset="0"/>
              <a:cs typeface="Oracle Sans Light" panose="020B0403020204020204" pitchFamily="34" charset="0"/>
            </a:endParaRPr>
          </a:p>
        </p:txBody>
      </p:sp>
      <p:sp>
        <p:nvSpPr>
          <p:cNvPr id="4" name="Slide Number Placeholder 3"/>
          <p:cNvSpPr>
            <a:spLocks noGrp="1"/>
          </p:cNvSpPr>
          <p:nvPr>
            <p:ph type="sldNum" sz="quarter" idx="5"/>
          </p:nvPr>
        </p:nvSpPr>
        <p:spPr/>
        <p:txBody>
          <a:bodyPr/>
          <a:lstStyle/>
          <a:p>
            <a:fld id="{9EDC5964-3162-43B5-B1EC-63C8D166D7D3}" type="slidenum">
              <a:rPr lang="en-US" smtClean="0"/>
              <a:pPr/>
              <a:t>4</a:t>
            </a:fld>
            <a:endParaRPr lang="en-US" dirty="0"/>
          </a:p>
        </p:txBody>
      </p:sp>
    </p:spTree>
    <p:extLst>
      <p:ext uri="{BB962C8B-B14F-4D97-AF65-F5344CB8AC3E}">
        <p14:creationId xmlns:p14="http://schemas.microsoft.com/office/powerpoint/2010/main" val="21142199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pPr>
            <a:r>
              <a:rPr lang="en-US" sz="800" dirty="0">
                <a:solidFill>
                  <a:srgbClr val="000000"/>
                </a:solidFill>
                <a:latin typeface="Oracle Sans Light" panose="020B0403020204020204" pitchFamily="34" charset="0"/>
                <a:ea typeface="Calibri" panose="020F0502020204030204" pitchFamily="34" charset="0"/>
                <a:cs typeface="Oracle Sans Light" panose="020B0403020204020204" pitchFamily="34" charset="0"/>
              </a:rPr>
              <a:t>Beyond those benefits, this pathway provides the ability to earn either monetary incentives OR Oracle Partner Credits for more benefits.</a:t>
            </a:r>
          </a:p>
          <a:p>
            <a:pPr>
              <a:lnSpc>
                <a:spcPct val="107000"/>
              </a:lnSpc>
            </a:pPr>
            <a:r>
              <a:rPr lang="en-US" sz="800" dirty="0">
                <a:solidFill>
                  <a:srgbClr val="000000"/>
                </a:solidFill>
                <a:latin typeface="Oracle Sans Light" panose="020B0403020204020204" pitchFamily="34" charset="0"/>
                <a:ea typeface="Calibri" panose="020F0502020204030204" pitchFamily="34" charset="0"/>
                <a:cs typeface="Oracle Sans Light" panose="020B0403020204020204" pitchFamily="34" charset="0"/>
              </a:rPr>
              <a:t> </a:t>
            </a:r>
          </a:p>
          <a:p>
            <a:pPr>
              <a:lnSpc>
                <a:spcPct val="107000"/>
              </a:lnSpc>
            </a:pPr>
            <a:r>
              <a:rPr lang="en-US" sz="800" dirty="0">
                <a:solidFill>
                  <a:srgbClr val="000000"/>
                </a:solidFill>
                <a:latin typeface="Oracle Sans Light" panose="020B0403020204020204" pitchFamily="34" charset="0"/>
                <a:ea typeface="Calibri" panose="020F0502020204030204" pitchFamily="34" charset="0"/>
                <a:cs typeface="Oracle Sans Light" panose="020B0403020204020204" pitchFamily="34" charset="0"/>
              </a:rPr>
              <a:t>Remember how I mentioned that you choose the path, the benefits, and the incentives? Right here, we’re giving you the choice of choosing the incentive for helping us drive revenue. Let me explain.</a:t>
            </a:r>
          </a:p>
          <a:p>
            <a:pPr>
              <a:lnSpc>
                <a:spcPct val="107000"/>
              </a:lnSpc>
            </a:pPr>
            <a:r>
              <a:rPr lang="en-US" sz="800" dirty="0">
                <a:solidFill>
                  <a:srgbClr val="000000"/>
                </a:solidFill>
                <a:latin typeface="Oracle Sans Light" panose="020B0403020204020204" pitchFamily="34" charset="0"/>
                <a:ea typeface="Calibri" panose="020F0502020204030204" pitchFamily="34" charset="0"/>
                <a:cs typeface="Oracle Sans Light" panose="020B0403020204020204" pitchFamily="34" charset="0"/>
              </a:rPr>
              <a:t> </a:t>
            </a:r>
          </a:p>
          <a:p>
            <a:pPr>
              <a:lnSpc>
                <a:spcPct val="107000"/>
              </a:lnSpc>
            </a:pPr>
            <a:r>
              <a:rPr lang="en-US" sz="800" dirty="0">
                <a:solidFill>
                  <a:srgbClr val="000000"/>
                </a:solidFill>
                <a:latin typeface="Oracle Sans Light" panose="020B0403020204020204" pitchFamily="34" charset="0"/>
                <a:ea typeface="Calibri" panose="020F0502020204030204" pitchFamily="34" charset="0"/>
                <a:cs typeface="Oracle Sans Light" panose="020B0403020204020204" pitchFamily="34" charset="0"/>
              </a:rPr>
              <a:t>When you help us win new cloud business, drive expansions, or drive OCI consumption growth, you’ll have a choice.</a:t>
            </a:r>
          </a:p>
          <a:p>
            <a:pPr>
              <a:lnSpc>
                <a:spcPct val="107000"/>
              </a:lnSpc>
            </a:pPr>
            <a:endParaRPr lang="en-US" sz="800" dirty="0">
              <a:solidFill>
                <a:srgbClr val="000000"/>
              </a:solidFill>
              <a:latin typeface="Oracle Sans Light" panose="020B0403020204020204" pitchFamily="34" charset="0"/>
              <a:ea typeface="Calibri" panose="020F0502020204030204" pitchFamily="34" charset="0"/>
              <a:cs typeface="Oracle Sans Light" panose="020B0403020204020204" pitchFamily="34" charset="0"/>
            </a:endParaRPr>
          </a:p>
          <a:p>
            <a:pPr>
              <a:lnSpc>
                <a:spcPct val="107000"/>
              </a:lnSpc>
            </a:pPr>
            <a:r>
              <a:rPr lang="en-US" sz="800" dirty="0">
                <a:solidFill>
                  <a:srgbClr val="000000"/>
                </a:solidFill>
                <a:latin typeface="Oracle Sans Light" panose="020B0403020204020204" pitchFamily="34" charset="0"/>
                <a:ea typeface="Calibri" panose="020F0502020204030204" pitchFamily="34" charset="0"/>
                <a:cs typeface="Oracle Sans Light" panose="020B0403020204020204" pitchFamily="34" charset="0"/>
              </a:rPr>
              <a:t>Each year, you can choose whether you want to receive a monetary incentive – the same as how incentives are paid today – or you can get paid at a </a:t>
            </a:r>
            <a:r>
              <a:rPr lang="en-US" sz="800" u="sng" dirty="0">
                <a:solidFill>
                  <a:srgbClr val="000000"/>
                </a:solidFill>
                <a:latin typeface="Oracle Sans Light" panose="020B0403020204020204" pitchFamily="34" charset="0"/>
                <a:ea typeface="Calibri" panose="020F0502020204030204" pitchFamily="34" charset="0"/>
                <a:cs typeface="Oracle Sans Light" panose="020B0403020204020204" pitchFamily="34" charset="0"/>
              </a:rPr>
              <a:t>sooner date and at a higher rate</a:t>
            </a:r>
            <a:r>
              <a:rPr lang="en-US" sz="800" dirty="0">
                <a:solidFill>
                  <a:srgbClr val="000000"/>
                </a:solidFill>
                <a:latin typeface="Oracle Sans Light" panose="020B0403020204020204" pitchFamily="34" charset="0"/>
                <a:ea typeface="Calibri" panose="020F0502020204030204" pitchFamily="34" charset="0"/>
                <a:cs typeface="Oracle Sans Light" panose="020B0403020204020204" pitchFamily="34" charset="0"/>
              </a:rPr>
              <a:t> with Oracle Partner Credits as incentives earned during that year. </a:t>
            </a:r>
          </a:p>
          <a:p>
            <a:pPr>
              <a:lnSpc>
                <a:spcPct val="107000"/>
              </a:lnSpc>
            </a:pPr>
            <a:r>
              <a:rPr lang="en-US" sz="800" dirty="0">
                <a:solidFill>
                  <a:srgbClr val="000000"/>
                </a:solidFill>
                <a:latin typeface="Oracle Sans Light" panose="020B0403020204020204" pitchFamily="34" charset="0"/>
                <a:ea typeface="Calibri" panose="020F0502020204030204" pitchFamily="34" charset="0"/>
                <a:cs typeface="Oracle Sans Light" panose="020B0403020204020204" pitchFamily="34" charset="0"/>
              </a:rPr>
              <a:t> </a:t>
            </a:r>
          </a:p>
          <a:p>
            <a:pPr>
              <a:lnSpc>
                <a:spcPct val="107000"/>
              </a:lnSpc>
            </a:pPr>
            <a:r>
              <a:rPr lang="en-US" sz="800" dirty="0">
                <a:solidFill>
                  <a:srgbClr val="000000"/>
                </a:solidFill>
                <a:latin typeface="Oracle Sans Light" panose="020B0403020204020204" pitchFamily="34" charset="0"/>
                <a:ea typeface="Calibri" panose="020F0502020204030204" pitchFamily="34" charset="0"/>
                <a:cs typeface="Oracle Sans Light" panose="020B0403020204020204" pitchFamily="34" charset="0"/>
              </a:rPr>
              <a:t>Now let me show you how you can use Oracle Partner Credits.</a:t>
            </a:r>
          </a:p>
          <a:p>
            <a:pPr>
              <a:lnSpc>
                <a:spcPct val="107000"/>
              </a:lnSpc>
            </a:pPr>
            <a:endParaRPr lang="en-US" sz="800" dirty="0">
              <a:latin typeface="Oracle Sans Light" panose="020B0403020204020204" pitchFamily="34" charset="0"/>
              <a:ea typeface="Calibri" panose="020F0502020204030204" pitchFamily="34" charset="0"/>
              <a:cs typeface="Oracle Sans Light" panose="020B0403020204020204" pitchFamily="34" charset="0"/>
            </a:endParaRPr>
          </a:p>
        </p:txBody>
      </p:sp>
      <p:sp>
        <p:nvSpPr>
          <p:cNvPr id="4" name="Slide Number Placeholder 3"/>
          <p:cNvSpPr>
            <a:spLocks noGrp="1"/>
          </p:cNvSpPr>
          <p:nvPr>
            <p:ph type="sldNum" sz="quarter" idx="5"/>
          </p:nvPr>
        </p:nvSpPr>
        <p:spPr/>
        <p:txBody>
          <a:bodyPr/>
          <a:lstStyle/>
          <a:p>
            <a:fld id="{9EDC5964-3162-43B5-B1EC-63C8D166D7D3}" type="slidenum">
              <a:rPr lang="en-US" smtClean="0"/>
              <a:pPr/>
              <a:t>5</a:t>
            </a:fld>
            <a:endParaRPr lang="en-US" dirty="0"/>
          </a:p>
        </p:txBody>
      </p:sp>
    </p:spTree>
    <p:extLst>
      <p:ext uri="{BB962C8B-B14F-4D97-AF65-F5344CB8AC3E}">
        <p14:creationId xmlns:p14="http://schemas.microsoft.com/office/powerpoint/2010/main" val="32036426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574711">
              <a:defRPr/>
            </a:pPr>
            <a:r>
              <a:rPr lang="en-US" sz="800" dirty="0">
                <a:latin typeface="Oracle Sans Light" panose="020B0403020204020204" pitchFamily="34" charset="0"/>
                <a:ea typeface="Calibri" panose="020F0502020204030204" pitchFamily="34" charset="0"/>
                <a:cs typeface="Oracle Sans Light" panose="020B0403020204020204" pitchFamily="34" charset="0"/>
              </a:rPr>
              <a:t>Oracle Partner Credits unlocks even more benefits … things you might otherwise have paid cash for, like more training, more dev/test environments, and more marketing. Plus, additional benefits like migration services and managed go-to-market collaboration, where we name specific individuals on our Marketing and Sales teams to align with your organization on business plans and drive joint activities from lead generation to deal close.</a:t>
            </a:r>
          </a:p>
          <a:p>
            <a:pPr defTabSz="574711">
              <a:defRPr/>
            </a:pPr>
            <a:endParaRPr lang="en-US" sz="800" dirty="0">
              <a:latin typeface="Oracle Sans Light" panose="020B0403020204020204" pitchFamily="34" charset="0"/>
              <a:cs typeface="Oracle Sans Light" panose="020B0403020204020204" pitchFamily="34" charset="0"/>
            </a:endParaRPr>
          </a:p>
          <a:p>
            <a:pPr defTabSz="574711">
              <a:defRPr/>
            </a:pPr>
            <a:r>
              <a:rPr lang="en-US" sz="800" dirty="0">
                <a:latin typeface="Oracle Sans Light" panose="020B0403020204020204" pitchFamily="34" charset="0"/>
                <a:ea typeface="Calibri" panose="020F0502020204030204" pitchFamily="34" charset="0"/>
                <a:cs typeface="Oracle Sans Light" panose="020B0403020204020204" pitchFamily="34" charset="0"/>
              </a:rPr>
              <a:t>How you use those Oracle Partner Credits is up to you. Want to focus on marketing with Oracle? No problem, you can use all the credits that you accrue on activities like events, webinars, customer workshops, and marketing campaigns targeted at Oracle’s install base.</a:t>
            </a:r>
          </a:p>
          <a:p>
            <a:pPr defTabSz="574711">
              <a:defRPr/>
            </a:pPr>
            <a:endParaRPr lang="en-US" sz="800" dirty="0">
              <a:latin typeface="Oracle Sans Light" panose="020B0403020204020204" pitchFamily="34" charset="0"/>
              <a:ea typeface="Calibri" panose="020F0502020204030204" pitchFamily="34" charset="0"/>
              <a:cs typeface="Oracle Sans Light" panose="020B0403020204020204" pitchFamily="34" charset="0"/>
            </a:endParaRPr>
          </a:p>
          <a:p>
            <a:pPr>
              <a:lnSpc>
                <a:spcPct val="107000"/>
              </a:lnSpc>
            </a:pPr>
            <a:r>
              <a:rPr lang="en-US" sz="800" dirty="0">
                <a:latin typeface="Oracle Sans Light" panose="020B0403020204020204" pitchFamily="34" charset="0"/>
                <a:ea typeface="Calibri" panose="020F0502020204030204" pitchFamily="34" charset="0"/>
                <a:cs typeface="Oracle Sans Light" panose="020B0403020204020204" pitchFamily="34" charset="0"/>
              </a:rPr>
              <a:t>Prefer to focus on more training so you can skill up more implementors and drive your business momentum across the globe? Great. You can spend all or some of your Oracle Partner Credits on training too.</a:t>
            </a:r>
          </a:p>
          <a:p>
            <a:pPr>
              <a:lnSpc>
                <a:spcPct val="107000"/>
              </a:lnSpc>
            </a:pPr>
            <a:r>
              <a:rPr lang="en-US" sz="800" dirty="0">
                <a:latin typeface="Oracle Sans Light" panose="020B0403020204020204" pitchFamily="34" charset="0"/>
                <a:ea typeface="Calibri" panose="020F0502020204030204" pitchFamily="34" charset="0"/>
                <a:cs typeface="Oracle Sans Light" panose="020B0403020204020204" pitchFamily="34" charset="0"/>
              </a:rPr>
              <a:t> </a:t>
            </a:r>
          </a:p>
          <a:p>
            <a:pPr>
              <a:lnSpc>
                <a:spcPct val="107000"/>
              </a:lnSpc>
            </a:pPr>
            <a:r>
              <a:rPr lang="en-US" sz="800" dirty="0">
                <a:latin typeface="Oracle Sans Light" panose="020B0403020204020204" pitchFamily="34" charset="0"/>
                <a:ea typeface="Calibri" panose="020F0502020204030204" pitchFamily="34" charset="0"/>
                <a:cs typeface="Oracle Sans Light" panose="020B0403020204020204" pitchFamily="34" charset="0"/>
              </a:rPr>
              <a:t>Want a Partner Success Manager who will provide hands-on support to your team and assist on particularly complex projects? Or want a Technical Account Manager who will help you with your service requests and accelerate the resolution of your tickets?</a:t>
            </a:r>
          </a:p>
          <a:p>
            <a:pPr>
              <a:lnSpc>
                <a:spcPct val="107000"/>
              </a:lnSpc>
            </a:pPr>
            <a:r>
              <a:rPr lang="en-US" sz="800" dirty="0">
                <a:latin typeface="Oracle Sans Light" panose="020B0403020204020204" pitchFamily="34" charset="0"/>
                <a:ea typeface="Calibri" panose="020F0502020204030204" pitchFamily="34" charset="0"/>
                <a:cs typeface="Oracle Sans Light" panose="020B0403020204020204" pitchFamily="34" charset="0"/>
              </a:rPr>
              <a:t> </a:t>
            </a:r>
          </a:p>
          <a:p>
            <a:pPr>
              <a:lnSpc>
                <a:spcPct val="107000"/>
              </a:lnSpc>
            </a:pPr>
            <a:r>
              <a:rPr lang="en-US" sz="800" dirty="0">
                <a:latin typeface="Oracle Sans Light" panose="020B0403020204020204" pitchFamily="34" charset="0"/>
                <a:ea typeface="Calibri" panose="020F0502020204030204" pitchFamily="34" charset="0"/>
                <a:cs typeface="Oracle Sans Light" panose="020B0403020204020204" pitchFamily="34" charset="0"/>
              </a:rPr>
              <a:t>The choice is yours.</a:t>
            </a:r>
          </a:p>
          <a:p>
            <a:pPr>
              <a:lnSpc>
                <a:spcPct val="107000"/>
              </a:lnSpc>
            </a:pPr>
            <a:endParaRPr lang="en-US" sz="800" dirty="0">
              <a:latin typeface="Oracle Sans Light" panose="020B0403020204020204" pitchFamily="34" charset="0"/>
              <a:ea typeface="Calibri" panose="020F0502020204030204" pitchFamily="34" charset="0"/>
              <a:cs typeface="Oracle Sans Light" panose="020B0403020204020204" pitchFamily="34" charset="0"/>
            </a:endParaRPr>
          </a:p>
          <a:p>
            <a:pPr>
              <a:lnSpc>
                <a:spcPct val="107000"/>
              </a:lnSpc>
            </a:pPr>
            <a:r>
              <a:rPr lang="en-US" sz="800" dirty="0">
                <a:latin typeface="Oracle Sans Light" panose="020B0403020204020204" pitchFamily="34" charset="0"/>
                <a:ea typeface="Open Sans Light" panose="020B0306030504020204" pitchFamily="34" charset="0"/>
                <a:cs typeface="Oracle Sans Light" panose="020B0403020204020204" pitchFamily="34" charset="0"/>
              </a:rPr>
              <a:t>Now for us to deliver all these benefits that help our partners win and succeed with us, all partners are asked to make an annual investment. The Level 1 investment is $5000, and I want to mention one other thing to keep in mind -- partners can use Oracle Partner Credits for membership renewals if they prefer not to pay cash after the first year. This means that if you elect to use your credits for renewals and you’ve accrued sufficient Partner Credits, you may never need to pay for your membership again, and you will get the benefits offered for your membership level.</a:t>
            </a:r>
          </a:p>
          <a:p>
            <a:pPr>
              <a:lnSpc>
                <a:spcPct val="107000"/>
              </a:lnSpc>
            </a:pPr>
            <a:endParaRPr lang="en-US" sz="890" dirty="0">
              <a:ea typeface="Calibri" panose="020F0502020204030204" pitchFamily="34" charset="0"/>
            </a:endParaRPr>
          </a:p>
        </p:txBody>
      </p:sp>
      <p:sp>
        <p:nvSpPr>
          <p:cNvPr id="4" name="Slide Number Placeholder 3"/>
          <p:cNvSpPr>
            <a:spLocks noGrp="1"/>
          </p:cNvSpPr>
          <p:nvPr>
            <p:ph type="sldNum" sz="quarter" idx="5"/>
          </p:nvPr>
        </p:nvSpPr>
        <p:spPr/>
        <p:txBody>
          <a:bodyPr/>
          <a:lstStyle/>
          <a:p>
            <a:fld id="{9EDC5964-3162-43B5-B1EC-63C8D166D7D3}" type="slidenum">
              <a:rPr lang="en-US" smtClean="0"/>
              <a:pPr/>
              <a:t>6</a:t>
            </a:fld>
            <a:endParaRPr lang="en-US" dirty="0"/>
          </a:p>
        </p:txBody>
      </p:sp>
    </p:spTree>
    <p:extLst>
      <p:ext uri="{BB962C8B-B14F-4D97-AF65-F5344CB8AC3E}">
        <p14:creationId xmlns:p14="http://schemas.microsoft.com/office/powerpoint/2010/main" val="18087253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pPr>
            <a:r>
              <a:rPr lang="en-US" sz="800" dirty="0">
                <a:latin typeface="Oracle Sans Light" panose="020B0403020204020204" pitchFamily="34" charset="0"/>
                <a:ea typeface="Open Sans Light" panose="020B0306030504020204" pitchFamily="34" charset="0"/>
                <a:cs typeface="Oracle Sans Light" panose="020B0403020204020204" pitchFamily="34" charset="0"/>
              </a:rPr>
              <a:t>Now let me provide more details on the menu of benefits, starting with </a:t>
            </a:r>
            <a:r>
              <a:rPr lang="en-US" sz="800" b="1" dirty="0">
                <a:latin typeface="Oracle Sans Light" panose="020B0403020204020204" pitchFamily="34" charset="0"/>
                <a:ea typeface="Open Sans Light" panose="020B0306030504020204" pitchFamily="34" charset="0"/>
                <a:cs typeface="Oracle Sans Light" panose="020B0403020204020204" pitchFamily="34" charset="0"/>
              </a:rPr>
              <a:t>Training &amp; Enablement</a:t>
            </a:r>
            <a:r>
              <a:rPr lang="en-US" sz="800" dirty="0">
                <a:latin typeface="Oracle Sans Light" panose="020B0403020204020204" pitchFamily="34" charset="0"/>
                <a:ea typeface="Open Sans Light" panose="020B0306030504020204" pitchFamily="34" charset="0"/>
                <a:cs typeface="Oracle Sans Light" panose="020B0403020204020204" pitchFamily="34" charset="0"/>
              </a:rPr>
              <a:t>.</a:t>
            </a:r>
          </a:p>
          <a:p>
            <a:pPr>
              <a:lnSpc>
                <a:spcPct val="107000"/>
              </a:lnSpc>
            </a:pPr>
            <a:endParaRPr lang="en-US" sz="800" dirty="0">
              <a:latin typeface="Oracle Sans Light" panose="020B0403020204020204" pitchFamily="34" charset="0"/>
              <a:ea typeface="Open Sans Light" panose="020B0306030504020204" pitchFamily="34" charset="0"/>
              <a:cs typeface="Oracle Sans Light" panose="020B0403020204020204" pitchFamily="34" charset="0"/>
            </a:endParaRPr>
          </a:p>
          <a:p>
            <a:pPr>
              <a:lnSpc>
                <a:spcPct val="107000"/>
              </a:lnSpc>
            </a:pPr>
            <a:r>
              <a:rPr lang="en-US" sz="800" dirty="0">
                <a:latin typeface="Oracle Sans Light" panose="020B0403020204020204" pitchFamily="34" charset="0"/>
                <a:ea typeface="Open Sans Light" panose="020B0306030504020204" pitchFamily="34" charset="0"/>
                <a:cs typeface="Oracle Sans Light" panose="020B0403020204020204" pitchFamily="34" charset="0"/>
              </a:rPr>
              <a:t>As I mentioned earlier, we want to ensure you and your teams are sales ready, delivery ready and success ready.</a:t>
            </a:r>
          </a:p>
          <a:p>
            <a:pPr>
              <a:lnSpc>
                <a:spcPct val="107000"/>
              </a:lnSpc>
            </a:pPr>
            <a:r>
              <a:rPr lang="en-US" sz="800" dirty="0">
                <a:latin typeface="Oracle Sans Light" panose="020B0403020204020204" pitchFamily="34" charset="0"/>
                <a:ea typeface="Open Sans Light" panose="020B0306030504020204" pitchFamily="34" charset="0"/>
                <a:cs typeface="Oracle Sans Light" panose="020B0403020204020204" pitchFamily="34" charset="0"/>
              </a:rPr>
              <a:t> </a:t>
            </a:r>
          </a:p>
          <a:p>
            <a:pPr>
              <a:lnSpc>
                <a:spcPct val="107000"/>
              </a:lnSpc>
            </a:pPr>
            <a:r>
              <a:rPr lang="en-US" sz="800" dirty="0">
                <a:latin typeface="Oracle Sans Light" panose="020B0403020204020204" pitchFamily="34" charset="0"/>
                <a:ea typeface="Open Sans Light" panose="020B0306030504020204" pitchFamily="34" charset="0"/>
                <a:cs typeface="Oracle Sans Light" panose="020B0403020204020204" pitchFamily="34" charset="0"/>
              </a:rPr>
              <a:t>So, what are the resources we’re providing to help with that?</a:t>
            </a:r>
          </a:p>
        </p:txBody>
      </p:sp>
      <p:sp>
        <p:nvSpPr>
          <p:cNvPr id="4" name="Slide Number Placeholder 3"/>
          <p:cNvSpPr>
            <a:spLocks noGrp="1"/>
          </p:cNvSpPr>
          <p:nvPr>
            <p:ph type="sldNum" sz="quarter" idx="5"/>
          </p:nvPr>
        </p:nvSpPr>
        <p:spPr/>
        <p:txBody>
          <a:bodyPr/>
          <a:lstStyle/>
          <a:p>
            <a:fld id="{9EDC5964-3162-43B5-B1EC-63C8D166D7D3}" type="slidenum">
              <a:rPr lang="en-US" smtClean="0"/>
              <a:pPr/>
              <a:t>7</a:t>
            </a:fld>
            <a:endParaRPr lang="en-US" dirty="0"/>
          </a:p>
        </p:txBody>
      </p:sp>
    </p:spTree>
    <p:extLst>
      <p:ext uri="{BB962C8B-B14F-4D97-AF65-F5344CB8AC3E}">
        <p14:creationId xmlns:p14="http://schemas.microsoft.com/office/powerpoint/2010/main" val="11513219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574711">
              <a:defRPr/>
            </a:pPr>
            <a:r>
              <a:rPr lang="en-US" sz="800" dirty="0">
                <a:latin typeface="Oracle Sans Light" panose="020B0403020204020204" pitchFamily="34" charset="0"/>
                <a:ea typeface="Open Sans Light" panose="020B0306030504020204" pitchFamily="34" charset="0"/>
                <a:cs typeface="Oracle Sans Light" panose="020B0403020204020204" pitchFamily="34" charset="0"/>
              </a:rPr>
              <a:t>Let’s start with helping drive sales efficiency with training that will prepare your teams to sell.</a:t>
            </a:r>
          </a:p>
          <a:p>
            <a:pPr defTabSz="574711">
              <a:defRPr/>
            </a:pPr>
            <a:endParaRPr lang="en-US" sz="800" dirty="0">
              <a:latin typeface="Oracle Sans Light" panose="020B0403020204020204" pitchFamily="34" charset="0"/>
              <a:ea typeface="Open Sans Light" panose="020B0306030504020204" pitchFamily="34" charset="0"/>
              <a:cs typeface="Oracle Sans Light" panose="020B0403020204020204" pitchFamily="34" charset="0"/>
            </a:endParaRPr>
          </a:p>
          <a:p>
            <a:pPr defTabSz="574711">
              <a:defRPr/>
            </a:pPr>
            <a:r>
              <a:rPr lang="en-US" sz="800" dirty="0">
                <a:latin typeface="Oracle Sans Light" panose="020B0403020204020204" pitchFamily="34" charset="0"/>
                <a:ea typeface="Open Sans Light" panose="020B0306030504020204" pitchFamily="34" charset="0"/>
                <a:cs typeface="Oracle Sans Light" panose="020B0403020204020204" pitchFamily="34" charset="0"/>
              </a:rPr>
              <a:t>What you’ll get here is the same as what we provide our own sales teams, and the right-hand side of this slide gives you a flavor of that training.</a:t>
            </a:r>
          </a:p>
          <a:p>
            <a:pPr defTabSz="574711">
              <a:defRPr/>
            </a:pPr>
            <a:endParaRPr lang="en-US" sz="800" dirty="0">
              <a:latin typeface="Oracle Sans Light" panose="020B0403020204020204" pitchFamily="34" charset="0"/>
              <a:ea typeface="Open Sans Light" panose="020B0306030504020204" pitchFamily="34" charset="0"/>
              <a:cs typeface="Oracle Sans Light" panose="020B0403020204020204" pitchFamily="34" charset="0"/>
            </a:endParaRPr>
          </a:p>
          <a:p>
            <a:pPr defTabSz="574711">
              <a:defRPr/>
            </a:pPr>
            <a:r>
              <a:rPr lang="en-US" sz="800" dirty="0">
                <a:latin typeface="Oracle Sans Light" panose="020B0403020204020204" pitchFamily="34" charset="0"/>
                <a:ea typeface="Open Sans Light" panose="020B0306030504020204" pitchFamily="34" charset="0"/>
                <a:cs typeface="Oracle Sans Light" panose="020B0403020204020204" pitchFamily="34" charset="0"/>
              </a:rPr>
              <a:t>It includes enablement on positioning Oracle – across each industry and persona type and with messaging that helps explain the value we deliver to help our customers overcome their challenges and achieve their goals.</a:t>
            </a:r>
          </a:p>
          <a:p>
            <a:pPr defTabSz="574711">
              <a:defRPr/>
            </a:pPr>
            <a:endParaRPr lang="en-US" sz="800" dirty="0">
              <a:latin typeface="Oracle Sans Light" panose="020B0403020204020204" pitchFamily="34" charset="0"/>
              <a:ea typeface="Open Sans Light" panose="020B0306030504020204" pitchFamily="34" charset="0"/>
              <a:cs typeface="Oracle Sans Light" panose="020B0403020204020204" pitchFamily="34" charset="0"/>
            </a:endParaRPr>
          </a:p>
          <a:p>
            <a:pPr defTabSz="574711">
              <a:defRPr/>
            </a:pPr>
            <a:r>
              <a:rPr lang="en-US" sz="800" dirty="0">
                <a:latin typeface="Oracle Sans Light" panose="020B0403020204020204" pitchFamily="34" charset="0"/>
                <a:ea typeface="Open Sans Light" panose="020B0306030504020204" pitchFamily="34" charset="0"/>
                <a:cs typeface="Oracle Sans Light" panose="020B0403020204020204" pitchFamily="34" charset="0"/>
              </a:rPr>
              <a:t>It also includes training on best practice methodologies for account planning, selling, </a:t>
            </a:r>
            <a:r>
              <a:rPr lang="en-US" sz="800" dirty="0" err="1">
                <a:latin typeface="Oracle Sans Light" panose="020B0403020204020204" pitchFamily="34" charset="0"/>
                <a:ea typeface="Open Sans Light" panose="020B0306030504020204" pitchFamily="34" charset="0"/>
                <a:cs typeface="Oracle Sans Light" panose="020B0403020204020204" pitchFamily="34" charset="0"/>
              </a:rPr>
              <a:t>demo’ing</a:t>
            </a:r>
            <a:r>
              <a:rPr lang="en-US" sz="800" dirty="0">
                <a:latin typeface="Oracle Sans Light" panose="020B0403020204020204" pitchFamily="34" charset="0"/>
                <a:ea typeface="Open Sans Light" panose="020B0306030504020204" pitchFamily="34" charset="0"/>
                <a:cs typeface="Oracle Sans Light" panose="020B0403020204020204" pitchFamily="34" charset="0"/>
              </a:rPr>
              <a:t>, and more.</a:t>
            </a:r>
          </a:p>
        </p:txBody>
      </p:sp>
      <p:sp>
        <p:nvSpPr>
          <p:cNvPr id="4" name="Slide Number Placeholder 3"/>
          <p:cNvSpPr>
            <a:spLocks noGrp="1"/>
          </p:cNvSpPr>
          <p:nvPr>
            <p:ph type="sldNum" sz="quarter" idx="5"/>
          </p:nvPr>
        </p:nvSpPr>
        <p:spPr/>
        <p:txBody>
          <a:bodyPr/>
          <a:lstStyle/>
          <a:p>
            <a:fld id="{9EDC5964-3162-43B5-B1EC-63C8D166D7D3}" type="slidenum">
              <a:rPr lang="en-US" smtClean="0"/>
              <a:pPr/>
              <a:t>8</a:t>
            </a:fld>
            <a:endParaRPr lang="en-US" dirty="0"/>
          </a:p>
        </p:txBody>
      </p:sp>
    </p:spTree>
    <p:extLst>
      <p:ext uri="{BB962C8B-B14F-4D97-AF65-F5344CB8AC3E}">
        <p14:creationId xmlns:p14="http://schemas.microsoft.com/office/powerpoint/2010/main" val="33751650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pPr>
            <a:r>
              <a:rPr lang="en-US" sz="800" dirty="0">
                <a:latin typeface="Oracle Sans Light" panose="020B0403020204020204" pitchFamily="34" charset="0"/>
                <a:ea typeface="Open Sans Light" panose="020B0306030504020204" pitchFamily="34" charset="0"/>
                <a:cs typeface="Oracle Sans Light" panose="020B0403020204020204" pitchFamily="34" charset="0"/>
              </a:rPr>
              <a:t>Those are the ways we help you sell. We also help you learn how to implement successfully.</a:t>
            </a:r>
          </a:p>
          <a:p>
            <a:pPr>
              <a:lnSpc>
                <a:spcPct val="107000"/>
              </a:lnSpc>
            </a:pPr>
            <a:r>
              <a:rPr lang="en-US" sz="800" dirty="0">
                <a:latin typeface="Oracle Sans Light" panose="020B0403020204020204" pitchFamily="34" charset="0"/>
                <a:ea typeface="Open Sans Light" panose="020B0306030504020204" pitchFamily="34" charset="0"/>
                <a:cs typeface="Oracle Sans Light" panose="020B0403020204020204" pitchFamily="34" charset="0"/>
              </a:rPr>
              <a:t> </a:t>
            </a:r>
          </a:p>
          <a:p>
            <a:pPr>
              <a:lnSpc>
                <a:spcPct val="107000"/>
              </a:lnSpc>
            </a:pPr>
            <a:r>
              <a:rPr lang="en-US" sz="800" dirty="0">
                <a:latin typeface="Oracle Sans Light" panose="020B0403020204020204" pitchFamily="34" charset="0"/>
                <a:ea typeface="Open Sans Light" panose="020B0306030504020204" pitchFamily="34" charset="0"/>
                <a:cs typeface="Oracle Sans Light" panose="020B0403020204020204" pitchFamily="34" charset="0"/>
              </a:rPr>
              <a:t>On this slide, you see the key milestones of a project. We’re going to train you on every element of a successful go-live, from planning to change management – just like we train our own internal teams.</a:t>
            </a:r>
          </a:p>
          <a:p>
            <a:pPr>
              <a:lnSpc>
                <a:spcPct val="107000"/>
              </a:lnSpc>
            </a:pPr>
            <a:r>
              <a:rPr lang="en-US" sz="890" dirty="0">
                <a:ea typeface="Calibri" panose="020F0502020204030204" pitchFamily="34" charset="0"/>
              </a:rPr>
              <a:t>.</a:t>
            </a:r>
          </a:p>
        </p:txBody>
      </p:sp>
      <p:sp>
        <p:nvSpPr>
          <p:cNvPr id="4" name="Slide Number Placeholder 3"/>
          <p:cNvSpPr>
            <a:spLocks noGrp="1"/>
          </p:cNvSpPr>
          <p:nvPr>
            <p:ph type="sldNum" sz="quarter" idx="5"/>
          </p:nvPr>
        </p:nvSpPr>
        <p:spPr/>
        <p:txBody>
          <a:bodyPr/>
          <a:lstStyle/>
          <a:p>
            <a:fld id="{9EDC5964-3162-43B5-B1EC-63C8D166D7D3}" type="slidenum">
              <a:rPr lang="en-US" smtClean="0"/>
              <a:pPr/>
              <a:t>9</a:t>
            </a:fld>
            <a:endParaRPr lang="en-US" dirty="0"/>
          </a:p>
        </p:txBody>
      </p:sp>
    </p:spTree>
    <p:extLst>
      <p:ext uri="{BB962C8B-B14F-4D97-AF65-F5344CB8AC3E}">
        <p14:creationId xmlns:p14="http://schemas.microsoft.com/office/powerpoint/2010/main" val="40975345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574711">
              <a:defRPr/>
            </a:pPr>
            <a:r>
              <a:rPr lang="en-US" sz="800" dirty="0">
                <a:latin typeface="Oracle Sans Light" panose="020B0403020204020204" pitchFamily="34" charset="0"/>
                <a:ea typeface="Open Sans Light" panose="020B0306030504020204" pitchFamily="34" charset="0"/>
                <a:cs typeface="Oracle Sans Light" panose="020B0403020204020204" pitchFamily="34" charset="0"/>
              </a:rPr>
              <a:t>Let’s talk about our </a:t>
            </a:r>
            <a:r>
              <a:rPr lang="en-US" sz="800" b="1" dirty="0">
                <a:latin typeface="Oracle Sans Light" panose="020B0403020204020204" pitchFamily="34" charset="0"/>
                <a:ea typeface="Open Sans Light" panose="020B0306030504020204" pitchFamily="34" charset="0"/>
                <a:cs typeface="Oracle Sans Light" panose="020B0403020204020204" pitchFamily="34" charset="0"/>
              </a:rPr>
              <a:t>GTM Collaboration </a:t>
            </a:r>
            <a:r>
              <a:rPr lang="en-US" sz="800" dirty="0">
                <a:latin typeface="Oracle Sans Light" panose="020B0403020204020204" pitchFamily="34" charset="0"/>
                <a:ea typeface="Open Sans Light" panose="020B0306030504020204" pitchFamily="34" charset="0"/>
                <a:cs typeface="Oracle Sans Light" panose="020B0403020204020204" pitchFamily="34" charset="0"/>
              </a:rPr>
              <a:t>and the benefits we provide to help us win together, starting with the marketing benefits to accelerate your momentum.</a:t>
            </a:r>
          </a:p>
        </p:txBody>
      </p:sp>
      <p:sp>
        <p:nvSpPr>
          <p:cNvPr id="4" name="Slide Number Placeholder 3"/>
          <p:cNvSpPr>
            <a:spLocks noGrp="1"/>
          </p:cNvSpPr>
          <p:nvPr>
            <p:ph type="sldNum" sz="quarter" idx="5"/>
          </p:nvPr>
        </p:nvSpPr>
        <p:spPr/>
        <p:txBody>
          <a:bodyPr/>
          <a:lstStyle/>
          <a:p>
            <a:fld id="{9EDC5964-3162-43B5-B1EC-63C8D166D7D3}" type="slidenum">
              <a:rPr lang="en-US" smtClean="0"/>
              <a:pPr/>
              <a:t>10</a:t>
            </a:fld>
            <a:endParaRPr lang="en-US" dirty="0"/>
          </a:p>
        </p:txBody>
      </p:sp>
    </p:spTree>
    <p:extLst>
      <p:ext uri="{BB962C8B-B14F-4D97-AF65-F5344CB8AC3E}">
        <p14:creationId xmlns:p14="http://schemas.microsoft.com/office/powerpoint/2010/main" val="3118757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pPr>
            <a:r>
              <a:rPr lang="en-US" sz="800" dirty="0">
                <a:latin typeface="Oracle Sans Light" panose="020B0403020204020204" pitchFamily="34" charset="0"/>
                <a:ea typeface="Open Sans Light" panose="020B0306030504020204" pitchFamily="34" charset="0"/>
                <a:cs typeface="Oracle Sans Light" panose="020B0403020204020204" pitchFamily="34" charset="0"/>
              </a:rPr>
              <a:t>This slide talks about our collaboration and how we’ll jointly sell together. Just as we do across Oracle sales teams where we develop unified account plans, we invite you to develop joint account plans with our teams. By targeting specific industries, countries, and accounts, and developing account plans with clear action items, we can help our teams stay focused and aligned so they can more productively win together.</a:t>
            </a:r>
          </a:p>
          <a:p>
            <a:pPr>
              <a:lnSpc>
                <a:spcPct val="107000"/>
              </a:lnSpc>
            </a:pPr>
            <a:r>
              <a:rPr lang="en-US" sz="800" dirty="0">
                <a:latin typeface="Oracle Sans Light" panose="020B0403020204020204" pitchFamily="34" charset="0"/>
                <a:ea typeface="Open Sans Light" panose="020B0306030504020204" pitchFamily="34" charset="0"/>
                <a:cs typeface="Oracle Sans Light" panose="020B0403020204020204" pitchFamily="34" charset="0"/>
              </a:rPr>
              <a:t> </a:t>
            </a:r>
          </a:p>
          <a:p>
            <a:pPr>
              <a:lnSpc>
                <a:spcPct val="107000"/>
              </a:lnSpc>
            </a:pPr>
            <a:r>
              <a:rPr lang="en-US" sz="800" dirty="0">
                <a:latin typeface="Oracle Sans Light" panose="020B0403020204020204" pitchFamily="34" charset="0"/>
                <a:ea typeface="Open Sans Light" panose="020B0306030504020204" pitchFamily="34" charset="0"/>
                <a:cs typeface="Oracle Sans Light" panose="020B0403020204020204" pitchFamily="34" charset="0"/>
              </a:rPr>
              <a:t>To facilitate our joint work, you will have access to our Collaborative Customer Engagement System. Through this system, you will be able to submit target accounts for Oracle review and submit opportunities to be assigned to an Oracle sales territory/team.</a:t>
            </a:r>
          </a:p>
        </p:txBody>
      </p:sp>
      <p:sp>
        <p:nvSpPr>
          <p:cNvPr id="4" name="Slide Number Placeholder 3"/>
          <p:cNvSpPr>
            <a:spLocks noGrp="1"/>
          </p:cNvSpPr>
          <p:nvPr>
            <p:ph type="sldNum" sz="quarter" idx="5"/>
          </p:nvPr>
        </p:nvSpPr>
        <p:spPr/>
        <p:txBody>
          <a:bodyPr/>
          <a:lstStyle/>
          <a:p>
            <a:fld id="{9EDC5964-3162-43B5-B1EC-63C8D166D7D3}" type="slidenum">
              <a:rPr lang="en-US" smtClean="0"/>
              <a:pPr/>
              <a:t>11</a:t>
            </a:fld>
            <a:endParaRPr lang="en-US" dirty="0"/>
          </a:p>
        </p:txBody>
      </p:sp>
    </p:spTree>
    <p:extLst>
      <p:ext uri="{BB962C8B-B14F-4D97-AF65-F5344CB8AC3E}">
        <p14:creationId xmlns:p14="http://schemas.microsoft.com/office/powerpoint/2010/main" val="41790845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574711">
              <a:spcAft>
                <a:spcPts val="511"/>
              </a:spcAft>
              <a:defRPr/>
            </a:pPr>
            <a:r>
              <a:rPr lang="en-US" sz="800" dirty="0">
                <a:latin typeface="Oracle Sans Light" panose="020B0403020204020204" pitchFamily="34" charset="0"/>
                <a:ea typeface="Calibri" panose="020F0502020204030204" pitchFamily="34" charset="0"/>
                <a:cs typeface="Oracle Sans Light" panose="020B0403020204020204" pitchFamily="34" charset="0"/>
              </a:rPr>
              <a:t>Another benefit available at all levels to help accelerate and expand your sales efforts is the Oracle Marketplace.</a:t>
            </a:r>
          </a:p>
          <a:p>
            <a:pPr defTabSz="574711">
              <a:spcAft>
                <a:spcPts val="511"/>
              </a:spcAft>
              <a:defRPr/>
            </a:pPr>
            <a:endParaRPr lang="en-US" sz="800" dirty="0">
              <a:latin typeface="Oracle Sans Light" panose="020B0403020204020204" pitchFamily="34" charset="0"/>
              <a:ea typeface="Calibri" panose="020F0502020204030204" pitchFamily="34" charset="0"/>
              <a:cs typeface="Oracle Sans Light" panose="020B0403020204020204" pitchFamily="34" charset="0"/>
            </a:endParaRPr>
          </a:p>
          <a:p>
            <a:pPr defTabSz="574711">
              <a:spcAft>
                <a:spcPts val="511"/>
              </a:spcAft>
              <a:defRPr/>
            </a:pPr>
            <a:r>
              <a:rPr lang="en-US" sz="800" dirty="0">
                <a:latin typeface="Oracle Sans Light" panose="020B0403020204020204" pitchFamily="34" charset="0"/>
                <a:ea typeface="Calibri" panose="020F0502020204030204" pitchFamily="34" charset="0"/>
                <a:cs typeface="Oracle Sans Light" panose="020B0403020204020204" pitchFamily="34" charset="0"/>
              </a:rPr>
              <a:t>The </a:t>
            </a:r>
            <a:r>
              <a:rPr lang="en-US" sz="800" b="1" dirty="0">
                <a:latin typeface="Oracle Sans Light" panose="020B0403020204020204" pitchFamily="34" charset="0"/>
                <a:ea typeface="Calibri" panose="020F0502020204030204" pitchFamily="34" charset="0"/>
                <a:cs typeface="Oracle Sans Light" panose="020B0403020204020204" pitchFamily="34" charset="0"/>
              </a:rPr>
              <a:t>Oracle Marketplace </a:t>
            </a:r>
            <a:r>
              <a:rPr lang="en-US" sz="800" dirty="0">
                <a:latin typeface="Oracle Sans Light" panose="020B0403020204020204" pitchFamily="34" charset="0"/>
                <a:ea typeface="Calibri" panose="020F0502020204030204" pitchFamily="34" charset="0"/>
                <a:cs typeface="Oracle Sans Light" panose="020B0403020204020204" pitchFamily="34" charset="0"/>
              </a:rPr>
              <a:t>is the easy button for customers to procure your technology and services.</a:t>
            </a:r>
          </a:p>
          <a:p>
            <a:pPr defTabSz="574711">
              <a:spcAft>
                <a:spcPts val="511"/>
              </a:spcAft>
              <a:defRPr/>
            </a:pPr>
            <a:endParaRPr lang="en-US" sz="800" dirty="0">
              <a:latin typeface="Oracle Sans Light" panose="020B0403020204020204" pitchFamily="34" charset="0"/>
              <a:ea typeface="Calibri" panose="020F0502020204030204" pitchFamily="34" charset="0"/>
              <a:cs typeface="Oracle Sans Light" panose="020B0403020204020204" pitchFamily="34" charset="0"/>
            </a:endParaRPr>
          </a:p>
          <a:p>
            <a:pPr defTabSz="574711">
              <a:spcAft>
                <a:spcPts val="511"/>
              </a:spcAft>
              <a:defRPr/>
            </a:pPr>
            <a:r>
              <a:rPr lang="en-US" sz="800" dirty="0">
                <a:latin typeface="Oracle Sans Light" panose="020B0403020204020204" pitchFamily="34" charset="0"/>
                <a:ea typeface="Calibri" panose="020F0502020204030204" pitchFamily="34" charset="0"/>
                <a:cs typeface="Oracle Sans Light" panose="020B0403020204020204" pitchFamily="34" charset="0"/>
              </a:rPr>
              <a:t>Not only do we provide one-stop shopping for our customers, but we also enable many of our customers to leverage a portion of their Oracle cloud commit spend on your solutions.</a:t>
            </a:r>
          </a:p>
          <a:p>
            <a:pPr defTabSz="574711">
              <a:spcAft>
                <a:spcPts val="511"/>
              </a:spcAft>
              <a:defRPr/>
            </a:pPr>
            <a:endParaRPr lang="en-US" sz="800" dirty="0">
              <a:latin typeface="Oracle Sans Light" panose="020B0403020204020204" pitchFamily="34" charset="0"/>
              <a:ea typeface="Calibri" panose="020F0502020204030204" pitchFamily="34" charset="0"/>
              <a:cs typeface="Oracle Sans Light" panose="020B0403020204020204" pitchFamily="34" charset="0"/>
            </a:endParaRPr>
          </a:p>
          <a:p>
            <a:pPr defTabSz="574711">
              <a:spcAft>
                <a:spcPts val="511"/>
              </a:spcAft>
              <a:defRPr/>
            </a:pPr>
            <a:r>
              <a:rPr lang="en-US" sz="800" dirty="0">
                <a:latin typeface="Oracle Sans Light" panose="020B0403020204020204" pitchFamily="34" charset="0"/>
                <a:ea typeface="Calibri" panose="020F0502020204030204" pitchFamily="34" charset="0"/>
                <a:cs typeface="Oracle Sans Light" panose="020B0403020204020204" pitchFamily="34" charset="0"/>
              </a:rPr>
              <a:t>That means Oracle customers can leverage their already-approved IT budget for your solutions.</a:t>
            </a:r>
          </a:p>
        </p:txBody>
      </p:sp>
      <p:sp>
        <p:nvSpPr>
          <p:cNvPr id="4" name="Slide Number Placeholder 3"/>
          <p:cNvSpPr>
            <a:spLocks noGrp="1"/>
          </p:cNvSpPr>
          <p:nvPr>
            <p:ph type="sldNum" sz="quarter" idx="5"/>
          </p:nvPr>
        </p:nvSpPr>
        <p:spPr/>
        <p:txBody>
          <a:bodyPr/>
          <a:lstStyle/>
          <a:p>
            <a:fld id="{9EDC5964-3162-43B5-B1EC-63C8D166D7D3}" type="slidenum">
              <a:rPr lang="en-US" smtClean="0"/>
              <a:pPr/>
              <a:t>12</a:t>
            </a:fld>
            <a:endParaRPr lang="en-US" dirty="0"/>
          </a:p>
        </p:txBody>
      </p:sp>
    </p:spTree>
    <p:extLst>
      <p:ext uri="{BB962C8B-B14F-4D97-AF65-F5344CB8AC3E}">
        <p14:creationId xmlns:p14="http://schemas.microsoft.com/office/powerpoint/2010/main" val="7084338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pPr>
            <a:r>
              <a:rPr lang="en-US" sz="800" dirty="0">
                <a:latin typeface="Oracle Sans Light" panose="020B0403020204020204" pitchFamily="34" charset="0"/>
                <a:ea typeface="Open Sans Light" panose="020B0306030504020204" pitchFamily="34" charset="0"/>
                <a:cs typeface="Oracle Sans Light" panose="020B0403020204020204" pitchFamily="34" charset="0"/>
              </a:rPr>
              <a:t>Let’s move to another set of benefits that you asked for and that we’re providing – </a:t>
            </a:r>
            <a:r>
              <a:rPr lang="en-US" sz="800" b="1" dirty="0">
                <a:latin typeface="Oracle Sans Light" panose="020B0403020204020204" pitchFamily="34" charset="0"/>
                <a:ea typeface="Open Sans Light" panose="020B0306030504020204" pitchFamily="34" charset="0"/>
                <a:cs typeface="Oracle Sans Light" panose="020B0403020204020204" pitchFamily="34" charset="0"/>
              </a:rPr>
              <a:t>Technical Accelerators</a:t>
            </a:r>
            <a:r>
              <a:rPr lang="en-US" sz="800" dirty="0">
                <a:latin typeface="Oracle Sans Light" panose="020B0403020204020204" pitchFamily="34" charset="0"/>
                <a:ea typeface="Open Sans Light" panose="020B0306030504020204" pitchFamily="34" charset="0"/>
                <a:cs typeface="Oracle Sans Light" panose="020B0403020204020204" pitchFamily="34" charset="0"/>
              </a:rPr>
              <a:t>.</a:t>
            </a:r>
          </a:p>
          <a:p>
            <a:pPr>
              <a:lnSpc>
                <a:spcPct val="107000"/>
              </a:lnSpc>
            </a:pPr>
            <a:r>
              <a:rPr lang="en-US" sz="800" b="1" dirty="0">
                <a:latin typeface="Oracle Sans Light" panose="020B0403020204020204" pitchFamily="34" charset="0"/>
                <a:ea typeface="Open Sans Light" panose="020B0306030504020204" pitchFamily="34" charset="0"/>
                <a:cs typeface="Oracle Sans Light" panose="020B0403020204020204" pitchFamily="34" charset="0"/>
              </a:rPr>
              <a:t> </a:t>
            </a:r>
            <a:endParaRPr lang="en-US" sz="800" dirty="0">
              <a:latin typeface="Oracle Sans Light" panose="020B0403020204020204" pitchFamily="34" charset="0"/>
              <a:ea typeface="Open Sans Light" panose="020B0306030504020204" pitchFamily="34" charset="0"/>
              <a:cs typeface="Oracle Sans Light" panose="020B0403020204020204" pitchFamily="34" charset="0"/>
            </a:endParaRPr>
          </a:p>
          <a:p>
            <a:pPr>
              <a:lnSpc>
                <a:spcPct val="107000"/>
              </a:lnSpc>
            </a:pPr>
            <a:r>
              <a:rPr lang="en-US" sz="800" dirty="0">
                <a:latin typeface="Oracle Sans Light" panose="020B0403020204020204" pitchFamily="34" charset="0"/>
                <a:ea typeface="Open Sans Light" panose="020B0306030504020204" pitchFamily="34" charset="0"/>
                <a:cs typeface="Oracle Sans Light" panose="020B0403020204020204" pitchFamily="34" charset="0"/>
              </a:rPr>
              <a:t>At all partnership levels we’re providing integration qualification, and with Oracle Partner Credits we’ll provide integration validation as well. What do those mean?</a:t>
            </a:r>
          </a:p>
        </p:txBody>
      </p:sp>
      <p:sp>
        <p:nvSpPr>
          <p:cNvPr id="4" name="Slide Number Placeholder 3"/>
          <p:cNvSpPr>
            <a:spLocks noGrp="1"/>
          </p:cNvSpPr>
          <p:nvPr>
            <p:ph type="sldNum" sz="quarter" idx="5"/>
          </p:nvPr>
        </p:nvSpPr>
        <p:spPr/>
        <p:txBody>
          <a:bodyPr/>
          <a:lstStyle/>
          <a:p>
            <a:fld id="{9EDC5964-3162-43B5-B1EC-63C8D166D7D3}" type="slidenum">
              <a:rPr lang="en-US" smtClean="0"/>
              <a:pPr/>
              <a:t>13</a:t>
            </a:fld>
            <a:endParaRPr lang="en-US" dirty="0"/>
          </a:p>
        </p:txBody>
      </p:sp>
    </p:spTree>
    <p:extLst>
      <p:ext uri="{BB962C8B-B14F-4D97-AF65-F5344CB8AC3E}">
        <p14:creationId xmlns:p14="http://schemas.microsoft.com/office/powerpoint/2010/main" val="189335497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pPr>
            <a:r>
              <a:rPr lang="en-US" sz="800" dirty="0">
                <a:latin typeface="Oracle Sans Light" panose="020B0403020204020204" pitchFamily="34" charset="0"/>
                <a:ea typeface="Open Sans Light" panose="020B0306030504020204" pitchFamily="34" charset="0"/>
                <a:cs typeface="Oracle Sans Light" panose="020B0403020204020204" pitchFamily="34" charset="0"/>
              </a:rPr>
              <a:t>Another benefit in the Technical Accelerators category is environments for testing, development, and demonstration, which can be unlocked with Oracle Partner Credits. This includes:</a:t>
            </a:r>
          </a:p>
          <a:p>
            <a:pPr>
              <a:lnSpc>
                <a:spcPct val="107000"/>
              </a:lnSpc>
            </a:pPr>
            <a:endParaRPr lang="en-US" sz="800" dirty="0">
              <a:latin typeface="Oracle Sans Light" panose="020B0403020204020204" pitchFamily="34" charset="0"/>
              <a:ea typeface="Open Sans Light" panose="020B0306030504020204" pitchFamily="34" charset="0"/>
              <a:cs typeface="Oracle Sans Light" panose="020B0403020204020204" pitchFamily="34" charset="0"/>
            </a:endParaRPr>
          </a:p>
          <a:p>
            <a:pPr marL="194724" indent="-194724">
              <a:lnSpc>
                <a:spcPct val="107000"/>
              </a:lnSpc>
              <a:buFont typeface="+mj-lt"/>
              <a:buAutoNum type="arabicPeriod"/>
            </a:pPr>
            <a:r>
              <a:rPr lang="en-US" sz="800" dirty="0">
                <a:latin typeface="Oracle Sans Light" panose="020B0403020204020204" pitchFamily="34" charset="0"/>
                <a:ea typeface="Open Sans Light" panose="020B0306030504020204" pitchFamily="34" charset="0"/>
                <a:cs typeface="Oracle Sans Light" panose="020B0403020204020204" pitchFamily="34" charset="0"/>
              </a:rPr>
              <a:t>Fusion AND Industry Application instances</a:t>
            </a:r>
          </a:p>
          <a:p>
            <a:pPr marL="194724" indent="-194724">
              <a:lnSpc>
                <a:spcPct val="107000"/>
              </a:lnSpc>
              <a:buFont typeface="+mj-lt"/>
              <a:buAutoNum type="arabicPeriod"/>
            </a:pPr>
            <a:r>
              <a:rPr lang="en-US" sz="800" dirty="0">
                <a:latin typeface="Oracle Sans Light" panose="020B0403020204020204" pitchFamily="34" charset="0"/>
                <a:ea typeface="Open Sans Light" panose="020B0306030504020204" pitchFamily="34" charset="0"/>
                <a:cs typeface="Oracle Sans Light" panose="020B0403020204020204" pitchFamily="34" charset="0"/>
              </a:rPr>
              <a:t>Oracle Cloud Infrastructure</a:t>
            </a:r>
          </a:p>
          <a:p>
            <a:pPr marL="194724" indent="-194724">
              <a:lnSpc>
                <a:spcPct val="107000"/>
              </a:lnSpc>
              <a:buFont typeface="+mj-lt"/>
              <a:buAutoNum type="arabicPeriod"/>
            </a:pPr>
            <a:r>
              <a:rPr lang="en-US" sz="800" dirty="0">
                <a:latin typeface="Oracle Sans Light" panose="020B0403020204020204" pitchFamily="34" charset="0"/>
                <a:ea typeface="Open Sans Light" panose="020B0306030504020204" pitchFamily="34" charset="0"/>
                <a:cs typeface="Oracle Sans Light" panose="020B0403020204020204" pitchFamily="34" charset="0"/>
              </a:rPr>
              <a:t>Demo instances with pre-installed and pre-configured Oracle SaaS applications</a:t>
            </a:r>
          </a:p>
          <a:p>
            <a:pPr>
              <a:lnSpc>
                <a:spcPct val="107000"/>
              </a:lnSpc>
            </a:pPr>
            <a:r>
              <a:rPr lang="en-US" sz="800" dirty="0">
                <a:latin typeface="Oracle Sans Light" panose="020B0403020204020204" pitchFamily="34" charset="0"/>
                <a:ea typeface="Open Sans Light" panose="020B0306030504020204" pitchFamily="34" charset="0"/>
                <a:cs typeface="Oracle Sans Light" panose="020B0403020204020204" pitchFamily="34" charset="0"/>
              </a:rPr>
              <a:t> </a:t>
            </a:r>
          </a:p>
          <a:p>
            <a:pPr>
              <a:lnSpc>
                <a:spcPct val="107000"/>
              </a:lnSpc>
            </a:pPr>
            <a:r>
              <a:rPr lang="en-US" sz="800" dirty="0">
                <a:latin typeface="Oracle Sans Light" panose="020B0403020204020204" pitchFamily="34" charset="0"/>
                <a:ea typeface="Open Sans Light" panose="020B0306030504020204" pitchFamily="34" charset="0"/>
                <a:cs typeface="Oracle Sans Light" panose="020B0403020204020204" pitchFamily="34" charset="0"/>
              </a:rPr>
              <a:t>But there’s more!</a:t>
            </a:r>
          </a:p>
        </p:txBody>
      </p:sp>
      <p:sp>
        <p:nvSpPr>
          <p:cNvPr id="4" name="Slide Number Placeholder 3"/>
          <p:cNvSpPr>
            <a:spLocks noGrp="1"/>
          </p:cNvSpPr>
          <p:nvPr>
            <p:ph type="sldNum" sz="quarter" idx="5"/>
          </p:nvPr>
        </p:nvSpPr>
        <p:spPr/>
        <p:txBody>
          <a:bodyPr/>
          <a:lstStyle/>
          <a:p>
            <a:fld id="{9EDC5964-3162-43B5-B1EC-63C8D166D7D3}" type="slidenum">
              <a:rPr lang="en-US" smtClean="0"/>
              <a:pPr/>
              <a:t>14</a:t>
            </a:fld>
            <a:endParaRPr lang="en-US" dirty="0"/>
          </a:p>
        </p:txBody>
      </p:sp>
    </p:spTree>
    <p:extLst>
      <p:ext uri="{BB962C8B-B14F-4D97-AF65-F5344CB8AC3E}">
        <p14:creationId xmlns:p14="http://schemas.microsoft.com/office/powerpoint/2010/main" val="36665089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pPr>
            <a:r>
              <a:rPr lang="en-US" sz="800" dirty="0">
                <a:latin typeface="Oracle Sans Light" panose="020B0403020204020204" pitchFamily="34" charset="0"/>
                <a:ea typeface="Calibri" panose="020F0502020204030204" pitchFamily="34" charset="0"/>
                <a:cs typeface="Oracle Sans Light" panose="020B0403020204020204" pitchFamily="34" charset="0"/>
              </a:rPr>
              <a:t>Now that we’ve covered the Training &amp; Enablement benefits, along with the GTM Collaboration benefits and Technical Accelerators, let’s move to </a:t>
            </a:r>
            <a:r>
              <a:rPr lang="en-US" sz="800" b="1" dirty="0">
                <a:latin typeface="Oracle Sans Light" panose="020B0403020204020204" pitchFamily="34" charset="0"/>
                <a:ea typeface="Calibri" panose="020F0502020204030204" pitchFamily="34" charset="0"/>
                <a:cs typeface="Oracle Sans Light" panose="020B0403020204020204" pitchFamily="34" charset="0"/>
              </a:rPr>
              <a:t>Success Support</a:t>
            </a:r>
            <a:r>
              <a:rPr lang="en-US" sz="800" dirty="0">
                <a:latin typeface="Oracle Sans Light" panose="020B0403020204020204" pitchFamily="34" charset="0"/>
                <a:ea typeface="Calibri" panose="020F0502020204030204" pitchFamily="34" charset="0"/>
                <a:cs typeface="Oracle Sans Light" panose="020B0403020204020204" pitchFamily="34" charset="0"/>
              </a:rPr>
              <a:t>.</a:t>
            </a:r>
          </a:p>
        </p:txBody>
      </p:sp>
      <p:sp>
        <p:nvSpPr>
          <p:cNvPr id="4" name="Slide Number Placeholder 3"/>
          <p:cNvSpPr>
            <a:spLocks noGrp="1"/>
          </p:cNvSpPr>
          <p:nvPr>
            <p:ph type="sldNum" sz="quarter" idx="5"/>
          </p:nvPr>
        </p:nvSpPr>
        <p:spPr/>
        <p:txBody>
          <a:bodyPr/>
          <a:lstStyle/>
          <a:p>
            <a:fld id="{9EDC5964-3162-43B5-B1EC-63C8D166D7D3}" type="slidenum">
              <a:rPr lang="en-US" smtClean="0"/>
              <a:pPr/>
              <a:t>15</a:t>
            </a:fld>
            <a:endParaRPr lang="en-US" dirty="0"/>
          </a:p>
        </p:txBody>
      </p:sp>
    </p:spTree>
    <p:extLst>
      <p:ext uri="{BB962C8B-B14F-4D97-AF65-F5344CB8AC3E}">
        <p14:creationId xmlns:p14="http://schemas.microsoft.com/office/powerpoint/2010/main" val="409402160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574711">
              <a:defRPr/>
            </a:pPr>
            <a:r>
              <a:rPr lang="en-US" sz="800" dirty="0">
                <a:latin typeface="Oracle Sans Light" panose="020B0403020204020204" pitchFamily="34" charset="0"/>
                <a:ea typeface="Calibri" panose="020F0502020204030204" pitchFamily="34" charset="0"/>
                <a:cs typeface="Oracle Sans Light" panose="020B0403020204020204" pitchFamily="34" charset="0"/>
              </a:rPr>
              <a:t>Beyond the Cloud Success Navigator and Cloud Quality Standards, we also offer access to expert resources.</a:t>
            </a:r>
          </a:p>
          <a:p>
            <a:pPr defTabSz="574711">
              <a:defRPr/>
            </a:pPr>
            <a:endParaRPr lang="en-US" sz="800" dirty="0">
              <a:latin typeface="Oracle Sans Light" panose="020B0403020204020204" pitchFamily="34" charset="0"/>
              <a:ea typeface="Calibri" panose="020F0502020204030204" pitchFamily="34" charset="0"/>
              <a:cs typeface="Oracle Sans Light" panose="020B0403020204020204" pitchFamily="34" charset="0"/>
            </a:endParaRPr>
          </a:p>
          <a:p>
            <a:pPr defTabSz="574711">
              <a:defRPr/>
            </a:pPr>
            <a:r>
              <a:rPr lang="en-US" sz="800" dirty="0">
                <a:latin typeface="Oracle Sans Light" panose="020B0403020204020204" pitchFamily="34" charset="0"/>
                <a:ea typeface="Calibri" panose="020F0502020204030204" pitchFamily="34" charset="0"/>
                <a:cs typeface="Oracle Sans Light" panose="020B0403020204020204" pitchFamily="34" charset="0"/>
              </a:rPr>
              <a:t>With your Oracle Partner Credits, you can leverage a </a:t>
            </a:r>
            <a:r>
              <a:rPr lang="en-US" sz="800" b="1" dirty="0">
                <a:latin typeface="Oracle Sans Light" panose="020B0403020204020204" pitchFamily="34" charset="0"/>
                <a:ea typeface="Calibri" panose="020F0502020204030204" pitchFamily="34" charset="0"/>
                <a:cs typeface="Oracle Sans Light" panose="020B0403020204020204" pitchFamily="34" charset="0"/>
              </a:rPr>
              <a:t>Partner Technical Account Manager </a:t>
            </a:r>
            <a:r>
              <a:rPr lang="en-US" sz="800" dirty="0">
                <a:latin typeface="Oracle Sans Light" panose="020B0403020204020204" pitchFamily="34" charset="0"/>
                <a:ea typeface="Calibri" panose="020F0502020204030204" pitchFamily="34" charset="0"/>
                <a:cs typeface="Oracle Sans Light" panose="020B0403020204020204" pitchFamily="34" charset="0"/>
              </a:rPr>
              <a:t>to accelerate issue resolution times and/or a </a:t>
            </a:r>
            <a:r>
              <a:rPr lang="en-US" sz="800" b="1" dirty="0">
                <a:latin typeface="Oracle Sans Light" panose="020B0403020204020204" pitchFamily="34" charset="0"/>
                <a:ea typeface="Calibri" panose="020F0502020204030204" pitchFamily="34" charset="0"/>
                <a:cs typeface="Oracle Sans Light" panose="020B0403020204020204" pitchFamily="34" charset="0"/>
              </a:rPr>
              <a:t>Partner Success Manager </a:t>
            </a:r>
            <a:r>
              <a:rPr lang="en-US" sz="800" dirty="0">
                <a:latin typeface="Oracle Sans Light" panose="020B0403020204020204" pitchFamily="34" charset="0"/>
                <a:ea typeface="Calibri" panose="020F0502020204030204" pitchFamily="34" charset="0"/>
                <a:cs typeface="Oracle Sans Light" panose="020B0403020204020204" pitchFamily="34" charset="0"/>
              </a:rPr>
              <a:t>to help you develop a success plan for your Oracle practice and consistently drive customer success.</a:t>
            </a:r>
          </a:p>
          <a:p>
            <a:pPr defTabSz="574711">
              <a:defRPr/>
            </a:pPr>
            <a:endParaRPr lang="en-US" sz="800" dirty="0">
              <a:latin typeface="Oracle Sans Light" panose="020B0403020204020204" pitchFamily="34" charset="0"/>
              <a:ea typeface="Calibri" panose="020F0502020204030204" pitchFamily="34" charset="0"/>
              <a:cs typeface="Oracle Sans Light" panose="020B0403020204020204" pitchFamily="34" charset="0"/>
            </a:endParaRPr>
          </a:p>
          <a:p>
            <a:pPr defTabSz="574711">
              <a:defRPr/>
            </a:pPr>
            <a:r>
              <a:rPr lang="en-US" sz="800" dirty="0">
                <a:latin typeface="Oracle Sans Light" panose="020B0403020204020204" pitchFamily="34" charset="0"/>
                <a:ea typeface="Calibri" panose="020F0502020204030204" pitchFamily="34" charset="0"/>
                <a:cs typeface="Oracle Sans Light" panose="020B0403020204020204" pitchFamily="34" charset="0"/>
              </a:rPr>
              <a:t>Let me say a bit more about Partner Success Managers. They’re focused on supporting and enabling our partners through all phases of a customer’s business transformation journey. They can help improve the quality of managed-partner delivery by:</a:t>
            </a:r>
          </a:p>
          <a:p>
            <a:pPr marL="171450" indent="-171450" defTabSz="574711">
              <a:buFont typeface="Arial" panose="020B0604020202020204" pitchFamily="34" charset="0"/>
              <a:buChar char="•"/>
              <a:defRPr/>
            </a:pPr>
            <a:r>
              <a:rPr lang="en-US" sz="800" dirty="0">
                <a:latin typeface="Oracle Sans Light" panose="020B0403020204020204" pitchFamily="34" charset="0"/>
                <a:ea typeface="Calibri" panose="020F0502020204030204" pitchFamily="34" charset="0"/>
                <a:cs typeface="Oracle Sans Light" panose="020B0403020204020204" pitchFamily="34" charset="0"/>
              </a:rPr>
              <a:t>Proactively supporting you in achieving quality delivery outcomes</a:t>
            </a:r>
          </a:p>
          <a:p>
            <a:pPr marL="171450" indent="-171450" defTabSz="574711">
              <a:buFont typeface="Arial" panose="020B0604020202020204" pitchFamily="34" charset="0"/>
              <a:buChar char="•"/>
              <a:defRPr/>
            </a:pPr>
            <a:r>
              <a:rPr lang="en-US" sz="800" dirty="0">
                <a:latin typeface="Oracle Sans Light" panose="020B0403020204020204" pitchFamily="34" charset="0"/>
                <a:ea typeface="Calibri" panose="020F0502020204030204" pitchFamily="34" charset="0"/>
                <a:cs typeface="Oracle Sans Light" panose="020B0403020204020204" pitchFamily="34" charset="0"/>
              </a:rPr>
              <a:t>Utilizing Oracle’s Cloud Quality Standards to proactively guide and monitor your activity through all phases: Mobilization, Delivery, and Post Go-Live. </a:t>
            </a:r>
          </a:p>
          <a:p>
            <a:pPr marL="171450" indent="-171450" defTabSz="574711">
              <a:buFont typeface="Arial" panose="020B0604020202020204" pitchFamily="34" charset="0"/>
              <a:buChar char="•"/>
              <a:defRPr/>
            </a:pPr>
            <a:r>
              <a:rPr lang="en-US" sz="800" dirty="0">
                <a:latin typeface="Oracle Sans Light" panose="020B0403020204020204" pitchFamily="34" charset="0"/>
                <a:ea typeface="Calibri" panose="020F0502020204030204" pitchFamily="34" charset="0"/>
                <a:cs typeface="Oracle Sans Light" panose="020B0403020204020204" pitchFamily="34" charset="0"/>
              </a:rPr>
              <a:t>Building &amp; managing Partner Success Plans to overcome challenges through prescribed partner enablement.</a:t>
            </a:r>
          </a:p>
          <a:p>
            <a:pPr marL="171450" indent="-171450" defTabSz="574711">
              <a:buFont typeface="Arial" panose="020B0604020202020204" pitchFamily="34" charset="0"/>
              <a:buChar char="•"/>
              <a:defRPr/>
            </a:pPr>
            <a:r>
              <a:rPr lang="en-US" sz="800" dirty="0">
                <a:latin typeface="Oracle Sans Light" panose="020B0403020204020204" pitchFamily="34" charset="0"/>
                <a:ea typeface="Calibri" panose="020F0502020204030204" pitchFamily="34" charset="0"/>
                <a:cs typeface="Oracle Sans Light" panose="020B0403020204020204" pitchFamily="34" charset="0"/>
              </a:rPr>
              <a:t>Managing all at-risk customer implementations back to green health status.</a:t>
            </a:r>
          </a:p>
          <a:p>
            <a:pPr marL="171450" indent="-171450" defTabSz="574711">
              <a:buFont typeface="Arial" panose="020B0604020202020204" pitchFamily="34" charset="0"/>
              <a:buChar char="•"/>
              <a:defRPr/>
            </a:pPr>
            <a:endParaRPr lang="en-US" sz="800" dirty="0">
              <a:latin typeface="Oracle Sans Light" panose="020B0403020204020204" pitchFamily="34" charset="0"/>
              <a:ea typeface="Calibri" panose="020F0502020204030204" pitchFamily="34" charset="0"/>
              <a:cs typeface="Oracle Sans Light" panose="020B0403020204020204" pitchFamily="34" charset="0"/>
            </a:endParaRPr>
          </a:p>
          <a:p>
            <a:pPr defTabSz="574711">
              <a:defRPr/>
            </a:pPr>
            <a:r>
              <a:rPr lang="en-US" sz="800" dirty="0">
                <a:latin typeface="Oracle Sans Light" panose="020B0403020204020204" pitchFamily="34" charset="0"/>
                <a:ea typeface="Calibri" panose="020F0502020204030204" pitchFamily="34" charset="0"/>
                <a:cs typeface="Oracle Sans Light" panose="020B0403020204020204" pitchFamily="34" charset="0"/>
              </a:rPr>
              <a:t>Both these benefits can be unlocked with Oracle Partner Credits.</a:t>
            </a:r>
          </a:p>
        </p:txBody>
      </p:sp>
      <p:sp>
        <p:nvSpPr>
          <p:cNvPr id="4" name="Slide Number Placeholder 3"/>
          <p:cNvSpPr>
            <a:spLocks noGrp="1"/>
          </p:cNvSpPr>
          <p:nvPr>
            <p:ph type="sldNum" sz="quarter" idx="5"/>
          </p:nvPr>
        </p:nvSpPr>
        <p:spPr/>
        <p:txBody>
          <a:bodyPr/>
          <a:lstStyle/>
          <a:p>
            <a:fld id="{9EDC5964-3162-43B5-B1EC-63C8D166D7D3}" type="slidenum">
              <a:rPr lang="en-US" smtClean="0"/>
              <a:pPr/>
              <a:t>16</a:t>
            </a:fld>
            <a:endParaRPr lang="en-US" dirty="0"/>
          </a:p>
        </p:txBody>
      </p:sp>
    </p:spTree>
    <p:extLst>
      <p:ext uri="{BB962C8B-B14F-4D97-AF65-F5344CB8AC3E}">
        <p14:creationId xmlns:p14="http://schemas.microsoft.com/office/powerpoint/2010/main" val="86299460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Bef>
                <a:spcPts val="0"/>
              </a:spcBef>
              <a:spcAft>
                <a:spcPts val="0"/>
              </a:spcAft>
            </a:pPr>
            <a:r>
              <a:rPr lang="en-US" sz="900" dirty="0">
                <a:latin typeface="Oracle Sans Light" panose="020B0403020204020204" pitchFamily="34" charset="0"/>
                <a:ea typeface="Calibri" panose="020F0502020204030204" pitchFamily="34" charset="0"/>
                <a:cs typeface="Oracle Sans Light" panose="020B0403020204020204" pitchFamily="34" charset="0"/>
              </a:rPr>
              <a:t>Now </a:t>
            </a:r>
            <a:r>
              <a:rPr lang="en-US" sz="900" dirty="0" err="1">
                <a:latin typeface="Oracle Sans Light" panose="020B0403020204020204" pitchFamily="34" charset="0"/>
                <a:ea typeface="Calibri" panose="020F0502020204030204" pitchFamily="34" charset="0"/>
                <a:cs typeface="Oracle Sans Light" panose="020B0403020204020204" pitchFamily="34" charset="0"/>
              </a:rPr>
              <a:t>Iet</a:t>
            </a:r>
            <a:r>
              <a:rPr lang="en-US" sz="900" dirty="0">
                <a:latin typeface="Oracle Sans Light" panose="020B0403020204020204" pitchFamily="34" charset="0"/>
                <a:ea typeface="Calibri" panose="020F0502020204030204" pitchFamily="34" charset="0"/>
                <a:cs typeface="Oracle Sans Light" panose="020B0403020204020204" pitchFamily="34" charset="0"/>
              </a:rPr>
              <a:t> me provide more details on the</a:t>
            </a:r>
            <a:r>
              <a:rPr lang="en-US" sz="900" dirty="0">
                <a:effectLst/>
                <a:latin typeface="Oracle Sans Light" panose="020B0403020204020204" pitchFamily="34" charset="0"/>
                <a:ea typeface="Calibri" panose="020F0502020204030204" pitchFamily="34" charset="0"/>
                <a:cs typeface="Oracle Sans Light" panose="020B0403020204020204" pitchFamily="34" charset="0"/>
              </a:rPr>
              <a:t> incentives for helping drive Oracle revenue, starting with the incentives for all levels.</a:t>
            </a:r>
          </a:p>
          <a:p>
            <a:pPr marL="0" marR="0">
              <a:lnSpc>
                <a:spcPct val="107000"/>
              </a:lnSpc>
              <a:spcBef>
                <a:spcPts val="0"/>
              </a:spcBef>
              <a:spcAft>
                <a:spcPts val="0"/>
              </a:spcAft>
            </a:pPr>
            <a:endParaRPr lang="en-US" sz="900" dirty="0">
              <a:effectLst/>
              <a:latin typeface="Oracle Sans Light" panose="020B0403020204020204" pitchFamily="34" charset="0"/>
              <a:ea typeface="Calibri" panose="020F0502020204030204" pitchFamily="34" charset="0"/>
              <a:cs typeface="Oracle Sans Light" panose="020B0403020204020204" pitchFamily="34" charset="0"/>
            </a:endParaRPr>
          </a:p>
          <a:p>
            <a:pPr marL="0" marR="0">
              <a:lnSpc>
                <a:spcPct val="107000"/>
              </a:lnSpc>
              <a:spcBef>
                <a:spcPts val="0"/>
              </a:spcBef>
              <a:spcAft>
                <a:spcPts val="0"/>
              </a:spcAft>
            </a:pPr>
            <a:r>
              <a:rPr lang="en-US" sz="900" dirty="0">
                <a:effectLst/>
                <a:latin typeface="Oracle Sans Light" panose="020B0403020204020204" pitchFamily="34" charset="0"/>
                <a:ea typeface="Calibri" panose="020F0502020204030204" pitchFamily="34" charset="0"/>
                <a:cs typeface="Oracle Sans Light" panose="020B0403020204020204" pitchFamily="34" charset="0"/>
              </a:rPr>
              <a:t>As I mentioned previously, for new cloud business and </a:t>
            </a:r>
            <a:r>
              <a:rPr lang="en-US" sz="900" dirty="0">
                <a:solidFill>
                  <a:srgbClr val="000000"/>
                </a:solidFill>
                <a:effectLst/>
                <a:latin typeface="Oracle Sans Light" panose="020B0403020204020204" pitchFamily="34" charset="0"/>
                <a:ea typeface="Calibri" panose="020F0502020204030204" pitchFamily="34" charset="0"/>
                <a:cs typeface="Oracle Sans Light" panose="020B0403020204020204" pitchFamily="34" charset="0"/>
              </a:rPr>
              <a:t>expansions, the </a:t>
            </a:r>
            <a:r>
              <a:rPr lang="en-US" sz="900" dirty="0">
                <a:solidFill>
                  <a:srgbClr val="000000"/>
                </a:solidFill>
                <a:latin typeface="Oracle Sans Light" panose="020B0403020204020204" pitchFamily="34" charset="0"/>
                <a:ea typeface="Calibri" panose="020F0502020204030204" pitchFamily="34" charset="0"/>
                <a:cs typeface="Oracle Sans Light" panose="020B0403020204020204" pitchFamily="34" charset="0"/>
              </a:rPr>
              <a:t>monetary</a:t>
            </a:r>
            <a:r>
              <a:rPr lang="en-US" sz="900" dirty="0">
                <a:solidFill>
                  <a:srgbClr val="000000"/>
                </a:solidFill>
                <a:effectLst/>
                <a:latin typeface="Oracle Sans Light" panose="020B0403020204020204" pitchFamily="34" charset="0"/>
                <a:ea typeface="Calibri" panose="020F0502020204030204" pitchFamily="34" charset="0"/>
                <a:cs typeface="Oracle Sans Light" panose="020B0403020204020204" pitchFamily="34" charset="0"/>
              </a:rPr>
              <a:t> option is paid at a rate of 5% ARR at go-live, while Oracle Partner </a:t>
            </a:r>
            <a:r>
              <a:rPr lang="en-US" sz="900" dirty="0">
                <a:solidFill>
                  <a:srgbClr val="000000"/>
                </a:solidFill>
                <a:latin typeface="Oracle Sans Light" panose="020B0403020204020204" pitchFamily="34" charset="0"/>
                <a:ea typeface="Calibri" panose="020F0502020204030204" pitchFamily="34" charset="0"/>
                <a:cs typeface="Oracle Sans Light" panose="020B0403020204020204" pitchFamily="34" charset="0"/>
              </a:rPr>
              <a:t>C</a:t>
            </a:r>
            <a:r>
              <a:rPr lang="en-US" sz="900" dirty="0">
                <a:solidFill>
                  <a:srgbClr val="000000"/>
                </a:solidFill>
                <a:effectLst/>
                <a:latin typeface="Oracle Sans Light" panose="020B0403020204020204" pitchFamily="34" charset="0"/>
                <a:ea typeface="Calibri" panose="020F0502020204030204" pitchFamily="34" charset="0"/>
                <a:cs typeface="Oracle Sans Light" panose="020B0403020204020204" pitchFamily="34" charset="0"/>
              </a:rPr>
              <a:t>redits will accrue sooner - at deal booking by Oracle - and at a higher rate of 10% ARR.</a:t>
            </a:r>
          </a:p>
          <a:p>
            <a:pPr marL="0" marR="0">
              <a:lnSpc>
                <a:spcPct val="107000"/>
              </a:lnSpc>
              <a:spcBef>
                <a:spcPts val="0"/>
              </a:spcBef>
              <a:spcAft>
                <a:spcPts val="0"/>
              </a:spcAft>
            </a:pPr>
            <a:endParaRPr lang="en-US" sz="900" dirty="0">
              <a:solidFill>
                <a:srgbClr val="000000"/>
              </a:solidFill>
              <a:effectLst/>
              <a:latin typeface="Oracle Sans Light" panose="020B0403020204020204" pitchFamily="34" charset="0"/>
              <a:ea typeface="Calibri" panose="020F0502020204030204" pitchFamily="34" charset="0"/>
              <a:cs typeface="Oracle Sans Light" panose="020B0403020204020204" pitchFamily="34" charset="0"/>
            </a:endParaRPr>
          </a:p>
          <a:p>
            <a:pPr marL="0" marR="0">
              <a:lnSpc>
                <a:spcPct val="107000"/>
              </a:lnSpc>
              <a:spcBef>
                <a:spcPts val="0"/>
              </a:spcBef>
              <a:spcAft>
                <a:spcPts val="0"/>
              </a:spcAft>
            </a:pPr>
            <a:r>
              <a:rPr lang="en-US" sz="900" dirty="0">
                <a:solidFill>
                  <a:srgbClr val="000000"/>
                </a:solidFill>
                <a:effectLst/>
                <a:latin typeface="Oracle Sans Light" panose="020B0403020204020204" pitchFamily="34" charset="0"/>
                <a:ea typeface="Calibri" panose="020F0502020204030204" pitchFamily="34" charset="0"/>
                <a:cs typeface="Oracle Sans Light" panose="020B0403020204020204" pitchFamily="34" charset="0"/>
              </a:rPr>
              <a:t>The incentive based on OCI consumption growth is a one-time incentive calculated at 7.5% of the “Annualized Consumption Rate” above ARR for the </a:t>
            </a:r>
            <a:r>
              <a:rPr lang="en-US" sz="900" dirty="0">
                <a:solidFill>
                  <a:srgbClr val="000000"/>
                </a:solidFill>
                <a:latin typeface="Oracle Sans Light" panose="020B0403020204020204" pitchFamily="34" charset="0"/>
                <a:ea typeface="Calibri" panose="020F0502020204030204" pitchFamily="34" charset="0"/>
                <a:cs typeface="Oracle Sans Light" panose="020B0403020204020204" pitchFamily="34" charset="0"/>
              </a:rPr>
              <a:t>monetary</a:t>
            </a:r>
            <a:r>
              <a:rPr lang="en-US" sz="900" dirty="0">
                <a:solidFill>
                  <a:srgbClr val="000000"/>
                </a:solidFill>
                <a:effectLst/>
                <a:latin typeface="Oracle Sans Light" panose="020B0403020204020204" pitchFamily="34" charset="0"/>
                <a:ea typeface="Calibri" panose="020F0502020204030204" pitchFamily="34" charset="0"/>
                <a:cs typeface="Oracle Sans Light" panose="020B0403020204020204" pitchFamily="34" charset="0"/>
              </a:rPr>
              <a:t> option, and 15% for the credit option.</a:t>
            </a:r>
          </a:p>
          <a:p>
            <a:pPr marL="0" marR="0">
              <a:lnSpc>
                <a:spcPct val="107000"/>
              </a:lnSpc>
              <a:spcBef>
                <a:spcPts val="0"/>
              </a:spcBef>
              <a:spcAft>
                <a:spcPts val="0"/>
              </a:spcAft>
            </a:pPr>
            <a:endParaRPr lang="en-US" sz="900" dirty="0">
              <a:solidFill>
                <a:srgbClr val="000000"/>
              </a:solidFill>
              <a:effectLst/>
              <a:latin typeface="Oracle Sans Light" panose="020B0403020204020204" pitchFamily="34" charset="0"/>
              <a:ea typeface="Calibri" panose="020F0502020204030204" pitchFamily="34" charset="0"/>
              <a:cs typeface="Oracle Sans Light" panose="020B0403020204020204" pitchFamily="34" charset="0"/>
            </a:endParaRPr>
          </a:p>
          <a:p>
            <a:pPr marL="0" marR="0">
              <a:lnSpc>
                <a:spcPct val="107000"/>
              </a:lnSpc>
              <a:spcBef>
                <a:spcPts val="0"/>
              </a:spcBef>
              <a:spcAft>
                <a:spcPts val="0"/>
              </a:spcAft>
            </a:pPr>
            <a:r>
              <a:rPr lang="en-US" sz="900" dirty="0">
                <a:solidFill>
                  <a:srgbClr val="000000"/>
                </a:solidFill>
                <a:effectLst/>
                <a:latin typeface="Oracle Sans Light" panose="020B0403020204020204" pitchFamily="34" charset="0"/>
                <a:ea typeface="Calibri" panose="020F0502020204030204" pitchFamily="34" charset="0"/>
                <a:cs typeface="Oracle Sans Light" panose="020B0403020204020204" pitchFamily="34" charset="0"/>
              </a:rPr>
              <a:t>We’re also offering an all-new incentive. When a partner closes 10 or more new or expansion public sector deals that in total amount to USD $250k+ ARR, the partner will be eligible to earn 10% of ARR in Partner Credits.</a:t>
            </a:r>
          </a:p>
          <a:p>
            <a:pPr marL="0" marR="0">
              <a:lnSpc>
                <a:spcPct val="107000"/>
              </a:lnSpc>
              <a:spcBef>
                <a:spcPts val="0"/>
              </a:spcBef>
              <a:spcAft>
                <a:spcPts val="0"/>
              </a:spcAft>
            </a:pPr>
            <a:endParaRPr lang="en-US" sz="900" dirty="0">
              <a:solidFill>
                <a:srgbClr val="000000"/>
              </a:solidFill>
              <a:effectLst/>
              <a:latin typeface="Oracle Sans Light" panose="020B0403020204020204" pitchFamily="34" charset="0"/>
              <a:ea typeface="Calibri" panose="020F0502020204030204" pitchFamily="34" charset="0"/>
              <a:cs typeface="Oracle Sans Light" panose="020B0403020204020204" pitchFamily="34" charset="0"/>
            </a:endParaRPr>
          </a:p>
          <a:p>
            <a:pPr marL="0" marR="0">
              <a:lnSpc>
                <a:spcPct val="107000"/>
              </a:lnSpc>
              <a:spcBef>
                <a:spcPts val="0"/>
              </a:spcBef>
              <a:spcAft>
                <a:spcPts val="0"/>
              </a:spcAft>
            </a:pPr>
            <a:r>
              <a:rPr lang="en-US" sz="900" dirty="0">
                <a:solidFill>
                  <a:srgbClr val="000000"/>
                </a:solidFill>
                <a:effectLst/>
                <a:latin typeface="Oracle Sans Light" panose="020B0403020204020204" pitchFamily="34" charset="0"/>
                <a:ea typeface="Calibri" panose="020F0502020204030204" pitchFamily="34" charset="0"/>
                <a:cs typeface="Oracle Sans Light" panose="020B0403020204020204" pitchFamily="34" charset="0"/>
              </a:rPr>
              <a:t>There are no limits to the incentives you can earn during the subscription period.</a:t>
            </a:r>
          </a:p>
          <a:p>
            <a:pPr marL="0" marR="0">
              <a:lnSpc>
                <a:spcPct val="107000"/>
              </a:lnSpc>
              <a:spcBef>
                <a:spcPts val="0"/>
              </a:spcBef>
              <a:spcAft>
                <a:spcPts val="0"/>
              </a:spcAft>
            </a:pPr>
            <a:endParaRPr lang="en-US" sz="900" dirty="0">
              <a:solidFill>
                <a:srgbClr val="000000"/>
              </a:solidFill>
              <a:latin typeface="Oracle Sans Light" panose="020B0403020204020204" pitchFamily="34" charset="0"/>
              <a:ea typeface="Calibri" panose="020F0502020204030204" pitchFamily="34" charset="0"/>
              <a:cs typeface="Oracle Sans Light" panose="020B0403020204020204" pitchFamily="34" charset="0"/>
            </a:endParaRPr>
          </a:p>
        </p:txBody>
      </p:sp>
      <p:sp>
        <p:nvSpPr>
          <p:cNvPr id="4" name="Slide Number Placeholder 3"/>
          <p:cNvSpPr>
            <a:spLocks noGrp="1"/>
          </p:cNvSpPr>
          <p:nvPr>
            <p:ph type="sldNum" sz="quarter" idx="5"/>
          </p:nvPr>
        </p:nvSpPr>
        <p:spPr/>
        <p:txBody>
          <a:bodyPr/>
          <a:lstStyle/>
          <a:p>
            <a:fld id="{9EDC5964-3162-43B5-B1EC-63C8D166D7D3}" type="slidenum">
              <a:rPr lang="en-US" smtClean="0"/>
              <a:pPr/>
              <a:t>17</a:t>
            </a:fld>
            <a:endParaRPr lang="en-US" dirty="0"/>
          </a:p>
        </p:txBody>
      </p:sp>
    </p:spTree>
    <p:extLst>
      <p:ext uri="{BB962C8B-B14F-4D97-AF65-F5344CB8AC3E}">
        <p14:creationId xmlns:p14="http://schemas.microsoft.com/office/powerpoint/2010/main" val="268180868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8.png"/><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30.pn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Master" Target="../slideMasters/slideMaster1.xml"/><Relationship Id="rId5" Type="http://schemas.openxmlformats.org/officeDocument/2006/relationships/image" Target="../media/image35.svg"/><Relationship Id="rId4" Type="http://schemas.openxmlformats.org/officeDocument/2006/relationships/image" Target="../media/image34.png"/></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37.svg"/><Relationship Id="rId2" Type="http://schemas.openxmlformats.org/officeDocument/2006/relationships/image" Target="../media/image36.png"/><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 Id="rId4" Type="http://schemas.openxmlformats.org/officeDocument/2006/relationships/image" Target="../media/image4.svg"/></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 Id="rId4" Type="http://schemas.openxmlformats.org/officeDocument/2006/relationships/image" Target="../media/image7.svg"/></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38.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3.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Master" Target="../slideMasters/slideMaster2.xml"/></Relationships>
</file>

<file path=ppt/slideLayouts/_rels/slideLayout10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10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4.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Master" Target="../slideMasters/slideMaster2.xml"/></Relationships>
</file>

<file path=ppt/slideLayouts/_rels/slideLayout125.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8.png"/><Relationship Id="rId1" Type="http://schemas.openxmlformats.org/officeDocument/2006/relationships/slideMaster" Target="../slideMasters/slideMaster2.xml"/></Relationships>
</file>

<file path=ppt/slideLayouts/_rels/slideLayout126.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30.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ark - Title_Pilla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4" name="Oracle Logo" descr="Oracle Logo">
            <a:extLst>
              <a:ext uri="{FF2B5EF4-FFF2-40B4-BE49-F238E27FC236}">
                <a16:creationId xmlns:a16="http://schemas.microsoft.com/office/drawing/2014/main" id="{90869BEA-7CC8-4176-A565-8203484F77D7}"/>
              </a:ext>
            </a:extLst>
          </p:cNvPr>
          <p:cNvPicPr>
            <a:picLocks noChangeAspect="1"/>
          </p:cNvPicPr>
          <p:nvPr userDrawn="1"/>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bwMode="invGray">
          <a:xfrm>
            <a:off x="708712" y="849277"/>
            <a:ext cx="1143670" cy="240029"/>
          </a:xfrm>
          <a:prstGeom prst="rect">
            <a:avLst/>
          </a:prstGeom>
        </p:spPr>
      </p:pic>
      <p:sp>
        <p:nvSpPr>
          <p:cNvPr id="24" name="Title">
            <a:extLst>
              <a:ext uri="{FF2B5EF4-FFF2-40B4-BE49-F238E27FC236}">
                <a16:creationId xmlns:a16="http://schemas.microsoft.com/office/drawing/2014/main" id="{461BB5F1-8825-7944-96EB-8445317513F5}"/>
              </a:ext>
            </a:extLst>
          </p:cNvPr>
          <p:cNvSpPr>
            <a:spLocks noGrp="1"/>
          </p:cNvSpPr>
          <p:nvPr>
            <p:ph type="ctrTitle" hasCustomPrompt="1"/>
          </p:nvPr>
        </p:nvSpPr>
        <p:spPr>
          <a:xfrm>
            <a:off x="763523" y="1611630"/>
            <a:ext cx="5349240" cy="960120"/>
          </a:xfrm>
          <a:noFill/>
        </p:spPr>
        <p:txBody>
          <a:bodyPr vert="horz" wrap="square" lIns="0" tIns="0" rIns="0" bIns="91440" rtlCol="0" anchor="b">
            <a:noAutofit/>
          </a:bodyPr>
          <a:lstStyle>
            <a:lvl1pPr>
              <a:defRPr lang="en-US" sz="3000" b="1" dirty="0">
                <a:latin typeface="+mn-lt"/>
              </a:defRPr>
            </a:lvl1pPr>
          </a:lstStyle>
          <a:p>
            <a:pPr lvl="0">
              <a:lnSpc>
                <a:spcPct val="100000"/>
              </a:lnSpc>
            </a:pPr>
            <a:r>
              <a:rPr lang="en-US" dirty="0"/>
              <a:t>Title (up to two lines) </a:t>
            </a:r>
            <a:br>
              <a:rPr lang="en-US" dirty="0"/>
            </a:br>
            <a:r>
              <a:rPr lang="en-US" dirty="0"/>
              <a:t>Oracle Sans Tab Bold</a:t>
            </a:r>
          </a:p>
        </p:txBody>
      </p:sp>
      <p:sp>
        <p:nvSpPr>
          <p:cNvPr id="25" name="Subhead">
            <a:extLst>
              <a:ext uri="{FF2B5EF4-FFF2-40B4-BE49-F238E27FC236}">
                <a16:creationId xmlns:a16="http://schemas.microsoft.com/office/drawing/2014/main" id="{DE85AE1C-733D-7244-A6DA-C3ADBC76ED0C}"/>
              </a:ext>
            </a:extLst>
          </p:cNvPr>
          <p:cNvSpPr>
            <a:spLocks noGrp="1"/>
          </p:cNvSpPr>
          <p:nvPr>
            <p:ph type="body" sz="quarter" idx="33" hasCustomPrompt="1"/>
          </p:nvPr>
        </p:nvSpPr>
        <p:spPr>
          <a:xfrm>
            <a:off x="763523" y="2639665"/>
            <a:ext cx="5349240" cy="255935"/>
          </a:xfrm>
          <a:prstGeom prst="rect">
            <a:avLst/>
          </a:prstGeom>
          <a:noFill/>
        </p:spPr>
        <p:txBody>
          <a:bodyPr>
            <a:noAutofit/>
          </a:bodyPr>
          <a:lstStyle>
            <a:lvl1pPr marL="0" marR="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sz="1800" b="0">
                <a:solidFill>
                  <a:schemeClr val="tx1"/>
                </a:solidFill>
              </a:defRPr>
            </a:lvl1pPr>
          </a:lstStyle>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en-US" dirty="0"/>
              <a:t>Subhead goes here on one line.</a:t>
            </a:r>
          </a:p>
        </p:txBody>
      </p:sp>
      <p:sp>
        <p:nvSpPr>
          <p:cNvPr id="11" name="Text Field">
            <a:extLst>
              <a:ext uri="{FF2B5EF4-FFF2-40B4-BE49-F238E27FC236}">
                <a16:creationId xmlns:a16="http://schemas.microsoft.com/office/drawing/2014/main" id="{5096A149-B6C9-A04E-A2B0-54CCFAA42526}"/>
              </a:ext>
            </a:extLst>
          </p:cNvPr>
          <p:cNvSpPr>
            <a:spLocks noGrp="1"/>
          </p:cNvSpPr>
          <p:nvPr>
            <p:ph type="body" sz="quarter" idx="35" hasCustomPrompt="1"/>
          </p:nvPr>
        </p:nvSpPr>
        <p:spPr>
          <a:xfrm>
            <a:off x="763522" y="3408427"/>
            <a:ext cx="3808478" cy="199718"/>
          </a:xfrm>
          <a:prstGeom prst="rect">
            <a:avLst/>
          </a:prstGeom>
          <a:noFill/>
        </p:spPr>
        <p:txBody>
          <a:bodyPr>
            <a:noAutofit/>
          </a:bodyPr>
          <a:lstStyle>
            <a:lvl1pPr>
              <a:defRPr b="1"/>
            </a:lvl1pPr>
          </a:lstStyle>
          <a:p>
            <a:pPr lvl="0"/>
            <a:r>
              <a:rPr lang="en-US" dirty="0"/>
              <a:t>Name</a:t>
            </a:r>
          </a:p>
        </p:txBody>
      </p:sp>
      <p:sp>
        <p:nvSpPr>
          <p:cNvPr id="10" name="Text Field 2">
            <a:extLst>
              <a:ext uri="{FF2B5EF4-FFF2-40B4-BE49-F238E27FC236}">
                <a16:creationId xmlns:a16="http://schemas.microsoft.com/office/drawing/2014/main" id="{A57492F9-1AD2-9346-9BB6-C0CF36DEF5ED}"/>
              </a:ext>
            </a:extLst>
          </p:cNvPr>
          <p:cNvSpPr>
            <a:spLocks noGrp="1"/>
          </p:cNvSpPr>
          <p:nvPr>
            <p:ph type="body" sz="quarter" idx="34" hasCustomPrompt="1"/>
          </p:nvPr>
        </p:nvSpPr>
        <p:spPr>
          <a:xfrm>
            <a:off x="763522" y="3662172"/>
            <a:ext cx="3808478" cy="671386"/>
          </a:xfrm>
          <a:prstGeom prst="rect">
            <a:avLst/>
          </a:prstGeom>
          <a:noFill/>
        </p:spPr>
        <p:txBody>
          <a:bodyPr>
            <a:noAutofit/>
          </a:bodyPr>
          <a:lstStyle>
            <a:lvl1pPr>
              <a:defRPr/>
            </a:lvl1pPr>
          </a:lstStyle>
          <a:p>
            <a:pPr lvl="0"/>
            <a:r>
              <a:rPr lang="en-US" dirty="0"/>
              <a:t>Presenter’s Title</a:t>
            </a:r>
          </a:p>
          <a:p>
            <a:pPr lvl="0"/>
            <a:r>
              <a:rPr lang="en-US" dirty="0"/>
              <a:t>Organization, Division or Business Unit</a:t>
            </a:r>
          </a:p>
          <a:p>
            <a:pPr lvl="0"/>
            <a:r>
              <a:rPr lang="en-US" dirty="0"/>
              <a:t>Month 00, 2023</a:t>
            </a:r>
          </a:p>
        </p:txBody>
      </p:sp>
      <p:cxnSp>
        <p:nvCxnSpPr>
          <p:cNvPr id="2" name="Accent Mark">
            <a:extLst>
              <a:ext uri="{FF2B5EF4-FFF2-40B4-BE49-F238E27FC236}">
                <a16:creationId xmlns:a16="http://schemas.microsoft.com/office/drawing/2014/main" id="{B990A293-E268-7D7D-DA32-5F10CD31B620}"/>
              </a:ext>
              <a:ext uri="{C183D7F6-B498-43B3-948B-1728B52AA6E4}">
                <adec:decorative xmlns:adec="http://schemas.microsoft.com/office/drawing/2017/decorative" val="1"/>
              </a:ext>
            </a:extLst>
          </p:cNvPr>
          <p:cNvCxnSpPr>
            <a:cxnSpLocks/>
          </p:cNvCxnSpPr>
          <p:nvPr userDrawn="1"/>
        </p:nvCxnSpPr>
        <p:spPr>
          <a:xfrm flipH="1">
            <a:off x="767453" y="3140964"/>
            <a:ext cx="281178" cy="0"/>
          </a:xfrm>
          <a:prstGeom prst="line">
            <a:avLst/>
          </a:prstGeom>
          <a:ln w="38100" cap="flat">
            <a:solidFill>
              <a:srgbClr val="F0CC71"/>
            </a:solidFill>
            <a:prstDash val="solid"/>
          </a:ln>
        </p:spPr>
        <p:style>
          <a:lnRef idx="1">
            <a:schemeClr val="accent1"/>
          </a:lnRef>
          <a:fillRef idx="0">
            <a:schemeClr val="accent1"/>
          </a:fillRef>
          <a:effectRef idx="0">
            <a:schemeClr val="accent1"/>
          </a:effectRef>
          <a:fontRef idx="minor">
            <a:schemeClr val="tx1"/>
          </a:fontRef>
        </p:style>
      </p:cxnSp>
      <p:sp>
        <p:nvSpPr>
          <p:cNvPr id="3" name="Date Placeholder 2">
            <a:extLst>
              <a:ext uri="{FF2B5EF4-FFF2-40B4-BE49-F238E27FC236}">
                <a16:creationId xmlns:a16="http://schemas.microsoft.com/office/drawing/2014/main" id="{74E28F03-7252-6A6A-9D9A-7C142FCA4155}"/>
              </a:ext>
            </a:extLst>
          </p:cNvPr>
          <p:cNvSpPr>
            <a:spLocks noGrp="1"/>
          </p:cNvSpPr>
          <p:nvPr>
            <p:ph type="dt" sz="half" idx="10"/>
          </p:nvPr>
        </p:nvSpPr>
        <p:spPr>
          <a:xfrm>
            <a:off x="5154854" y="5247796"/>
            <a:ext cx="2057400" cy="272625"/>
          </a:xfrm>
        </p:spPr>
        <p:txBody>
          <a:bodyPr/>
          <a:lstStyle>
            <a:lvl1pPr>
              <a:defRPr>
                <a:noFill/>
              </a:defRPr>
            </a:lvl1pPr>
          </a:lstStyle>
          <a:p>
            <a:r>
              <a:rPr lang="en-US"/>
              <a:t>[Date]</a:t>
            </a:r>
            <a:endParaRPr lang="en-US" dirty="0"/>
          </a:p>
        </p:txBody>
      </p:sp>
      <p:sp>
        <p:nvSpPr>
          <p:cNvPr id="4" name="Footer Placeholder 3">
            <a:extLst>
              <a:ext uri="{FF2B5EF4-FFF2-40B4-BE49-F238E27FC236}">
                <a16:creationId xmlns:a16="http://schemas.microsoft.com/office/drawing/2014/main" id="{1FCEBD7F-FD1F-90FE-07B1-7E1D2FCAED23}"/>
              </a:ext>
            </a:extLst>
          </p:cNvPr>
          <p:cNvSpPr>
            <a:spLocks noGrp="1"/>
          </p:cNvSpPr>
          <p:nvPr>
            <p:ph type="ftr" sz="quarter" idx="36"/>
          </p:nvPr>
        </p:nvSpPr>
        <p:spPr>
          <a:xfrm>
            <a:off x="845820" y="5246577"/>
            <a:ext cx="4309034" cy="273844"/>
          </a:xfrm>
        </p:spPr>
        <p:txBody>
          <a:bodyPr/>
          <a:lstStyle>
            <a:lvl1pPr>
              <a:defRPr>
                <a:noFill/>
              </a:defRPr>
            </a:lvl1pPr>
          </a:lstStyle>
          <a:p>
            <a:r>
              <a:rPr lang="en-US"/>
              <a:t>Copyright © 2025, Oracle and/or its affiliates |  Confidential: Internal/Restricted/Highly Restricted</a:t>
            </a:r>
            <a:endParaRPr lang="en-US" dirty="0"/>
          </a:p>
        </p:txBody>
      </p:sp>
      <p:sp>
        <p:nvSpPr>
          <p:cNvPr id="5" name="Slide Number Placeholder 4">
            <a:extLst>
              <a:ext uri="{FF2B5EF4-FFF2-40B4-BE49-F238E27FC236}">
                <a16:creationId xmlns:a16="http://schemas.microsoft.com/office/drawing/2014/main" id="{6A4B61EA-E671-B046-E16F-7C37520755BE}"/>
              </a:ext>
            </a:extLst>
          </p:cNvPr>
          <p:cNvSpPr>
            <a:spLocks noGrp="1"/>
          </p:cNvSpPr>
          <p:nvPr>
            <p:ph type="sldNum" sz="quarter" idx="12"/>
          </p:nvPr>
        </p:nvSpPr>
        <p:spPr>
          <a:xfrm>
            <a:off x="571500" y="5246338"/>
            <a:ext cx="274320" cy="274320"/>
          </a:xfrm>
        </p:spPr>
        <p:txBody>
          <a:bodyPr/>
          <a:lstStyle>
            <a:lvl1pPr>
              <a:defRPr>
                <a:noFill/>
              </a:defRPr>
            </a:lvl1p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3051450408"/>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Light - Title_Pilla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2" name="Oracle Logo" descr="Oracle Logo">
            <a:extLst>
              <a:ext uri="{FF2B5EF4-FFF2-40B4-BE49-F238E27FC236}">
                <a16:creationId xmlns:a16="http://schemas.microsoft.com/office/drawing/2014/main" id="{37E7F181-1615-4A41-B1E8-B9FF5CDED018}"/>
              </a:ext>
              <a:ext uri="{C183D7F6-B498-43B3-948B-1728B52AA6E4}">
                <adec:decorative xmlns:adec="http://schemas.microsoft.com/office/drawing/2017/decorative" val="0"/>
              </a:ext>
            </a:extLst>
          </p:cNvPr>
          <p:cNvPicPr>
            <a:picLocks noChangeAspect="1"/>
          </p:cNvPicPr>
          <p:nvPr userDrawn="1"/>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708712" y="849276"/>
            <a:ext cx="1143670" cy="240030"/>
          </a:xfrm>
          <a:prstGeom prst="rect">
            <a:avLst/>
          </a:prstGeom>
        </p:spPr>
      </p:pic>
      <p:sp>
        <p:nvSpPr>
          <p:cNvPr id="24" name="Title">
            <a:extLst>
              <a:ext uri="{FF2B5EF4-FFF2-40B4-BE49-F238E27FC236}">
                <a16:creationId xmlns:a16="http://schemas.microsoft.com/office/drawing/2014/main" id="{461BB5F1-8825-7944-96EB-8445317513F5}"/>
              </a:ext>
            </a:extLst>
          </p:cNvPr>
          <p:cNvSpPr>
            <a:spLocks noGrp="1"/>
          </p:cNvSpPr>
          <p:nvPr>
            <p:ph type="ctrTitle" hasCustomPrompt="1"/>
          </p:nvPr>
        </p:nvSpPr>
        <p:spPr>
          <a:xfrm>
            <a:off x="763523" y="1611630"/>
            <a:ext cx="5349240" cy="960120"/>
          </a:xfrm>
          <a:noFill/>
        </p:spPr>
        <p:txBody>
          <a:bodyPr vert="horz" wrap="square" lIns="0" tIns="0" rIns="0" bIns="91440" rtlCol="0" anchor="b">
            <a:noAutofit/>
          </a:bodyPr>
          <a:lstStyle>
            <a:lvl1pPr>
              <a:defRPr lang="en-US" sz="3000" b="1" dirty="0">
                <a:latin typeface="+mn-lt"/>
              </a:defRPr>
            </a:lvl1pPr>
          </a:lstStyle>
          <a:p>
            <a:pPr lvl="0">
              <a:lnSpc>
                <a:spcPct val="100000"/>
              </a:lnSpc>
            </a:pPr>
            <a:r>
              <a:rPr lang="en-US" dirty="0"/>
              <a:t>Title (up to two lines) </a:t>
            </a:r>
            <a:br>
              <a:rPr lang="en-US" dirty="0"/>
            </a:br>
            <a:r>
              <a:rPr lang="en-US" dirty="0"/>
              <a:t>Oracle Sans Tab Bold</a:t>
            </a:r>
          </a:p>
        </p:txBody>
      </p:sp>
      <p:sp>
        <p:nvSpPr>
          <p:cNvPr id="25" name="Subhead">
            <a:extLst>
              <a:ext uri="{FF2B5EF4-FFF2-40B4-BE49-F238E27FC236}">
                <a16:creationId xmlns:a16="http://schemas.microsoft.com/office/drawing/2014/main" id="{DE85AE1C-733D-7244-A6DA-C3ADBC76ED0C}"/>
              </a:ext>
            </a:extLst>
          </p:cNvPr>
          <p:cNvSpPr>
            <a:spLocks noGrp="1"/>
          </p:cNvSpPr>
          <p:nvPr>
            <p:ph type="body" sz="quarter" idx="33" hasCustomPrompt="1"/>
          </p:nvPr>
        </p:nvSpPr>
        <p:spPr>
          <a:xfrm>
            <a:off x="763523" y="2639665"/>
            <a:ext cx="5349240" cy="255935"/>
          </a:xfrm>
          <a:prstGeom prst="rect">
            <a:avLst/>
          </a:prstGeom>
          <a:noFill/>
        </p:spPr>
        <p:txBody>
          <a:bodyPr>
            <a:noAutofit/>
          </a:bodyPr>
          <a:lstStyle>
            <a:lvl1pPr marL="0" marR="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sz="1800" b="0">
                <a:solidFill>
                  <a:schemeClr val="tx1"/>
                </a:solidFill>
              </a:defRPr>
            </a:lvl1pPr>
          </a:lstStyle>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en-US" dirty="0"/>
              <a:t>Subhead goes here on one line.</a:t>
            </a:r>
          </a:p>
        </p:txBody>
      </p:sp>
      <p:sp>
        <p:nvSpPr>
          <p:cNvPr id="11" name="Text Field">
            <a:extLst>
              <a:ext uri="{FF2B5EF4-FFF2-40B4-BE49-F238E27FC236}">
                <a16:creationId xmlns:a16="http://schemas.microsoft.com/office/drawing/2014/main" id="{5096A149-B6C9-A04E-A2B0-54CCFAA42526}"/>
              </a:ext>
            </a:extLst>
          </p:cNvPr>
          <p:cNvSpPr>
            <a:spLocks noGrp="1"/>
          </p:cNvSpPr>
          <p:nvPr>
            <p:ph type="body" sz="quarter" idx="35" hasCustomPrompt="1"/>
          </p:nvPr>
        </p:nvSpPr>
        <p:spPr>
          <a:xfrm>
            <a:off x="763522" y="3408427"/>
            <a:ext cx="3808478" cy="199718"/>
          </a:xfrm>
          <a:prstGeom prst="rect">
            <a:avLst/>
          </a:prstGeom>
          <a:noFill/>
        </p:spPr>
        <p:txBody>
          <a:bodyPr>
            <a:noAutofit/>
          </a:bodyPr>
          <a:lstStyle>
            <a:lvl1pPr>
              <a:defRPr b="1"/>
            </a:lvl1pPr>
          </a:lstStyle>
          <a:p>
            <a:pPr lvl="0"/>
            <a:r>
              <a:rPr lang="en-US" dirty="0"/>
              <a:t>Name</a:t>
            </a:r>
          </a:p>
        </p:txBody>
      </p:sp>
      <p:sp>
        <p:nvSpPr>
          <p:cNvPr id="10" name="Text Field 2">
            <a:extLst>
              <a:ext uri="{FF2B5EF4-FFF2-40B4-BE49-F238E27FC236}">
                <a16:creationId xmlns:a16="http://schemas.microsoft.com/office/drawing/2014/main" id="{A57492F9-1AD2-9346-9BB6-C0CF36DEF5ED}"/>
              </a:ext>
            </a:extLst>
          </p:cNvPr>
          <p:cNvSpPr>
            <a:spLocks noGrp="1"/>
          </p:cNvSpPr>
          <p:nvPr>
            <p:ph type="body" sz="quarter" idx="34" hasCustomPrompt="1"/>
          </p:nvPr>
        </p:nvSpPr>
        <p:spPr>
          <a:xfrm>
            <a:off x="763522" y="3662172"/>
            <a:ext cx="3808478" cy="671386"/>
          </a:xfrm>
          <a:prstGeom prst="rect">
            <a:avLst/>
          </a:prstGeom>
          <a:noFill/>
        </p:spPr>
        <p:txBody>
          <a:bodyPr>
            <a:noAutofit/>
          </a:bodyPr>
          <a:lstStyle>
            <a:lvl1pPr>
              <a:defRPr/>
            </a:lvl1pPr>
          </a:lstStyle>
          <a:p>
            <a:pPr lvl="0"/>
            <a:r>
              <a:rPr lang="en-US" dirty="0"/>
              <a:t>Presenter’s Title</a:t>
            </a:r>
          </a:p>
          <a:p>
            <a:pPr lvl="0"/>
            <a:r>
              <a:rPr lang="en-US" dirty="0"/>
              <a:t>Organization, Division or Business Unit</a:t>
            </a:r>
          </a:p>
          <a:p>
            <a:pPr lvl="0"/>
            <a:r>
              <a:rPr lang="en-US" dirty="0"/>
              <a:t>Month 00, 2023</a:t>
            </a:r>
          </a:p>
        </p:txBody>
      </p:sp>
      <p:cxnSp>
        <p:nvCxnSpPr>
          <p:cNvPr id="2" name="Accent Mark">
            <a:extLst>
              <a:ext uri="{FF2B5EF4-FFF2-40B4-BE49-F238E27FC236}">
                <a16:creationId xmlns:a16="http://schemas.microsoft.com/office/drawing/2014/main" id="{1B83E8D3-A676-A79D-8C1E-56CFC44113F7}"/>
              </a:ext>
              <a:ext uri="{C183D7F6-B498-43B3-948B-1728B52AA6E4}">
                <adec:decorative xmlns:adec="http://schemas.microsoft.com/office/drawing/2017/decorative" val="1"/>
              </a:ext>
            </a:extLst>
          </p:cNvPr>
          <p:cNvCxnSpPr>
            <a:cxnSpLocks/>
          </p:cNvCxnSpPr>
          <p:nvPr userDrawn="1"/>
        </p:nvCxnSpPr>
        <p:spPr>
          <a:xfrm flipH="1">
            <a:off x="767453" y="3140964"/>
            <a:ext cx="281178" cy="0"/>
          </a:xfrm>
          <a:prstGeom prst="line">
            <a:avLst/>
          </a:prstGeom>
          <a:ln w="38100" cap="flat">
            <a:solidFill>
              <a:srgbClr val="C74634"/>
            </a:solidFill>
            <a:prstDash val="solid"/>
          </a:ln>
        </p:spPr>
        <p:style>
          <a:lnRef idx="1">
            <a:schemeClr val="accent1"/>
          </a:lnRef>
          <a:fillRef idx="0">
            <a:schemeClr val="accent1"/>
          </a:fillRef>
          <a:effectRef idx="0">
            <a:schemeClr val="accent1"/>
          </a:effectRef>
          <a:fontRef idx="minor">
            <a:schemeClr val="tx1"/>
          </a:fontRef>
        </p:style>
      </p:cxnSp>
      <p:sp>
        <p:nvSpPr>
          <p:cNvPr id="3" name="Date Placeholder 2">
            <a:extLst>
              <a:ext uri="{FF2B5EF4-FFF2-40B4-BE49-F238E27FC236}">
                <a16:creationId xmlns:a16="http://schemas.microsoft.com/office/drawing/2014/main" id="{DE9F17F9-481A-5855-B8F0-D871C1F817BF}"/>
              </a:ext>
            </a:extLst>
          </p:cNvPr>
          <p:cNvSpPr>
            <a:spLocks noGrp="1"/>
          </p:cNvSpPr>
          <p:nvPr>
            <p:ph type="dt" sz="half" idx="10"/>
          </p:nvPr>
        </p:nvSpPr>
        <p:spPr>
          <a:xfrm>
            <a:off x="5154854" y="5247796"/>
            <a:ext cx="2057400" cy="272625"/>
          </a:xfrm>
        </p:spPr>
        <p:txBody>
          <a:bodyPr/>
          <a:lstStyle>
            <a:lvl1pPr>
              <a:defRPr>
                <a:noFill/>
              </a:defRPr>
            </a:lvl1pPr>
          </a:lstStyle>
          <a:p>
            <a:r>
              <a:rPr lang="en-US"/>
              <a:t>[Date]</a:t>
            </a:r>
            <a:endParaRPr lang="en-US" dirty="0"/>
          </a:p>
        </p:txBody>
      </p:sp>
      <p:sp>
        <p:nvSpPr>
          <p:cNvPr id="4" name="Footer Placeholder 3">
            <a:extLst>
              <a:ext uri="{FF2B5EF4-FFF2-40B4-BE49-F238E27FC236}">
                <a16:creationId xmlns:a16="http://schemas.microsoft.com/office/drawing/2014/main" id="{47EAEE68-C65E-C8C2-44CB-1ECCD753ADAB}"/>
              </a:ext>
            </a:extLst>
          </p:cNvPr>
          <p:cNvSpPr>
            <a:spLocks noGrp="1"/>
          </p:cNvSpPr>
          <p:nvPr>
            <p:ph type="ftr" sz="quarter" idx="36"/>
          </p:nvPr>
        </p:nvSpPr>
        <p:spPr>
          <a:xfrm>
            <a:off x="845820" y="5246577"/>
            <a:ext cx="4309034" cy="273844"/>
          </a:xfrm>
        </p:spPr>
        <p:txBody>
          <a:bodyPr/>
          <a:lstStyle>
            <a:lvl1pPr>
              <a:defRPr>
                <a:noFill/>
              </a:defRPr>
            </a:lvl1pPr>
          </a:lstStyle>
          <a:p>
            <a:r>
              <a:rPr lang="en-US"/>
              <a:t>Copyright © 2025, Oracle and/or its affiliates |  Confidential: Internal/Restricted/Highly Restricted</a:t>
            </a:r>
            <a:endParaRPr lang="en-US" dirty="0"/>
          </a:p>
        </p:txBody>
      </p:sp>
      <p:sp>
        <p:nvSpPr>
          <p:cNvPr id="5" name="Slide Number Placeholder 4">
            <a:extLst>
              <a:ext uri="{FF2B5EF4-FFF2-40B4-BE49-F238E27FC236}">
                <a16:creationId xmlns:a16="http://schemas.microsoft.com/office/drawing/2014/main" id="{37A2158C-16EA-51FD-AADB-5CCD72645F29}"/>
              </a:ext>
            </a:extLst>
          </p:cNvPr>
          <p:cNvSpPr>
            <a:spLocks noGrp="1"/>
          </p:cNvSpPr>
          <p:nvPr>
            <p:ph type="sldNum" sz="quarter" idx="12"/>
          </p:nvPr>
        </p:nvSpPr>
        <p:spPr>
          <a:xfrm>
            <a:off x="571500" y="5246338"/>
            <a:ext cx="274320" cy="274320"/>
          </a:xfrm>
        </p:spPr>
        <p:txBody>
          <a:bodyPr/>
          <a:lstStyle>
            <a:lvl1pPr>
              <a:defRPr>
                <a:noFill/>
              </a:defRPr>
            </a:lvl1p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2582445462"/>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Light - Quote with Data Texture Background">
    <p:bg>
      <p:bgRef idx="1001">
        <a:schemeClr val="bg2"/>
      </p:bgRef>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248CF9E-C656-E0DD-7F7A-7F093FEA609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14" name="Title">
            <a:extLst>
              <a:ext uri="{FF2B5EF4-FFF2-40B4-BE49-F238E27FC236}">
                <a16:creationId xmlns:a16="http://schemas.microsoft.com/office/drawing/2014/main" id="{2B525FB2-1105-4B12-B35F-60F4BFB07A2F}"/>
              </a:ext>
            </a:extLst>
          </p:cNvPr>
          <p:cNvSpPr>
            <a:spLocks noGrp="1"/>
          </p:cNvSpPr>
          <p:nvPr>
            <p:ph type="title" hasCustomPrompt="1"/>
          </p:nvPr>
        </p:nvSpPr>
        <p:spPr>
          <a:xfrm>
            <a:off x="439445" y="1371601"/>
            <a:ext cx="6174112" cy="1519835"/>
          </a:xfrm>
          <a:noFill/>
        </p:spPr>
        <p:txBody>
          <a:bodyPr vert="horz" wrap="square" lIns="0" tIns="0" rIns="0" bIns="0" rtlCol="0" anchor="b" anchorCtr="0">
            <a:noAutofit/>
          </a:bodyPr>
          <a:lstStyle>
            <a:lvl1pPr marL="138113" indent="-138113">
              <a:lnSpc>
                <a:spcPct val="100000"/>
              </a:lnSpc>
              <a:tabLst/>
              <a:defRPr lang="en-US" sz="2400" b="0" i="0">
                <a:latin typeface="+mj-lt"/>
                <a:cs typeface="Oracle Sans Tab" panose="020B0503020204020204" pitchFamily="34" charset="0"/>
              </a:defRPr>
            </a:lvl1pPr>
          </a:lstStyle>
          <a:p>
            <a:pPr lvl="0"/>
            <a:r>
              <a:rPr lang="en-US" dirty="0"/>
              <a:t>“Click to type customer or</a:t>
            </a:r>
            <a:br>
              <a:rPr lang="en-US" dirty="0"/>
            </a:br>
            <a:r>
              <a:rPr lang="en-US" dirty="0"/>
              <a:t>partner quote surrounded</a:t>
            </a:r>
            <a:br>
              <a:rPr lang="en-US" dirty="0"/>
            </a:br>
            <a:r>
              <a:rPr lang="en-US" dirty="0"/>
              <a:t>by quotation marks.”</a:t>
            </a:r>
          </a:p>
        </p:txBody>
      </p:sp>
      <p:sp>
        <p:nvSpPr>
          <p:cNvPr id="13" name="Text Field">
            <a:extLst>
              <a:ext uri="{FF2B5EF4-FFF2-40B4-BE49-F238E27FC236}">
                <a16:creationId xmlns:a16="http://schemas.microsoft.com/office/drawing/2014/main" id="{B09058E5-A74E-C340-89D0-4D15C2F3B8D0}"/>
              </a:ext>
            </a:extLst>
          </p:cNvPr>
          <p:cNvSpPr>
            <a:spLocks noGrp="1"/>
          </p:cNvSpPr>
          <p:nvPr>
            <p:ph type="body" sz="quarter" idx="37" hasCustomPrompt="1"/>
          </p:nvPr>
        </p:nvSpPr>
        <p:spPr>
          <a:xfrm>
            <a:off x="571500" y="3405187"/>
            <a:ext cx="4000499" cy="199718"/>
          </a:xfrm>
          <a:prstGeom prst="rect">
            <a:avLst/>
          </a:prstGeom>
        </p:spPr>
        <p:txBody>
          <a:bodyPr>
            <a:noAutofit/>
          </a:bodyPr>
          <a:lstStyle>
            <a:lvl1pPr>
              <a:defRPr b="1"/>
            </a:lvl1pPr>
          </a:lstStyle>
          <a:p>
            <a:pPr lvl="0"/>
            <a:r>
              <a:rPr lang="en-US" dirty="0"/>
              <a:t>Name of person quoted</a:t>
            </a:r>
          </a:p>
        </p:txBody>
      </p:sp>
      <p:sp>
        <p:nvSpPr>
          <p:cNvPr id="12" name="Text Field 2">
            <a:extLst>
              <a:ext uri="{FF2B5EF4-FFF2-40B4-BE49-F238E27FC236}">
                <a16:creationId xmlns:a16="http://schemas.microsoft.com/office/drawing/2014/main" id="{36C31D35-A48A-6B46-A3DB-FDB99CCA72F4}"/>
              </a:ext>
            </a:extLst>
          </p:cNvPr>
          <p:cNvSpPr>
            <a:spLocks noGrp="1"/>
          </p:cNvSpPr>
          <p:nvPr>
            <p:ph type="body" sz="quarter" idx="36" hasCustomPrompt="1"/>
          </p:nvPr>
        </p:nvSpPr>
        <p:spPr>
          <a:xfrm>
            <a:off x="571500" y="3658382"/>
            <a:ext cx="4000499" cy="671386"/>
          </a:xfrm>
          <a:prstGeom prst="rect">
            <a:avLst/>
          </a:prstGeom>
        </p:spPr>
        <p:txBody>
          <a:bodyPr>
            <a:noAutofit/>
          </a:bodyPr>
          <a:lstStyle>
            <a:lvl1pPr>
              <a:defRPr/>
            </a:lvl1pPr>
          </a:lstStyle>
          <a:p>
            <a:pPr lvl="0"/>
            <a:r>
              <a:rPr lang="en-US" dirty="0"/>
              <a:t>Additional information if needed</a:t>
            </a:r>
          </a:p>
        </p:txBody>
      </p:sp>
      <p:sp>
        <p:nvSpPr>
          <p:cNvPr id="3" name="Content Placeholder 2">
            <a:extLst>
              <a:ext uri="{FF2B5EF4-FFF2-40B4-BE49-F238E27FC236}">
                <a16:creationId xmlns:a16="http://schemas.microsoft.com/office/drawing/2014/main" id="{37E74DE0-55D3-42EA-9474-DC8A5193EF88}"/>
              </a:ext>
            </a:extLst>
          </p:cNvPr>
          <p:cNvSpPr>
            <a:spLocks noGrp="1" noChangeAspect="1"/>
          </p:cNvSpPr>
          <p:nvPr>
            <p:ph sz="quarter" idx="45" hasCustomPrompt="1"/>
          </p:nvPr>
        </p:nvSpPr>
        <p:spPr>
          <a:xfrm>
            <a:off x="576072" y="847243"/>
            <a:ext cx="1835688" cy="505307"/>
          </a:xfrm>
        </p:spPr>
        <p:txBody>
          <a:bodyPr/>
          <a:lstStyle>
            <a:lvl5pPr marL="548640" indent="0">
              <a:buNone/>
              <a:defRPr/>
            </a:lvl5pPr>
          </a:lstStyle>
          <a:p>
            <a:pPr lvl="0"/>
            <a:r>
              <a:rPr lang="en-US" dirty="0"/>
              <a:t>Click to add logo</a:t>
            </a:r>
          </a:p>
        </p:txBody>
      </p:sp>
      <p:cxnSp>
        <p:nvCxnSpPr>
          <p:cNvPr id="2" name="Accent Mark">
            <a:extLst>
              <a:ext uri="{FF2B5EF4-FFF2-40B4-BE49-F238E27FC236}">
                <a16:creationId xmlns:a16="http://schemas.microsoft.com/office/drawing/2014/main" id="{F4D94408-7A15-B824-08A0-1ED86DE490ED}"/>
              </a:ext>
              <a:ext uri="{C183D7F6-B498-43B3-948B-1728B52AA6E4}">
                <adec:decorative xmlns:adec="http://schemas.microsoft.com/office/drawing/2017/decorative" val="1"/>
              </a:ext>
            </a:extLst>
          </p:cNvPr>
          <p:cNvCxnSpPr>
            <a:cxnSpLocks/>
          </p:cNvCxnSpPr>
          <p:nvPr userDrawn="1"/>
        </p:nvCxnSpPr>
        <p:spPr>
          <a:xfrm flipH="1" flipV="1">
            <a:off x="576656" y="3128721"/>
            <a:ext cx="216000" cy="0"/>
          </a:xfrm>
          <a:prstGeom prst="line">
            <a:avLst/>
          </a:prstGeom>
          <a:ln w="47625" cap="flat">
            <a:solidFill>
              <a:srgbClr val="C74634"/>
            </a:solidFill>
            <a:prstDash val="solid"/>
          </a:ln>
        </p:spPr>
        <p:style>
          <a:lnRef idx="1">
            <a:schemeClr val="accent1"/>
          </a:lnRef>
          <a:fillRef idx="0">
            <a:schemeClr val="accent1"/>
          </a:fillRef>
          <a:effectRef idx="0">
            <a:schemeClr val="accent1"/>
          </a:effectRef>
          <a:fontRef idx="minor">
            <a:schemeClr val="tx1"/>
          </a:fontRef>
        </p:style>
      </p:cxnSp>
      <p:sp>
        <p:nvSpPr>
          <p:cNvPr id="9" name="Slide Number Placeholder 8">
            <a:extLst>
              <a:ext uri="{FF2B5EF4-FFF2-40B4-BE49-F238E27FC236}">
                <a16:creationId xmlns:a16="http://schemas.microsoft.com/office/drawing/2014/main" id="{0F5130C2-E640-4887-BCA9-090F40084C88}"/>
              </a:ext>
            </a:extLst>
          </p:cNvPr>
          <p:cNvSpPr>
            <a:spLocks noGrp="1"/>
          </p:cNvSpPr>
          <p:nvPr>
            <p:ph type="sldNum" sz="quarter" idx="44"/>
          </p:nvPr>
        </p:nvSpPr>
        <p:spPr/>
        <p:txBody>
          <a:bodyPr/>
          <a:lstStyle/>
          <a:p>
            <a:fld id="{345D60D9-5372-5F40-9443-0F9AE5BDC3C8}" type="slidenum">
              <a:rPr lang="en-US" smtClean="0"/>
              <a:pPr/>
              <a:t>‹#›</a:t>
            </a:fld>
            <a:endParaRPr lang="en-US" dirty="0"/>
          </a:p>
        </p:txBody>
      </p:sp>
      <p:sp>
        <p:nvSpPr>
          <p:cNvPr id="8" name="Footer Placeholder 7">
            <a:extLst>
              <a:ext uri="{FF2B5EF4-FFF2-40B4-BE49-F238E27FC236}">
                <a16:creationId xmlns:a16="http://schemas.microsoft.com/office/drawing/2014/main" id="{144FDBCE-E35C-4859-AD9D-93665BD69FD5}"/>
              </a:ext>
            </a:extLst>
          </p:cNvPr>
          <p:cNvSpPr>
            <a:spLocks noGrp="1"/>
          </p:cNvSpPr>
          <p:nvPr>
            <p:ph type="ftr" sz="quarter" idx="43"/>
          </p:nvPr>
        </p:nvSpPr>
        <p:spPr/>
        <p:txBody>
          <a:bodyPr/>
          <a:lstStyle/>
          <a:p>
            <a:r>
              <a:rPr lang="en-US"/>
              <a:t>Copyright © 2025, Oracle and/or its affiliates |  Confidential: Internal/Restricted/Highly Restricted</a:t>
            </a:r>
            <a:endParaRPr lang="en-US" dirty="0"/>
          </a:p>
        </p:txBody>
      </p:sp>
      <p:sp>
        <p:nvSpPr>
          <p:cNvPr id="6" name="Date Placeholder 5">
            <a:extLst>
              <a:ext uri="{FF2B5EF4-FFF2-40B4-BE49-F238E27FC236}">
                <a16:creationId xmlns:a16="http://schemas.microsoft.com/office/drawing/2014/main" id="{F17ECA2C-4CF8-48ED-893A-2958F9909B90}"/>
              </a:ext>
            </a:extLst>
          </p:cNvPr>
          <p:cNvSpPr>
            <a:spLocks noGrp="1"/>
          </p:cNvSpPr>
          <p:nvPr>
            <p:ph type="dt" sz="half" idx="42"/>
          </p:nvPr>
        </p:nvSpPr>
        <p:spPr/>
        <p:txBody>
          <a:bodyPr/>
          <a:lstStyle/>
          <a:p>
            <a:r>
              <a:rPr lang="en-US"/>
              <a:t>[Date]</a:t>
            </a:r>
            <a:endParaRPr lang="en-US" dirty="0"/>
          </a:p>
        </p:txBody>
      </p:sp>
    </p:spTree>
    <p:extLst>
      <p:ext uri="{BB962C8B-B14F-4D97-AF65-F5344CB8AC3E}">
        <p14:creationId xmlns:p14="http://schemas.microsoft.com/office/powerpoint/2010/main" val="2887442237"/>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ark - Quote with Data Texture Background">
    <p:bg>
      <p:bgRef idx="1001">
        <a:schemeClr val="bg2"/>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C1501C0-CAD4-FC1C-49B0-324620DAB0C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14" name="Title">
            <a:extLst>
              <a:ext uri="{FF2B5EF4-FFF2-40B4-BE49-F238E27FC236}">
                <a16:creationId xmlns:a16="http://schemas.microsoft.com/office/drawing/2014/main" id="{2B525FB2-1105-4B12-B35F-60F4BFB07A2F}"/>
              </a:ext>
            </a:extLst>
          </p:cNvPr>
          <p:cNvSpPr>
            <a:spLocks noGrp="1"/>
          </p:cNvSpPr>
          <p:nvPr>
            <p:ph type="title" hasCustomPrompt="1"/>
          </p:nvPr>
        </p:nvSpPr>
        <p:spPr>
          <a:xfrm>
            <a:off x="439445" y="1371601"/>
            <a:ext cx="6174112" cy="1519835"/>
          </a:xfrm>
          <a:noFill/>
        </p:spPr>
        <p:txBody>
          <a:bodyPr vert="horz" wrap="square" lIns="0" tIns="0" rIns="0" bIns="0" rtlCol="0" anchor="b" anchorCtr="0">
            <a:noAutofit/>
          </a:bodyPr>
          <a:lstStyle>
            <a:lvl1pPr marL="138113" indent="-138113">
              <a:lnSpc>
                <a:spcPct val="100000"/>
              </a:lnSpc>
              <a:tabLst/>
              <a:defRPr lang="en-US" sz="2400" b="0" i="0">
                <a:solidFill>
                  <a:schemeClr val="tx1"/>
                </a:solidFill>
                <a:latin typeface="+mj-lt"/>
                <a:cs typeface="Oracle Sans Tab" panose="020B0503020204020204" pitchFamily="34" charset="0"/>
              </a:defRPr>
            </a:lvl1pPr>
          </a:lstStyle>
          <a:p>
            <a:pPr lvl="0"/>
            <a:r>
              <a:rPr lang="en-US" dirty="0"/>
              <a:t>“Click to type customer or</a:t>
            </a:r>
            <a:br>
              <a:rPr lang="en-US" dirty="0"/>
            </a:br>
            <a:r>
              <a:rPr lang="en-US" dirty="0"/>
              <a:t>partner quote surrounded</a:t>
            </a:r>
            <a:br>
              <a:rPr lang="en-US" dirty="0"/>
            </a:br>
            <a:r>
              <a:rPr lang="en-US" dirty="0"/>
              <a:t>by quotation marks.”</a:t>
            </a:r>
          </a:p>
        </p:txBody>
      </p:sp>
      <p:sp>
        <p:nvSpPr>
          <p:cNvPr id="13" name="Text Field">
            <a:extLst>
              <a:ext uri="{FF2B5EF4-FFF2-40B4-BE49-F238E27FC236}">
                <a16:creationId xmlns:a16="http://schemas.microsoft.com/office/drawing/2014/main" id="{B09058E5-A74E-C340-89D0-4D15C2F3B8D0}"/>
              </a:ext>
            </a:extLst>
          </p:cNvPr>
          <p:cNvSpPr>
            <a:spLocks noGrp="1"/>
          </p:cNvSpPr>
          <p:nvPr>
            <p:ph type="body" sz="quarter" idx="37" hasCustomPrompt="1"/>
          </p:nvPr>
        </p:nvSpPr>
        <p:spPr>
          <a:xfrm>
            <a:off x="571500" y="3405187"/>
            <a:ext cx="4000499" cy="199718"/>
          </a:xfrm>
          <a:prstGeom prst="rect">
            <a:avLst/>
          </a:prstGeom>
        </p:spPr>
        <p:txBody>
          <a:bodyPr>
            <a:noAutofit/>
          </a:bodyPr>
          <a:lstStyle>
            <a:lvl1pPr>
              <a:defRPr b="1">
                <a:solidFill>
                  <a:schemeClr val="tx1"/>
                </a:solidFill>
              </a:defRPr>
            </a:lvl1pPr>
          </a:lstStyle>
          <a:p>
            <a:pPr lvl="0"/>
            <a:r>
              <a:rPr lang="en-US" dirty="0"/>
              <a:t>Name of person quoted</a:t>
            </a:r>
          </a:p>
        </p:txBody>
      </p:sp>
      <p:sp>
        <p:nvSpPr>
          <p:cNvPr id="12" name="Text Field 2">
            <a:extLst>
              <a:ext uri="{FF2B5EF4-FFF2-40B4-BE49-F238E27FC236}">
                <a16:creationId xmlns:a16="http://schemas.microsoft.com/office/drawing/2014/main" id="{36C31D35-A48A-6B46-A3DB-FDB99CCA72F4}"/>
              </a:ext>
            </a:extLst>
          </p:cNvPr>
          <p:cNvSpPr>
            <a:spLocks noGrp="1"/>
          </p:cNvSpPr>
          <p:nvPr>
            <p:ph type="body" sz="quarter" idx="36" hasCustomPrompt="1"/>
          </p:nvPr>
        </p:nvSpPr>
        <p:spPr>
          <a:xfrm>
            <a:off x="571500" y="3658382"/>
            <a:ext cx="4000499" cy="671386"/>
          </a:xfrm>
          <a:prstGeom prst="rect">
            <a:avLst/>
          </a:prstGeom>
        </p:spPr>
        <p:txBody>
          <a:bodyPr>
            <a:noAutofit/>
          </a:bodyPr>
          <a:lstStyle>
            <a:lvl1pPr>
              <a:defRPr>
                <a:solidFill>
                  <a:schemeClr val="tx1"/>
                </a:solidFill>
              </a:defRPr>
            </a:lvl1pPr>
          </a:lstStyle>
          <a:p>
            <a:pPr lvl="0"/>
            <a:r>
              <a:rPr lang="en-US" dirty="0"/>
              <a:t>Additional information if needed</a:t>
            </a:r>
          </a:p>
        </p:txBody>
      </p:sp>
      <p:sp>
        <p:nvSpPr>
          <p:cNvPr id="3" name="Content Placeholder 2">
            <a:extLst>
              <a:ext uri="{FF2B5EF4-FFF2-40B4-BE49-F238E27FC236}">
                <a16:creationId xmlns:a16="http://schemas.microsoft.com/office/drawing/2014/main" id="{37E74DE0-55D3-42EA-9474-DC8A5193EF88}"/>
              </a:ext>
            </a:extLst>
          </p:cNvPr>
          <p:cNvSpPr>
            <a:spLocks noGrp="1" noChangeAspect="1"/>
          </p:cNvSpPr>
          <p:nvPr>
            <p:ph sz="quarter" idx="45" hasCustomPrompt="1"/>
          </p:nvPr>
        </p:nvSpPr>
        <p:spPr>
          <a:xfrm>
            <a:off x="576072" y="847243"/>
            <a:ext cx="1835688" cy="505307"/>
          </a:xfrm>
        </p:spPr>
        <p:txBody>
          <a:bodyPr/>
          <a:lstStyle>
            <a:lvl1pPr>
              <a:defRPr>
                <a:solidFill>
                  <a:schemeClr val="tx1"/>
                </a:solidFill>
              </a:defRPr>
            </a:lvl1pPr>
            <a:lvl5pPr marL="548640" indent="0">
              <a:buNone/>
              <a:defRPr/>
            </a:lvl5pPr>
          </a:lstStyle>
          <a:p>
            <a:pPr lvl="0"/>
            <a:r>
              <a:rPr lang="en-US" dirty="0"/>
              <a:t>Click to add logo</a:t>
            </a:r>
          </a:p>
        </p:txBody>
      </p:sp>
      <p:cxnSp>
        <p:nvCxnSpPr>
          <p:cNvPr id="5" name="Accent Mark">
            <a:extLst>
              <a:ext uri="{FF2B5EF4-FFF2-40B4-BE49-F238E27FC236}">
                <a16:creationId xmlns:a16="http://schemas.microsoft.com/office/drawing/2014/main" id="{37A21CC2-57E9-EBBF-0445-5A0E3847E0E6}"/>
              </a:ext>
              <a:ext uri="{C183D7F6-B498-43B3-948B-1728B52AA6E4}">
                <adec:decorative xmlns:adec="http://schemas.microsoft.com/office/drawing/2017/decorative" val="1"/>
              </a:ext>
            </a:extLst>
          </p:cNvPr>
          <p:cNvCxnSpPr>
            <a:cxnSpLocks/>
          </p:cNvCxnSpPr>
          <p:nvPr userDrawn="1"/>
        </p:nvCxnSpPr>
        <p:spPr>
          <a:xfrm flipH="1">
            <a:off x="565228" y="3171737"/>
            <a:ext cx="281178" cy="0"/>
          </a:xfrm>
          <a:prstGeom prst="line">
            <a:avLst/>
          </a:prstGeom>
          <a:ln w="38100" cap="flat">
            <a:solidFill>
              <a:srgbClr val="F0CC71"/>
            </a:solidFill>
            <a:prstDash val="solid"/>
          </a:ln>
        </p:spPr>
        <p:style>
          <a:lnRef idx="1">
            <a:schemeClr val="accent1"/>
          </a:lnRef>
          <a:fillRef idx="0">
            <a:schemeClr val="accent1"/>
          </a:fillRef>
          <a:effectRef idx="0">
            <a:schemeClr val="accent1"/>
          </a:effectRef>
          <a:fontRef idx="minor">
            <a:schemeClr val="tx1"/>
          </a:fontRef>
        </p:style>
      </p:cxnSp>
      <p:sp>
        <p:nvSpPr>
          <p:cNvPr id="2" name="Slide Number Placeholder 7">
            <a:extLst>
              <a:ext uri="{FF2B5EF4-FFF2-40B4-BE49-F238E27FC236}">
                <a16:creationId xmlns:a16="http://schemas.microsoft.com/office/drawing/2014/main" id="{3EE0829F-0C0A-8B14-23B2-7530A6A0E366}"/>
              </a:ext>
            </a:extLst>
          </p:cNvPr>
          <p:cNvSpPr>
            <a:spLocks noGrp="1"/>
          </p:cNvSpPr>
          <p:nvPr>
            <p:ph type="sldNum" sz="quarter" idx="17"/>
          </p:nvPr>
        </p:nvSpPr>
        <p:spPr>
          <a:xfrm>
            <a:off x="571500" y="4817745"/>
            <a:ext cx="274320" cy="27432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4" name="Footer Placeholder 6">
            <a:extLst>
              <a:ext uri="{FF2B5EF4-FFF2-40B4-BE49-F238E27FC236}">
                <a16:creationId xmlns:a16="http://schemas.microsoft.com/office/drawing/2014/main" id="{C06B0B6E-E8C5-4063-ACF6-B009B2CBC7AB}"/>
              </a:ext>
            </a:extLst>
          </p:cNvPr>
          <p:cNvSpPr>
            <a:spLocks noGrp="1"/>
          </p:cNvSpPr>
          <p:nvPr>
            <p:ph type="ftr" sz="quarter" idx="16"/>
          </p:nvPr>
        </p:nvSpPr>
        <p:spPr>
          <a:xfrm>
            <a:off x="845820" y="4817984"/>
            <a:ext cx="4309034" cy="273844"/>
          </a:xfrm>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7" name="Date Placeholder 4">
            <a:extLst>
              <a:ext uri="{FF2B5EF4-FFF2-40B4-BE49-F238E27FC236}">
                <a16:creationId xmlns:a16="http://schemas.microsoft.com/office/drawing/2014/main" id="{FDD33E2D-BC02-BFC7-0F5C-D56B792CBEA2}"/>
              </a:ext>
            </a:extLst>
          </p:cNvPr>
          <p:cNvSpPr>
            <a:spLocks noGrp="1"/>
          </p:cNvSpPr>
          <p:nvPr>
            <p:ph type="dt" sz="half" idx="15"/>
          </p:nvPr>
        </p:nvSpPr>
        <p:spPr>
          <a:xfrm>
            <a:off x="5154854" y="4819203"/>
            <a:ext cx="2057400" cy="272625"/>
          </a:xfrm>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3735385561"/>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Light - Quote with Picture">
    <p:bg>
      <p:bgPr>
        <a:solidFill>
          <a:schemeClr val="bg2"/>
        </a:solidFill>
        <a:effectLst/>
      </p:bgPr>
    </p:bg>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C9F5A62B-7934-D86B-3DC0-CE87D083043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3" name="Quote">
            <a:extLst>
              <a:ext uri="{FF2B5EF4-FFF2-40B4-BE49-F238E27FC236}">
                <a16:creationId xmlns:a16="http://schemas.microsoft.com/office/drawing/2014/main" id="{A13E52A3-3B72-407D-BD94-ADB27B9FCE9C}"/>
              </a:ext>
            </a:extLst>
          </p:cNvPr>
          <p:cNvSpPr>
            <a:spLocks noGrp="1"/>
          </p:cNvSpPr>
          <p:nvPr>
            <p:ph type="title" hasCustomPrompt="1"/>
          </p:nvPr>
        </p:nvSpPr>
        <p:spPr>
          <a:xfrm>
            <a:off x="4258340" y="2172145"/>
            <a:ext cx="4515224" cy="1038746"/>
          </a:xfrm>
          <a:noFill/>
        </p:spPr>
        <p:txBody>
          <a:bodyPr vert="horz" wrap="square" lIns="0" tIns="0" rIns="0" bIns="0" rtlCol="0" anchor="b" anchorCtr="0">
            <a:spAutoFit/>
          </a:bodyPr>
          <a:lstStyle>
            <a:lvl1pPr marL="134541" indent="-134541">
              <a:lnSpc>
                <a:spcPct val="100000"/>
              </a:lnSpc>
              <a:tabLst/>
              <a:defRPr lang="en-US" sz="2250" b="0" i="0" dirty="0">
                <a:latin typeface="+mj-lt"/>
                <a:cs typeface="Oracle Sans Tab" panose="020B0503020204020204" pitchFamily="34" charset="0"/>
              </a:defRPr>
            </a:lvl1pPr>
          </a:lstStyle>
          <a:p>
            <a:pPr lvl="0"/>
            <a:r>
              <a:rPr lang="en-US" dirty="0"/>
              <a:t>“Click to type customer or</a:t>
            </a:r>
            <a:br>
              <a:rPr lang="en-US" dirty="0"/>
            </a:br>
            <a:r>
              <a:rPr lang="en-US" dirty="0"/>
              <a:t>partner quote surrounded</a:t>
            </a:r>
            <a:br>
              <a:rPr lang="en-US" dirty="0"/>
            </a:br>
            <a:r>
              <a:rPr lang="en-US" dirty="0"/>
              <a:t>by quotation marks.”</a:t>
            </a:r>
          </a:p>
        </p:txBody>
      </p:sp>
      <p:sp>
        <p:nvSpPr>
          <p:cNvPr id="13" name="Text Field">
            <a:extLst>
              <a:ext uri="{FF2B5EF4-FFF2-40B4-BE49-F238E27FC236}">
                <a16:creationId xmlns:a16="http://schemas.microsoft.com/office/drawing/2014/main" id="{04A571F4-71E4-264A-BBD5-0475995E681B}"/>
              </a:ext>
            </a:extLst>
          </p:cNvPr>
          <p:cNvSpPr>
            <a:spLocks noGrp="1"/>
          </p:cNvSpPr>
          <p:nvPr>
            <p:ph type="body" sz="quarter" idx="37" hasCustomPrompt="1"/>
          </p:nvPr>
        </p:nvSpPr>
        <p:spPr>
          <a:xfrm>
            <a:off x="4374666" y="3683346"/>
            <a:ext cx="4389859" cy="199718"/>
          </a:xfrm>
          <a:prstGeom prst="rect">
            <a:avLst/>
          </a:prstGeom>
        </p:spPr>
        <p:txBody>
          <a:bodyPr>
            <a:noAutofit/>
          </a:bodyPr>
          <a:lstStyle>
            <a:lvl1pPr>
              <a:defRPr b="1"/>
            </a:lvl1pPr>
          </a:lstStyle>
          <a:p>
            <a:pPr lvl="0"/>
            <a:r>
              <a:rPr lang="en-US" dirty="0"/>
              <a:t>Name of person quoted</a:t>
            </a:r>
          </a:p>
        </p:txBody>
      </p:sp>
      <p:sp>
        <p:nvSpPr>
          <p:cNvPr id="11" name="Text Field 2">
            <a:extLst>
              <a:ext uri="{FF2B5EF4-FFF2-40B4-BE49-F238E27FC236}">
                <a16:creationId xmlns:a16="http://schemas.microsoft.com/office/drawing/2014/main" id="{CBFB97F9-F988-C34C-8B6D-BB4A4D881736}"/>
              </a:ext>
            </a:extLst>
          </p:cNvPr>
          <p:cNvSpPr>
            <a:spLocks noGrp="1"/>
          </p:cNvSpPr>
          <p:nvPr>
            <p:ph type="body" sz="quarter" idx="36" hasCustomPrompt="1"/>
          </p:nvPr>
        </p:nvSpPr>
        <p:spPr>
          <a:xfrm>
            <a:off x="4374666" y="3936540"/>
            <a:ext cx="4389859" cy="589789"/>
          </a:xfrm>
          <a:prstGeom prst="rect">
            <a:avLst/>
          </a:prstGeom>
        </p:spPr>
        <p:txBody>
          <a:bodyPr>
            <a:noAutofit/>
          </a:bodyPr>
          <a:lstStyle>
            <a:lvl1pPr>
              <a:defRPr/>
            </a:lvl1pPr>
          </a:lstStyle>
          <a:p>
            <a:pPr lvl="0"/>
            <a:r>
              <a:rPr lang="en-US" dirty="0"/>
              <a:t>Additional information if needed</a:t>
            </a:r>
          </a:p>
        </p:txBody>
      </p:sp>
      <p:sp>
        <p:nvSpPr>
          <p:cNvPr id="7" name="Content Placeholder 2">
            <a:extLst>
              <a:ext uri="{FF2B5EF4-FFF2-40B4-BE49-F238E27FC236}">
                <a16:creationId xmlns:a16="http://schemas.microsoft.com/office/drawing/2014/main" id="{9E51C341-0AE0-3733-8FBF-7EA8A58141D5}"/>
              </a:ext>
            </a:extLst>
          </p:cNvPr>
          <p:cNvSpPr>
            <a:spLocks noGrp="1" noChangeAspect="1"/>
          </p:cNvSpPr>
          <p:nvPr>
            <p:ph sz="quarter" idx="48" hasCustomPrompt="1"/>
          </p:nvPr>
        </p:nvSpPr>
        <p:spPr>
          <a:xfrm>
            <a:off x="4374665" y="902554"/>
            <a:ext cx="1835688" cy="505307"/>
          </a:xfrm>
        </p:spPr>
        <p:txBody>
          <a:bodyPr/>
          <a:lstStyle>
            <a:lvl5pPr marL="548640" indent="0">
              <a:buNone/>
              <a:defRPr/>
            </a:lvl5pPr>
          </a:lstStyle>
          <a:p>
            <a:pPr lvl="0"/>
            <a:r>
              <a:rPr lang="en-US" dirty="0"/>
              <a:t>Click to add logo</a:t>
            </a:r>
          </a:p>
        </p:txBody>
      </p:sp>
      <p:sp>
        <p:nvSpPr>
          <p:cNvPr id="9" name="Picture Placeholder 5">
            <a:extLst>
              <a:ext uri="{FF2B5EF4-FFF2-40B4-BE49-F238E27FC236}">
                <a16:creationId xmlns:a16="http://schemas.microsoft.com/office/drawing/2014/main" id="{DFB04560-5A82-4303-F4F4-247222B350E0}"/>
              </a:ext>
            </a:extLst>
          </p:cNvPr>
          <p:cNvSpPr>
            <a:spLocks noGrp="1"/>
          </p:cNvSpPr>
          <p:nvPr>
            <p:ph type="pic" sz="quarter" idx="47"/>
          </p:nvPr>
        </p:nvSpPr>
        <p:spPr>
          <a:xfrm>
            <a:off x="0" y="1"/>
            <a:ext cx="3702819" cy="4719026"/>
          </a:xfrm>
          <a:custGeom>
            <a:avLst/>
            <a:gdLst>
              <a:gd name="connsiteX0" fmla="*/ 0 w 5087890"/>
              <a:gd name="connsiteY0" fmla="*/ 0 h 6372666"/>
              <a:gd name="connsiteX1" fmla="*/ 3962495 w 5087890"/>
              <a:gd name="connsiteY1" fmla="*/ 0 h 6372666"/>
              <a:gd name="connsiteX2" fmla="*/ 3996914 w 5087890"/>
              <a:gd name="connsiteY2" fmla="*/ 31198 h 6372666"/>
              <a:gd name="connsiteX3" fmla="*/ 5087890 w 5087890"/>
              <a:gd name="connsiteY3" fmla="*/ 2657920 h 6372666"/>
              <a:gd name="connsiteX4" fmla="*/ 1363066 w 5087890"/>
              <a:gd name="connsiteY4" fmla="*/ 6372666 h 6372666"/>
              <a:gd name="connsiteX5" fmla="*/ 82347 w 5087890"/>
              <a:gd name="connsiteY5" fmla="*/ 6147256 h 6372666"/>
              <a:gd name="connsiteX6" fmla="*/ 0 w 5087890"/>
              <a:gd name="connsiteY6" fmla="*/ 6114876 h 6372666"/>
              <a:gd name="connsiteX0" fmla="*/ 0 w 5249971"/>
              <a:gd name="connsiteY0" fmla="*/ 0 h 6372666"/>
              <a:gd name="connsiteX1" fmla="*/ 3962495 w 5249971"/>
              <a:gd name="connsiteY1" fmla="*/ 0 h 6372666"/>
              <a:gd name="connsiteX2" fmla="*/ 4226946 w 5249971"/>
              <a:gd name="connsiteY2" fmla="*/ 231614 h 6372666"/>
              <a:gd name="connsiteX3" fmla="*/ 5087890 w 5249971"/>
              <a:gd name="connsiteY3" fmla="*/ 2657920 h 6372666"/>
              <a:gd name="connsiteX4" fmla="*/ 1363066 w 5249971"/>
              <a:gd name="connsiteY4" fmla="*/ 6372666 h 6372666"/>
              <a:gd name="connsiteX5" fmla="*/ 82347 w 5249971"/>
              <a:gd name="connsiteY5" fmla="*/ 6147256 h 6372666"/>
              <a:gd name="connsiteX6" fmla="*/ 0 w 5249971"/>
              <a:gd name="connsiteY6" fmla="*/ 6114876 h 6372666"/>
              <a:gd name="connsiteX7" fmla="*/ 0 w 5249971"/>
              <a:gd name="connsiteY7" fmla="*/ 0 h 6372666"/>
              <a:gd name="connsiteX0" fmla="*/ 0 w 5247320"/>
              <a:gd name="connsiteY0" fmla="*/ 0 h 6372666"/>
              <a:gd name="connsiteX1" fmla="*/ 3962495 w 5247320"/>
              <a:gd name="connsiteY1" fmla="*/ 0 h 6372666"/>
              <a:gd name="connsiteX2" fmla="*/ 4226946 w 5247320"/>
              <a:gd name="connsiteY2" fmla="*/ 231614 h 6372666"/>
              <a:gd name="connsiteX3" fmla="*/ 5087890 w 5247320"/>
              <a:gd name="connsiteY3" fmla="*/ 2657920 h 6372666"/>
              <a:gd name="connsiteX4" fmla="*/ 1363066 w 5247320"/>
              <a:gd name="connsiteY4" fmla="*/ 6372666 h 6372666"/>
              <a:gd name="connsiteX5" fmla="*/ 82347 w 5247320"/>
              <a:gd name="connsiteY5" fmla="*/ 6147256 h 6372666"/>
              <a:gd name="connsiteX6" fmla="*/ 0 w 5247320"/>
              <a:gd name="connsiteY6" fmla="*/ 6114876 h 6372666"/>
              <a:gd name="connsiteX7" fmla="*/ 0 w 5247320"/>
              <a:gd name="connsiteY7" fmla="*/ 0 h 6372666"/>
              <a:gd name="connsiteX0" fmla="*/ 0 w 5247320"/>
              <a:gd name="connsiteY0" fmla="*/ 0 h 6372666"/>
              <a:gd name="connsiteX1" fmla="*/ 4516662 w 5247320"/>
              <a:gd name="connsiteY1" fmla="*/ 10548 h 6372666"/>
              <a:gd name="connsiteX2" fmla="*/ 4226946 w 5247320"/>
              <a:gd name="connsiteY2" fmla="*/ 231614 h 6372666"/>
              <a:gd name="connsiteX3" fmla="*/ 5087890 w 5247320"/>
              <a:gd name="connsiteY3" fmla="*/ 2657920 h 6372666"/>
              <a:gd name="connsiteX4" fmla="*/ 1363066 w 5247320"/>
              <a:gd name="connsiteY4" fmla="*/ 6372666 h 6372666"/>
              <a:gd name="connsiteX5" fmla="*/ 82347 w 5247320"/>
              <a:gd name="connsiteY5" fmla="*/ 6147256 h 6372666"/>
              <a:gd name="connsiteX6" fmla="*/ 0 w 5247320"/>
              <a:gd name="connsiteY6" fmla="*/ 6114876 h 6372666"/>
              <a:gd name="connsiteX7" fmla="*/ 0 w 5247320"/>
              <a:gd name="connsiteY7" fmla="*/ 0 h 6372666"/>
              <a:gd name="connsiteX0" fmla="*/ 0 w 5365577"/>
              <a:gd name="connsiteY0" fmla="*/ 0 h 6372666"/>
              <a:gd name="connsiteX1" fmla="*/ 4516662 w 5365577"/>
              <a:gd name="connsiteY1" fmla="*/ 10548 h 6372666"/>
              <a:gd name="connsiteX2" fmla="*/ 4655641 w 5365577"/>
              <a:gd name="connsiteY2" fmla="*/ 526964 h 6372666"/>
              <a:gd name="connsiteX3" fmla="*/ 5087890 w 5365577"/>
              <a:gd name="connsiteY3" fmla="*/ 2657920 h 6372666"/>
              <a:gd name="connsiteX4" fmla="*/ 1363066 w 5365577"/>
              <a:gd name="connsiteY4" fmla="*/ 6372666 h 6372666"/>
              <a:gd name="connsiteX5" fmla="*/ 82347 w 5365577"/>
              <a:gd name="connsiteY5" fmla="*/ 6147256 h 6372666"/>
              <a:gd name="connsiteX6" fmla="*/ 0 w 5365577"/>
              <a:gd name="connsiteY6" fmla="*/ 6114876 h 6372666"/>
              <a:gd name="connsiteX7" fmla="*/ 0 w 5365577"/>
              <a:gd name="connsiteY7" fmla="*/ 0 h 6372666"/>
              <a:gd name="connsiteX0" fmla="*/ 0 w 5288223"/>
              <a:gd name="connsiteY0" fmla="*/ 0 h 6372666"/>
              <a:gd name="connsiteX1" fmla="*/ 4516662 w 5288223"/>
              <a:gd name="connsiteY1" fmla="*/ 10548 h 6372666"/>
              <a:gd name="connsiteX2" fmla="*/ 4655641 w 5288223"/>
              <a:gd name="connsiteY2" fmla="*/ 526964 h 6372666"/>
              <a:gd name="connsiteX3" fmla="*/ 5087890 w 5288223"/>
              <a:gd name="connsiteY3" fmla="*/ 2657920 h 6372666"/>
              <a:gd name="connsiteX4" fmla="*/ 1363066 w 5288223"/>
              <a:gd name="connsiteY4" fmla="*/ 6372666 h 6372666"/>
              <a:gd name="connsiteX5" fmla="*/ 82347 w 5288223"/>
              <a:gd name="connsiteY5" fmla="*/ 6147256 h 6372666"/>
              <a:gd name="connsiteX6" fmla="*/ 0 w 5288223"/>
              <a:gd name="connsiteY6" fmla="*/ 6114876 h 6372666"/>
              <a:gd name="connsiteX7" fmla="*/ 0 w 5288223"/>
              <a:gd name="connsiteY7" fmla="*/ 0 h 6372666"/>
              <a:gd name="connsiteX0" fmla="*/ 0 w 5288223"/>
              <a:gd name="connsiteY0" fmla="*/ 0 h 6372666"/>
              <a:gd name="connsiteX1" fmla="*/ 4725781 w 5288223"/>
              <a:gd name="connsiteY1" fmla="*/ 21096 h 6372666"/>
              <a:gd name="connsiteX2" fmla="*/ 4655641 w 5288223"/>
              <a:gd name="connsiteY2" fmla="*/ 526964 h 6372666"/>
              <a:gd name="connsiteX3" fmla="*/ 5087890 w 5288223"/>
              <a:gd name="connsiteY3" fmla="*/ 2657920 h 6372666"/>
              <a:gd name="connsiteX4" fmla="*/ 1363066 w 5288223"/>
              <a:gd name="connsiteY4" fmla="*/ 6372666 h 6372666"/>
              <a:gd name="connsiteX5" fmla="*/ 82347 w 5288223"/>
              <a:gd name="connsiteY5" fmla="*/ 6147256 h 6372666"/>
              <a:gd name="connsiteX6" fmla="*/ 0 w 5288223"/>
              <a:gd name="connsiteY6" fmla="*/ 6114876 h 6372666"/>
              <a:gd name="connsiteX7" fmla="*/ 0 w 5288223"/>
              <a:gd name="connsiteY7" fmla="*/ 0 h 6372666"/>
              <a:gd name="connsiteX0" fmla="*/ 0 w 5382393"/>
              <a:gd name="connsiteY0" fmla="*/ 0 h 6372666"/>
              <a:gd name="connsiteX1" fmla="*/ 4725781 w 5382393"/>
              <a:gd name="connsiteY1" fmla="*/ 21096 h 6372666"/>
              <a:gd name="connsiteX2" fmla="*/ 4969320 w 5382393"/>
              <a:gd name="connsiteY2" fmla="*/ 1170404 h 6372666"/>
              <a:gd name="connsiteX3" fmla="*/ 5087890 w 5382393"/>
              <a:gd name="connsiteY3" fmla="*/ 2657920 h 6372666"/>
              <a:gd name="connsiteX4" fmla="*/ 1363066 w 5382393"/>
              <a:gd name="connsiteY4" fmla="*/ 6372666 h 6372666"/>
              <a:gd name="connsiteX5" fmla="*/ 82347 w 5382393"/>
              <a:gd name="connsiteY5" fmla="*/ 6147256 h 6372666"/>
              <a:gd name="connsiteX6" fmla="*/ 0 w 5382393"/>
              <a:gd name="connsiteY6" fmla="*/ 6114876 h 6372666"/>
              <a:gd name="connsiteX7" fmla="*/ 0 w 5382393"/>
              <a:gd name="connsiteY7" fmla="*/ 0 h 6372666"/>
              <a:gd name="connsiteX0" fmla="*/ 0 w 5095613"/>
              <a:gd name="connsiteY0" fmla="*/ 0 h 6372666"/>
              <a:gd name="connsiteX1" fmla="*/ 4725781 w 5095613"/>
              <a:gd name="connsiteY1" fmla="*/ 21096 h 6372666"/>
              <a:gd name="connsiteX2" fmla="*/ 4969320 w 5095613"/>
              <a:gd name="connsiteY2" fmla="*/ 1170404 h 6372666"/>
              <a:gd name="connsiteX3" fmla="*/ 4502357 w 5095613"/>
              <a:gd name="connsiteY3" fmla="*/ 4598790 h 6372666"/>
              <a:gd name="connsiteX4" fmla="*/ 1363066 w 5095613"/>
              <a:gd name="connsiteY4" fmla="*/ 6372666 h 6372666"/>
              <a:gd name="connsiteX5" fmla="*/ 82347 w 5095613"/>
              <a:gd name="connsiteY5" fmla="*/ 6147256 h 6372666"/>
              <a:gd name="connsiteX6" fmla="*/ 0 w 5095613"/>
              <a:gd name="connsiteY6" fmla="*/ 6114876 h 6372666"/>
              <a:gd name="connsiteX7" fmla="*/ 0 w 5095613"/>
              <a:gd name="connsiteY7" fmla="*/ 0 h 6372666"/>
              <a:gd name="connsiteX0" fmla="*/ 0 w 5016403"/>
              <a:gd name="connsiteY0" fmla="*/ 0 h 6372666"/>
              <a:gd name="connsiteX1" fmla="*/ 4725781 w 5016403"/>
              <a:gd name="connsiteY1" fmla="*/ 21096 h 6372666"/>
              <a:gd name="connsiteX2" fmla="*/ 4864760 w 5016403"/>
              <a:gd name="connsiteY2" fmla="*/ 474223 h 6372666"/>
              <a:gd name="connsiteX3" fmla="*/ 4502357 w 5016403"/>
              <a:gd name="connsiteY3" fmla="*/ 4598790 h 6372666"/>
              <a:gd name="connsiteX4" fmla="*/ 1363066 w 5016403"/>
              <a:gd name="connsiteY4" fmla="*/ 6372666 h 6372666"/>
              <a:gd name="connsiteX5" fmla="*/ 82347 w 5016403"/>
              <a:gd name="connsiteY5" fmla="*/ 6147256 h 6372666"/>
              <a:gd name="connsiteX6" fmla="*/ 0 w 5016403"/>
              <a:gd name="connsiteY6" fmla="*/ 6114876 h 6372666"/>
              <a:gd name="connsiteX7" fmla="*/ 0 w 5016403"/>
              <a:gd name="connsiteY7" fmla="*/ 0 h 6372666"/>
              <a:gd name="connsiteX0" fmla="*/ 0 w 5122449"/>
              <a:gd name="connsiteY0" fmla="*/ 0 h 6372666"/>
              <a:gd name="connsiteX1" fmla="*/ 4725781 w 5122449"/>
              <a:gd name="connsiteY1" fmla="*/ 21096 h 6372666"/>
              <a:gd name="connsiteX2" fmla="*/ 4864760 w 5122449"/>
              <a:gd name="connsiteY2" fmla="*/ 474223 h 6372666"/>
              <a:gd name="connsiteX3" fmla="*/ 4502357 w 5122449"/>
              <a:gd name="connsiteY3" fmla="*/ 4598790 h 6372666"/>
              <a:gd name="connsiteX4" fmla="*/ 1363066 w 5122449"/>
              <a:gd name="connsiteY4" fmla="*/ 6372666 h 6372666"/>
              <a:gd name="connsiteX5" fmla="*/ 82347 w 5122449"/>
              <a:gd name="connsiteY5" fmla="*/ 6147256 h 6372666"/>
              <a:gd name="connsiteX6" fmla="*/ 0 w 5122449"/>
              <a:gd name="connsiteY6" fmla="*/ 6114876 h 6372666"/>
              <a:gd name="connsiteX7" fmla="*/ 0 w 5122449"/>
              <a:gd name="connsiteY7" fmla="*/ 0 h 6372666"/>
              <a:gd name="connsiteX0" fmla="*/ 0 w 5110499"/>
              <a:gd name="connsiteY0" fmla="*/ 0 h 6372666"/>
              <a:gd name="connsiteX1" fmla="*/ 4725781 w 5110499"/>
              <a:gd name="connsiteY1" fmla="*/ 21096 h 6372666"/>
              <a:gd name="connsiteX2" fmla="*/ 4864760 w 5110499"/>
              <a:gd name="connsiteY2" fmla="*/ 474223 h 6372666"/>
              <a:gd name="connsiteX3" fmla="*/ 4460534 w 5110499"/>
              <a:gd name="connsiteY3" fmla="*/ 4704273 h 6372666"/>
              <a:gd name="connsiteX4" fmla="*/ 1363066 w 5110499"/>
              <a:gd name="connsiteY4" fmla="*/ 6372666 h 6372666"/>
              <a:gd name="connsiteX5" fmla="*/ 82347 w 5110499"/>
              <a:gd name="connsiteY5" fmla="*/ 6147256 h 6372666"/>
              <a:gd name="connsiteX6" fmla="*/ 0 w 5110499"/>
              <a:gd name="connsiteY6" fmla="*/ 6114876 h 6372666"/>
              <a:gd name="connsiteX7" fmla="*/ 0 w 5110499"/>
              <a:gd name="connsiteY7" fmla="*/ 0 h 6372666"/>
              <a:gd name="connsiteX0" fmla="*/ 0 w 5110499"/>
              <a:gd name="connsiteY0" fmla="*/ 0 h 6372666"/>
              <a:gd name="connsiteX1" fmla="*/ 4725781 w 5110499"/>
              <a:gd name="connsiteY1" fmla="*/ 21096 h 6372666"/>
              <a:gd name="connsiteX2" fmla="*/ 4864760 w 5110499"/>
              <a:gd name="connsiteY2" fmla="*/ 474223 h 6372666"/>
              <a:gd name="connsiteX3" fmla="*/ 4460534 w 5110499"/>
              <a:gd name="connsiteY3" fmla="*/ 4704273 h 6372666"/>
              <a:gd name="connsiteX4" fmla="*/ 1363066 w 5110499"/>
              <a:gd name="connsiteY4" fmla="*/ 6372666 h 6372666"/>
              <a:gd name="connsiteX5" fmla="*/ 82347 w 5110499"/>
              <a:gd name="connsiteY5" fmla="*/ 6147256 h 6372666"/>
              <a:gd name="connsiteX6" fmla="*/ 0 w 5110499"/>
              <a:gd name="connsiteY6" fmla="*/ 6114876 h 6372666"/>
              <a:gd name="connsiteX7" fmla="*/ 0 w 5110499"/>
              <a:gd name="connsiteY7" fmla="*/ 0 h 6372666"/>
              <a:gd name="connsiteX0" fmla="*/ 0 w 5118394"/>
              <a:gd name="connsiteY0" fmla="*/ 0 h 6509793"/>
              <a:gd name="connsiteX1" fmla="*/ 4725781 w 5118394"/>
              <a:gd name="connsiteY1" fmla="*/ 21096 h 6509793"/>
              <a:gd name="connsiteX2" fmla="*/ 4864760 w 5118394"/>
              <a:gd name="connsiteY2" fmla="*/ 474223 h 6509793"/>
              <a:gd name="connsiteX3" fmla="*/ 4460534 w 5118394"/>
              <a:gd name="connsiteY3" fmla="*/ 4704273 h 6509793"/>
              <a:gd name="connsiteX4" fmla="*/ 1164403 w 5118394"/>
              <a:gd name="connsiteY4" fmla="*/ 6509793 h 6509793"/>
              <a:gd name="connsiteX5" fmla="*/ 82347 w 5118394"/>
              <a:gd name="connsiteY5" fmla="*/ 6147256 h 6509793"/>
              <a:gd name="connsiteX6" fmla="*/ 0 w 5118394"/>
              <a:gd name="connsiteY6" fmla="*/ 6114876 h 6509793"/>
              <a:gd name="connsiteX7" fmla="*/ 0 w 5118394"/>
              <a:gd name="connsiteY7" fmla="*/ 0 h 6509793"/>
              <a:gd name="connsiteX0" fmla="*/ 0 w 5162448"/>
              <a:gd name="connsiteY0" fmla="*/ 0 h 6509793"/>
              <a:gd name="connsiteX1" fmla="*/ 4725781 w 5162448"/>
              <a:gd name="connsiteY1" fmla="*/ 21096 h 6509793"/>
              <a:gd name="connsiteX2" fmla="*/ 4864760 w 5162448"/>
              <a:gd name="connsiteY2" fmla="*/ 474223 h 6509793"/>
              <a:gd name="connsiteX3" fmla="*/ 4596462 w 5162448"/>
              <a:gd name="connsiteY3" fmla="*/ 4535502 h 6509793"/>
              <a:gd name="connsiteX4" fmla="*/ 1164403 w 5162448"/>
              <a:gd name="connsiteY4" fmla="*/ 6509793 h 6509793"/>
              <a:gd name="connsiteX5" fmla="*/ 82347 w 5162448"/>
              <a:gd name="connsiteY5" fmla="*/ 6147256 h 6509793"/>
              <a:gd name="connsiteX6" fmla="*/ 0 w 5162448"/>
              <a:gd name="connsiteY6" fmla="*/ 6114876 h 6509793"/>
              <a:gd name="connsiteX7" fmla="*/ 0 w 5162448"/>
              <a:gd name="connsiteY7" fmla="*/ 0 h 6509793"/>
              <a:gd name="connsiteX0" fmla="*/ 0 w 5162448"/>
              <a:gd name="connsiteY0" fmla="*/ 0 h 6509793"/>
              <a:gd name="connsiteX1" fmla="*/ 4725781 w 5162448"/>
              <a:gd name="connsiteY1" fmla="*/ 21096 h 6509793"/>
              <a:gd name="connsiteX2" fmla="*/ 4864760 w 5162448"/>
              <a:gd name="connsiteY2" fmla="*/ 474223 h 6509793"/>
              <a:gd name="connsiteX3" fmla="*/ 4596462 w 5162448"/>
              <a:gd name="connsiteY3" fmla="*/ 4535502 h 6509793"/>
              <a:gd name="connsiteX4" fmla="*/ 1164403 w 5162448"/>
              <a:gd name="connsiteY4" fmla="*/ 6509793 h 6509793"/>
              <a:gd name="connsiteX5" fmla="*/ 385570 w 5162448"/>
              <a:gd name="connsiteY5" fmla="*/ 6305480 h 6509793"/>
              <a:gd name="connsiteX6" fmla="*/ 0 w 5162448"/>
              <a:gd name="connsiteY6" fmla="*/ 6114876 h 6509793"/>
              <a:gd name="connsiteX7" fmla="*/ 0 w 5162448"/>
              <a:gd name="connsiteY7" fmla="*/ 0 h 6509793"/>
              <a:gd name="connsiteX0" fmla="*/ 0 w 5162448"/>
              <a:gd name="connsiteY0" fmla="*/ 0 h 6509793"/>
              <a:gd name="connsiteX1" fmla="*/ 4725781 w 5162448"/>
              <a:gd name="connsiteY1" fmla="*/ 21096 h 6509793"/>
              <a:gd name="connsiteX2" fmla="*/ 4864760 w 5162448"/>
              <a:gd name="connsiteY2" fmla="*/ 474223 h 6509793"/>
              <a:gd name="connsiteX3" fmla="*/ 4596462 w 5162448"/>
              <a:gd name="connsiteY3" fmla="*/ 4535502 h 6509793"/>
              <a:gd name="connsiteX4" fmla="*/ 1164403 w 5162448"/>
              <a:gd name="connsiteY4" fmla="*/ 6509793 h 6509793"/>
              <a:gd name="connsiteX5" fmla="*/ 385570 w 5162448"/>
              <a:gd name="connsiteY5" fmla="*/ 6305480 h 6509793"/>
              <a:gd name="connsiteX6" fmla="*/ 0 w 5162448"/>
              <a:gd name="connsiteY6" fmla="*/ 6114876 h 6509793"/>
              <a:gd name="connsiteX7" fmla="*/ 0 w 5162448"/>
              <a:gd name="connsiteY7" fmla="*/ 0 h 6509793"/>
              <a:gd name="connsiteX0" fmla="*/ 0 w 5127267"/>
              <a:gd name="connsiteY0" fmla="*/ 0 h 6509793"/>
              <a:gd name="connsiteX1" fmla="*/ 4725781 w 5127267"/>
              <a:gd name="connsiteY1" fmla="*/ 21096 h 6509793"/>
              <a:gd name="connsiteX2" fmla="*/ 4812481 w 5127267"/>
              <a:gd name="connsiteY2" fmla="*/ 526964 h 6509793"/>
              <a:gd name="connsiteX3" fmla="*/ 4596462 w 5127267"/>
              <a:gd name="connsiteY3" fmla="*/ 4535502 h 6509793"/>
              <a:gd name="connsiteX4" fmla="*/ 1164403 w 5127267"/>
              <a:gd name="connsiteY4" fmla="*/ 6509793 h 6509793"/>
              <a:gd name="connsiteX5" fmla="*/ 385570 w 5127267"/>
              <a:gd name="connsiteY5" fmla="*/ 6305480 h 6509793"/>
              <a:gd name="connsiteX6" fmla="*/ 0 w 5127267"/>
              <a:gd name="connsiteY6" fmla="*/ 6114876 h 6509793"/>
              <a:gd name="connsiteX7" fmla="*/ 0 w 5127267"/>
              <a:gd name="connsiteY7" fmla="*/ 0 h 6509793"/>
              <a:gd name="connsiteX0" fmla="*/ 0 w 5041484"/>
              <a:gd name="connsiteY0" fmla="*/ 0 h 6509793"/>
              <a:gd name="connsiteX1" fmla="*/ 4725781 w 5041484"/>
              <a:gd name="connsiteY1" fmla="*/ 21096 h 6509793"/>
              <a:gd name="connsiteX2" fmla="*/ 4812481 w 5041484"/>
              <a:gd name="connsiteY2" fmla="*/ 526964 h 6509793"/>
              <a:gd name="connsiteX3" fmla="*/ 4596462 w 5041484"/>
              <a:gd name="connsiteY3" fmla="*/ 4535502 h 6509793"/>
              <a:gd name="connsiteX4" fmla="*/ 1164403 w 5041484"/>
              <a:gd name="connsiteY4" fmla="*/ 6509793 h 6509793"/>
              <a:gd name="connsiteX5" fmla="*/ 385570 w 5041484"/>
              <a:gd name="connsiteY5" fmla="*/ 6305480 h 6509793"/>
              <a:gd name="connsiteX6" fmla="*/ 0 w 5041484"/>
              <a:gd name="connsiteY6" fmla="*/ 6114876 h 6509793"/>
              <a:gd name="connsiteX7" fmla="*/ 0 w 5041484"/>
              <a:gd name="connsiteY7" fmla="*/ 0 h 6509793"/>
              <a:gd name="connsiteX0" fmla="*/ 0 w 5140479"/>
              <a:gd name="connsiteY0" fmla="*/ 0 h 6509793"/>
              <a:gd name="connsiteX1" fmla="*/ 4725781 w 5140479"/>
              <a:gd name="connsiteY1" fmla="*/ 21096 h 6509793"/>
              <a:gd name="connsiteX2" fmla="*/ 4812481 w 5140479"/>
              <a:gd name="connsiteY2" fmla="*/ 526964 h 6509793"/>
              <a:gd name="connsiteX3" fmla="*/ 4596462 w 5140479"/>
              <a:gd name="connsiteY3" fmla="*/ 4535502 h 6509793"/>
              <a:gd name="connsiteX4" fmla="*/ 1164403 w 5140479"/>
              <a:gd name="connsiteY4" fmla="*/ 6509793 h 6509793"/>
              <a:gd name="connsiteX5" fmla="*/ 385570 w 5140479"/>
              <a:gd name="connsiteY5" fmla="*/ 6305480 h 6509793"/>
              <a:gd name="connsiteX6" fmla="*/ 0 w 5140479"/>
              <a:gd name="connsiteY6" fmla="*/ 6114876 h 6509793"/>
              <a:gd name="connsiteX7" fmla="*/ 0 w 5140479"/>
              <a:gd name="connsiteY7" fmla="*/ 0 h 6509793"/>
              <a:gd name="connsiteX0" fmla="*/ 0 w 5190465"/>
              <a:gd name="connsiteY0" fmla="*/ 0 h 6509793"/>
              <a:gd name="connsiteX1" fmla="*/ 4725781 w 5190465"/>
              <a:gd name="connsiteY1" fmla="*/ 21096 h 6509793"/>
              <a:gd name="connsiteX2" fmla="*/ 4885673 w 5190465"/>
              <a:gd name="connsiteY2" fmla="*/ 358192 h 6509793"/>
              <a:gd name="connsiteX3" fmla="*/ 4596462 w 5190465"/>
              <a:gd name="connsiteY3" fmla="*/ 4535502 h 6509793"/>
              <a:gd name="connsiteX4" fmla="*/ 1164403 w 5190465"/>
              <a:gd name="connsiteY4" fmla="*/ 6509793 h 6509793"/>
              <a:gd name="connsiteX5" fmla="*/ 385570 w 5190465"/>
              <a:gd name="connsiteY5" fmla="*/ 6305480 h 6509793"/>
              <a:gd name="connsiteX6" fmla="*/ 0 w 5190465"/>
              <a:gd name="connsiteY6" fmla="*/ 6114876 h 6509793"/>
              <a:gd name="connsiteX7" fmla="*/ 0 w 5190465"/>
              <a:gd name="connsiteY7" fmla="*/ 0 h 6509793"/>
              <a:gd name="connsiteX0" fmla="*/ 0 w 5158865"/>
              <a:gd name="connsiteY0" fmla="*/ 0 h 6509793"/>
              <a:gd name="connsiteX1" fmla="*/ 4725781 w 5158865"/>
              <a:gd name="connsiteY1" fmla="*/ 21096 h 6509793"/>
              <a:gd name="connsiteX2" fmla="*/ 4885673 w 5158865"/>
              <a:gd name="connsiteY2" fmla="*/ 358192 h 6509793"/>
              <a:gd name="connsiteX3" fmla="*/ 4596462 w 5158865"/>
              <a:gd name="connsiteY3" fmla="*/ 4535502 h 6509793"/>
              <a:gd name="connsiteX4" fmla="*/ 1164403 w 5158865"/>
              <a:gd name="connsiteY4" fmla="*/ 6509793 h 6509793"/>
              <a:gd name="connsiteX5" fmla="*/ 385570 w 5158865"/>
              <a:gd name="connsiteY5" fmla="*/ 6305480 h 6509793"/>
              <a:gd name="connsiteX6" fmla="*/ 0 w 5158865"/>
              <a:gd name="connsiteY6" fmla="*/ 6114876 h 6509793"/>
              <a:gd name="connsiteX7" fmla="*/ 0 w 5158865"/>
              <a:gd name="connsiteY7" fmla="*/ 0 h 6509793"/>
              <a:gd name="connsiteX0" fmla="*/ 0 w 5272866"/>
              <a:gd name="connsiteY0" fmla="*/ 0 h 6509793"/>
              <a:gd name="connsiteX1" fmla="*/ 4725781 w 5272866"/>
              <a:gd name="connsiteY1" fmla="*/ 21096 h 6509793"/>
              <a:gd name="connsiteX2" fmla="*/ 5042512 w 5272866"/>
              <a:gd name="connsiteY2" fmla="*/ 1476302 h 6509793"/>
              <a:gd name="connsiteX3" fmla="*/ 4596462 w 5272866"/>
              <a:gd name="connsiteY3" fmla="*/ 4535502 h 6509793"/>
              <a:gd name="connsiteX4" fmla="*/ 1164403 w 5272866"/>
              <a:gd name="connsiteY4" fmla="*/ 6509793 h 6509793"/>
              <a:gd name="connsiteX5" fmla="*/ 385570 w 5272866"/>
              <a:gd name="connsiteY5" fmla="*/ 6305480 h 6509793"/>
              <a:gd name="connsiteX6" fmla="*/ 0 w 5272866"/>
              <a:gd name="connsiteY6" fmla="*/ 6114876 h 6509793"/>
              <a:gd name="connsiteX7" fmla="*/ 0 w 5272866"/>
              <a:gd name="connsiteY7" fmla="*/ 0 h 6509793"/>
              <a:gd name="connsiteX0" fmla="*/ 0 w 5183390"/>
              <a:gd name="connsiteY0" fmla="*/ 0 h 6509793"/>
              <a:gd name="connsiteX1" fmla="*/ 4725781 w 5183390"/>
              <a:gd name="connsiteY1" fmla="*/ 21096 h 6509793"/>
              <a:gd name="connsiteX2" fmla="*/ 5042512 w 5183390"/>
              <a:gd name="connsiteY2" fmla="*/ 1476302 h 6509793"/>
              <a:gd name="connsiteX3" fmla="*/ 4115488 w 5183390"/>
              <a:gd name="connsiteY3" fmla="*/ 5210588 h 6509793"/>
              <a:gd name="connsiteX4" fmla="*/ 1164403 w 5183390"/>
              <a:gd name="connsiteY4" fmla="*/ 6509793 h 6509793"/>
              <a:gd name="connsiteX5" fmla="*/ 385570 w 5183390"/>
              <a:gd name="connsiteY5" fmla="*/ 6305480 h 6509793"/>
              <a:gd name="connsiteX6" fmla="*/ 0 w 5183390"/>
              <a:gd name="connsiteY6" fmla="*/ 6114876 h 6509793"/>
              <a:gd name="connsiteX7" fmla="*/ 0 w 5183390"/>
              <a:gd name="connsiteY7" fmla="*/ 0 h 6509793"/>
              <a:gd name="connsiteX0" fmla="*/ 0 w 5172636"/>
              <a:gd name="connsiteY0" fmla="*/ 0 h 6509793"/>
              <a:gd name="connsiteX1" fmla="*/ 4725781 w 5172636"/>
              <a:gd name="connsiteY1" fmla="*/ 21096 h 6509793"/>
              <a:gd name="connsiteX2" fmla="*/ 5042512 w 5172636"/>
              <a:gd name="connsiteY2" fmla="*/ 1476302 h 6509793"/>
              <a:gd name="connsiteX3" fmla="*/ 4115488 w 5172636"/>
              <a:gd name="connsiteY3" fmla="*/ 5210588 h 6509793"/>
              <a:gd name="connsiteX4" fmla="*/ 1164403 w 5172636"/>
              <a:gd name="connsiteY4" fmla="*/ 6509793 h 6509793"/>
              <a:gd name="connsiteX5" fmla="*/ 385570 w 5172636"/>
              <a:gd name="connsiteY5" fmla="*/ 6305480 h 6509793"/>
              <a:gd name="connsiteX6" fmla="*/ 0 w 5172636"/>
              <a:gd name="connsiteY6" fmla="*/ 6114876 h 6509793"/>
              <a:gd name="connsiteX7" fmla="*/ 0 w 5172636"/>
              <a:gd name="connsiteY7" fmla="*/ 0 h 6509793"/>
              <a:gd name="connsiteX0" fmla="*/ 0 w 5097074"/>
              <a:gd name="connsiteY0" fmla="*/ 0 h 6509793"/>
              <a:gd name="connsiteX1" fmla="*/ 4725781 w 5097074"/>
              <a:gd name="connsiteY1" fmla="*/ 21096 h 6509793"/>
              <a:gd name="connsiteX2" fmla="*/ 5042512 w 5097074"/>
              <a:gd name="connsiteY2" fmla="*/ 1476302 h 6509793"/>
              <a:gd name="connsiteX3" fmla="*/ 4115488 w 5097074"/>
              <a:gd name="connsiteY3" fmla="*/ 5210588 h 6509793"/>
              <a:gd name="connsiteX4" fmla="*/ 1164403 w 5097074"/>
              <a:gd name="connsiteY4" fmla="*/ 6509793 h 6509793"/>
              <a:gd name="connsiteX5" fmla="*/ 385570 w 5097074"/>
              <a:gd name="connsiteY5" fmla="*/ 6305480 h 6509793"/>
              <a:gd name="connsiteX6" fmla="*/ 0 w 5097074"/>
              <a:gd name="connsiteY6" fmla="*/ 6114876 h 6509793"/>
              <a:gd name="connsiteX7" fmla="*/ 0 w 5097074"/>
              <a:gd name="connsiteY7" fmla="*/ 0 h 6509793"/>
              <a:gd name="connsiteX0" fmla="*/ 0 w 5106559"/>
              <a:gd name="connsiteY0" fmla="*/ 0 h 6509793"/>
              <a:gd name="connsiteX1" fmla="*/ 4725781 w 5106559"/>
              <a:gd name="connsiteY1" fmla="*/ 21096 h 6509793"/>
              <a:gd name="connsiteX2" fmla="*/ 5042512 w 5106559"/>
              <a:gd name="connsiteY2" fmla="*/ 1476302 h 6509793"/>
              <a:gd name="connsiteX3" fmla="*/ 4115488 w 5106559"/>
              <a:gd name="connsiteY3" fmla="*/ 5210588 h 6509793"/>
              <a:gd name="connsiteX4" fmla="*/ 1164403 w 5106559"/>
              <a:gd name="connsiteY4" fmla="*/ 6509793 h 6509793"/>
              <a:gd name="connsiteX5" fmla="*/ 385570 w 5106559"/>
              <a:gd name="connsiteY5" fmla="*/ 6305480 h 6509793"/>
              <a:gd name="connsiteX6" fmla="*/ 0 w 5106559"/>
              <a:gd name="connsiteY6" fmla="*/ 6114876 h 6509793"/>
              <a:gd name="connsiteX7" fmla="*/ 0 w 5106559"/>
              <a:gd name="connsiteY7" fmla="*/ 0 h 6509793"/>
              <a:gd name="connsiteX0" fmla="*/ 0 w 5108361"/>
              <a:gd name="connsiteY0" fmla="*/ 0 h 6509793"/>
              <a:gd name="connsiteX1" fmla="*/ 4725781 w 5108361"/>
              <a:gd name="connsiteY1" fmla="*/ 21096 h 6509793"/>
              <a:gd name="connsiteX2" fmla="*/ 5042512 w 5108361"/>
              <a:gd name="connsiteY2" fmla="*/ 1476302 h 6509793"/>
              <a:gd name="connsiteX3" fmla="*/ 4136401 w 5108361"/>
              <a:gd name="connsiteY3" fmla="*/ 5337167 h 6509793"/>
              <a:gd name="connsiteX4" fmla="*/ 1164403 w 5108361"/>
              <a:gd name="connsiteY4" fmla="*/ 6509793 h 6509793"/>
              <a:gd name="connsiteX5" fmla="*/ 385570 w 5108361"/>
              <a:gd name="connsiteY5" fmla="*/ 6305480 h 6509793"/>
              <a:gd name="connsiteX6" fmla="*/ 0 w 5108361"/>
              <a:gd name="connsiteY6" fmla="*/ 6114876 h 6509793"/>
              <a:gd name="connsiteX7" fmla="*/ 0 w 5108361"/>
              <a:gd name="connsiteY7" fmla="*/ 0 h 6509793"/>
              <a:gd name="connsiteX0" fmla="*/ 0 w 5108361"/>
              <a:gd name="connsiteY0" fmla="*/ 0 h 6523289"/>
              <a:gd name="connsiteX1" fmla="*/ 4725781 w 5108361"/>
              <a:gd name="connsiteY1" fmla="*/ 21096 h 6523289"/>
              <a:gd name="connsiteX2" fmla="*/ 5042512 w 5108361"/>
              <a:gd name="connsiteY2" fmla="*/ 1476302 h 6523289"/>
              <a:gd name="connsiteX3" fmla="*/ 4136401 w 5108361"/>
              <a:gd name="connsiteY3" fmla="*/ 5337167 h 6523289"/>
              <a:gd name="connsiteX4" fmla="*/ 1164403 w 5108361"/>
              <a:gd name="connsiteY4" fmla="*/ 6509793 h 6523289"/>
              <a:gd name="connsiteX5" fmla="*/ 385570 w 5108361"/>
              <a:gd name="connsiteY5" fmla="*/ 6305480 h 6523289"/>
              <a:gd name="connsiteX6" fmla="*/ 0 w 5108361"/>
              <a:gd name="connsiteY6" fmla="*/ 6114876 h 6523289"/>
              <a:gd name="connsiteX7" fmla="*/ 0 w 5108361"/>
              <a:gd name="connsiteY7" fmla="*/ 0 h 6523289"/>
              <a:gd name="connsiteX0" fmla="*/ 0 w 5085677"/>
              <a:gd name="connsiteY0" fmla="*/ 0 h 6522930"/>
              <a:gd name="connsiteX1" fmla="*/ 4725781 w 5085677"/>
              <a:gd name="connsiteY1" fmla="*/ 21096 h 6522930"/>
              <a:gd name="connsiteX2" fmla="*/ 5042512 w 5085677"/>
              <a:gd name="connsiteY2" fmla="*/ 1476302 h 6522930"/>
              <a:gd name="connsiteX3" fmla="*/ 4136401 w 5085677"/>
              <a:gd name="connsiteY3" fmla="*/ 5337167 h 6522930"/>
              <a:gd name="connsiteX4" fmla="*/ 1164403 w 5085677"/>
              <a:gd name="connsiteY4" fmla="*/ 6509793 h 6522930"/>
              <a:gd name="connsiteX5" fmla="*/ 385570 w 5085677"/>
              <a:gd name="connsiteY5" fmla="*/ 6305480 h 6522930"/>
              <a:gd name="connsiteX6" fmla="*/ 0 w 5085677"/>
              <a:gd name="connsiteY6" fmla="*/ 6114876 h 6522930"/>
              <a:gd name="connsiteX7" fmla="*/ 0 w 5085677"/>
              <a:gd name="connsiteY7" fmla="*/ 0 h 6522930"/>
              <a:gd name="connsiteX0" fmla="*/ 0 w 5018753"/>
              <a:gd name="connsiteY0" fmla="*/ 0 h 6531040"/>
              <a:gd name="connsiteX1" fmla="*/ 4725781 w 5018753"/>
              <a:gd name="connsiteY1" fmla="*/ 21096 h 6531040"/>
              <a:gd name="connsiteX2" fmla="*/ 4948408 w 5018753"/>
              <a:gd name="connsiteY2" fmla="*/ 906699 h 6531040"/>
              <a:gd name="connsiteX3" fmla="*/ 4136401 w 5018753"/>
              <a:gd name="connsiteY3" fmla="*/ 5337167 h 6531040"/>
              <a:gd name="connsiteX4" fmla="*/ 1164403 w 5018753"/>
              <a:gd name="connsiteY4" fmla="*/ 6509793 h 6531040"/>
              <a:gd name="connsiteX5" fmla="*/ 385570 w 5018753"/>
              <a:gd name="connsiteY5" fmla="*/ 6305480 h 6531040"/>
              <a:gd name="connsiteX6" fmla="*/ 0 w 5018753"/>
              <a:gd name="connsiteY6" fmla="*/ 6114876 h 6531040"/>
              <a:gd name="connsiteX7" fmla="*/ 0 w 5018753"/>
              <a:gd name="connsiteY7" fmla="*/ 0 h 6531040"/>
              <a:gd name="connsiteX0" fmla="*/ 0 w 5080914"/>
              <a:gd name="connsiteY0" fmla="*/ 0 h 6531040"/>
              <a:gd name="connsiteX1" fmla="*/ 4725781 w 5080914"/>
              <a:gd name="connsiteY1" fmla="*/ 21096 h 6531040"/>
              <a:gd name="connsiteX2" fmla="*/ 4948408 w 5080914"/>
              <a:gd name="connsiteY2" fmla="*/ 906699 h 6531040"/>
              <a:gd name="connsiteX3" fmla="*/ 4136401 w 5080914"/>
              <a:gd name="connsiteY3" fmla="*/ 5337167 h 6531040"/>
              <a:gd name="connsiteX4" fmla="*/ 1164403 w 5080914"/>
              <a:gd name="connsiteY4" fmla="*/ 6509793 h 6531040"/>
              <a:gd name="connsiteX5" fmla="*/ 385570 w 5080914"/>
              <a:gd name="connsiteY5" fmla="*/ 6305480 h 6531040"/>
              <a:gd name="connsiteX6" fmla="*/ 0 w 5080914"/>
              <a:gd name="connsiteY6" fmla="*/ 6114876 h 6531040"/>
              <a:gd name="connsiteX7" fmla="*/ 0 w 5080914"/>
              <a:gd name="connsiteY7" fmla="*/ 0 h 6531040"/>
              <a:gd name="connsiteX0" fmla="*/ 0 w 5080914"/>
              <a:gd name="connsiteY0" fmla="*/ 0 h 6531040"/>
              <a:gd name="connsiteX1" fmla="*/ 4699929 w 5080914"/>
              <a:gd name="connsiteY1" fmla="*/ 5447 h 6531040"/>
              <a:gd name="connsiteX2" fmla="*/ 4948408 w 5080914"/>
              <a:gd name="connsiteY2" fmla="*/ 906699 h 6531040"/>
              <a:gd name="connsiteX3" fmla="*/ 4136401 w 5080914"/>
              <a:gd name="connsiteY3" fmla="*/ 5337167 h 6531040"/>
              <a:gd name="connsiteX4" fmla="*/ 1164403 w 5080914"/>
              <a:gd name="connsiteY4" fmla="*/ 6509793 h 6531040"/>
              <a:gd name="connsiteX5" fmla="*/ 385570 w 5080914"/>
              <a:gd name="connsiteY5" fmla="*/ 6305480 h 6531040"/>
              <a:gd name="connsiteX6" fmla="*/ 0 w 5080914"/>
              <a:gd name="connsiteY6" fmla="*/ 6114876 h 6531040"/>
              <a:gd name="connsiteX7" fmla="*/ 0 w 5080914"/>
              <a:gd name="connsiteY7" fmla="*/ 0 h 6531040"/>
              <a:gd name="connsiteX0" fmla="*/ 0 w 5080914"/>
              <a:gd name="connsiteY0" fmla="*/ 1407 h 6532447"/>
              <a:gd name="connsiteX1" fmla="*/ 4696533 w 5080914"/>
              <a:gd name="connsiteY1" fmla="*/ 0 h 6532447"/>
              <a:gd name="connsiteX2" fmla="*/ 4948408 w 5080914"/>
              <a:gd name="connsiteY2" fmla="*/ 908106 h 6532447"/>
              <a:gd name="connsiteX3" fmla="*/ 4136401 w 5080914"/>
              <a:gd name="connsiteY3" fmla="*/ 5338574 h 6532447"/>
              <a:gd name="connsiteX4" fmla="*/ 1164403 w 5080914"/>
              <a:gd name="connsiteY4" fmla="*/ 6511200 h 6532447"/>
              <a:gd name="connsiteX5" fmla="*/ 385570 w 5080914"/>
              <a:gd name="connsiteY5" fmla="*/ 6306887 h 6532447"/>
              <a:gd name="connsiteX6" fmla="*/ 0 w 5080914"/>
              <a:gd name="connsiteY6" fmla="*/ 6116283 h 6532447"/>
              <a:gd name="connsiteX7" fmla="*/ 0 w 5080914"/>
              <a:gd name="connsiteY7" fmla="*/ 1407 h 6532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80914" h="6532447">
                <a:moveTo>
                  <a:pt x="0" y="1407"/>
                </a:moveTo>
                <a:lnTo>
                  <a:pt x="4696533" y="0"/>
                </a:lnTo>
                <a:cubicBezTo>
                  <a:pt x="4708006" y="10399"/>
                  <a:pt x="4936935" y="897707"/>
                  <a:pt x="4948408" y="908106"/>
                </a:cubicBezTo>
                <a:cubicBezTo>
                  <a:pt x="5350615" y="2656261"/>
                  <a:pt x="4767068" y="4404725"/>
                  <a:pt x="4136401" y="5338574"/>
                </a:cubicBezTo>
                <a:cubicBezTo>
                  <a:pt x="3505734" y="6272423"/>
                  <a:pt x="2343265" y="6627230"/>
                  <a:pt x="1164403" y="6511200"/>
                </a:cubicBezTo>
                <a:cubicBezTo>
                  <a:pt x="714399" y="6511200"/>
                  <a:pt x="418960" y="6305039"/>
                  <a:pt x="385570" y="6306887"/>
                </a:cubicBezTo>
                <a:lnTo>
                  <a:pt x="0" y="6116283"/>
                </a:lnTo>
                <a:lnTo>
                  <a:pt x="0" y="1407"/>
                </a:lnTo>
                <a:close/>
              </a:path>
            </a:pathLst>
          </a:custGeom>
          <a:noFill/>
        </p:spPr>
        <p:txBody>
          <a:bodyPr wrap="square">
            <a:noAutofit/>
          </a:bodyPr>
          <a:lstStyle/>
          <a:p>
            <a:r>
              <a:rPr lang="en-US"/>
              <a:t>Click icon to add picture</a:t>
            </a:r>
            <a:endParaRPr lang="en-US" dirty="0"/>
          </a:p>
        </p:txBody>
      </p:sp>
      <p:cxnSp>
        <p:nvCxnSpPr>
          <p:cNvPr id="2" name="Accent Mark">
            <a:extLst>
              <a:ext uri="{FF2B5EF4-FFF2-40B4-BE49-F238E27FC236}">
                <a16:creationId xmlns:a16="http://schemas.microsoft.com/office/drawing/2014/main" id="{EE2A4D5D-51DE-50EA-1E73-DDFE8D62632D}"/>
              </a:ext>
              <a:ext uri="{C183D7F6-B498-43B3-948B-1728B52AA6E4}">
                <adec:decorative xmlns:adec="http://schemas.microsoft.com/office/drawing/2017/decorative" val="1"/>
              </a:ext>
            </a:extLst>
          </p:cNvPr>
          <p:cNvCxnSpPr>
            <a:cxnSpLocks/>
          </p:cNvCxnSpPr>
          <p:nvPr userDrawn="1"/>
        </p:nvCxnSpPr>
        <p:spPr>
          <a:xfrm flipH="1">
            <a:off x="4367903" y="3492656"/>
            <a:ext cx="281178" cy="0"/>
          </a:xfrm>
          <a:prstGeom prst="line">
            <a:avLst/>
          </a:prstGeom>
          <a:ln w="38100" cap="flat">
            <a:solidFill>
              <a:srgbClr val="C74634"/>
            </a:solidFill>
            <a:prstDash val="solid"/>
          </a:ln>
        </p:spPr>
        <p:style>
          <a:lnRef idx="1">
            <a:schemeClr val="accent1"/>
          </a:lnRef>
          <a:fillRef idx="0">
            <a:schemeClr val="accent1"/>
          </a:fillRef>
          <a:effectRef idx="0">
            <a:schemeClr val="accent1"/>
          </a:effectRef>
          <a:fontRef idx="minor">
            <a:schemeClr val="tx1"/>
          </a:fontRef>
        </p:style>
      </p:cxnSp>
      <p:sp>
        <p:nvSpPr>
          <p:cNvPr id="8" name="Slide Number Placeholder 7">
            <a:extLst>
              <a:ext uri="{FF2B5EF4-FFF2-40B4-BE49-F238E27FC236}">
                <a16:creationId xmlns:a16="http://schemas.microsoft.com/office/drawing/2014/main" id="{FA2E22D8-777D-4A4E-8190-9C7E9654A636}"/>
              </a:ext>
            </a:extLst>
          </p:cNvPr>
          <p:cNvSpPr>
            <a:spLocks noGrp="1"/>
          </p:cNvSpPr>
          <p:nvPr>
            <p:ph type="sldNum" sz="quarter" idx="45"/>
          </p:nvPr>
        </p:nvSpPr>
        <p:spPr/>
        <p:txBody>
          <a:bodyPr/>
          <a:lstStyle/>
          <a:p>
            <a:fld id="{345D60D9-5372-5F40-9443-0F9AE5BDC3C8}" type="slidenum">
              <a:rPr lang="en-US" smtClean="0"/>
              <a:pPr/>
              <a:t>‹#›</a:t>
            </a:fld>
            <a:endParaRPr lang="en-US" dirty="0"/>
          </a:p>
        </p:txBody>
      </p:sp>
      <p:sp>
        <p:nvSpPr>
          <p:cNvPr id="5" name="Footer Placeholder 4">
            <a:extLst>
              <a:ext uri="{FF2B5EF4-FFF2-40B4-BE49-F238E27FC236}">
                <a16:creationId xmlns:a16="http://schemas.microsoft.com/office/drawing/2014/main" id="{0F175504-AA80-48D0-ABE0-C3B4B0480FBA}"/>
              </a:ext>
            </a:extLst>
          </p:cNvPr>
          <p:cNvSpPr>
            <a:spLocks noGrp="1"/>
          </p:cNvSpPr>
          <p:nvPr>
            <p:ph type="ftr" sz="quarter" idx="44"/>
          </p:nvPr>
        </p:nvSpPr>
        <p:spPr/>
        <p:txBody>
          <a:bodyPr/>
          <a:lstStyle/>
          <a:p>
            <a:r>
              <a:rPr lang="en-US"/>
              <a:t>Copyright © 2025, Oracle and/or its affiliates |  Confidential: Internal/Restricted/Highly Restricted</a:t>
            </a:r>
            <a:endParaRPr lang="en-US" dirty="0"/>
          </a:p>
        </p:txBody>
      </p:sp>
      <p:sp>
        <p:nvSpPr>
          <p:cNvPr id="4" name="Date Placeholder 3">
            <a:extLst>
              <a:ext uri="{FF2B5EF4-FFF2-40B4-BE49-F238E27FC236}">
                <a16:creationId xmlns:a16="http://schemas.microsoft.com/office/drawing/2014/main" id="{F3C7CAF2-5875-4790-8762-15A8CDD16E08}"/>
              </a:ext>
            </a:extLst>
          </p:cNvPr>
          <p:cNvSpPr>
            <a:spLocks noGrp="1"/>
          </p:cNvSpPr>
          <p:nvPr>
            <p:ph type="dt" sz="half" idx="43"/>
          </p:nvPr>
        </p:nvSpPr>
        <p:spPr/>
        <p:txBody>
          <a:bodyPr/>
          <a:lstStyle/>
          <a:p>
            <a:r>
              <a:rPr lang="en-US"/>
              <a:t>[Date]</a:t>
            </a:r>
            <a:endParaRPr lang="en-US" dirty="0"/>
          </a:p>
        </p:txBody>
      </p:sp>
    </p:spTree>
    <p:extLst>
      <p:ext uri="{BB962C8B-B14F-4D97-AF65-F5344CB8AC3E}">
        <p14:creationId xmlns:p14="http://schemas.microsoft.com/office/powerpoint/2010/main" val="757840990"/>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Dark - Quote with Picture">
    <p:bg>
      <p:bgRef idx="1001">
        <a:schemeClr val="bg2"/>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190047F-B309-3490-2C2F-351775B3BA7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12" name="Quote">
            <a:extLst>
              <a:ext uri="{FF2B5EF4-FFF2-40B4-BE49-F238E27FC236}">
                <a16:creationId xmlns:a16="http://schemas.microsoft.com/office/drawing/2014/main" id="{B3A79ECA-28E8-A857-97F4-082EF2B1CAB8}"/>
              </a:ext>
            </a:extLst>
          </p:cNvPr>
          <p:cNvSpPr>
            <a:spLocks noGrp="1"/>
          </p:cNvSpPr>
          <p:nvPr>
            <p:ph type="title" hasCustomPrompt="1"/>
          </p:nvPr>
        </p:nvSpPr>
        <p:spPr>
          <a:xfrm>
            <a:off x="4258340" y="2172145"/>
            <a:ext cx="4515224" cy="1038746"/>
          </a:xfrm>
          <a:noFill/>
        </p:spPr>
        <p:txBody>
          <a:bodyPr vert="horz" wrap="square" lIns="0" tIns="0" rIns="0" bIns="0" rtlCol="0" anchor="b" anchorCtr="0">
            <a:spAutoFit/>
          </a:bodyPr>
          <a:lstStyle>
            <a:lvl1pPr marL="134541" indent="-134541">
              <a:lnSpc>
                <a:spcPct val="100000"/>
              </a:lnSpc>
              <a:tabLst/>
              <a:defRPr lang="en-US" sz="2250" b="0" i="0" dirty="0">
                <a:latin typeface="+mj-lt"/>
                <a:cs typeface="Oracle Sans Tab" panose="020B0503020204020204" pitchFamily="34" charset="0"/>
              </a:defRPr>
            </a:lvl1pPr>
          </a:lstStyle>
          <a:p>
            <a:pPr lvl="0"/>
            <a:r>
              <a:rPr lang="en-US" dirty="0"/>
              <a:t>“Click to type customer or</a:t>
            </a:r>
            <a:br>
              <a:rPr lang="en-US" dirty="0"/>
            </a:br>
            <a:r>
              <a:rPr lang="en-US" dirty="0"/>
              <a:t>partner quote surrounded</a:t>
            </a:r>
            <a:br>
              <a:rPr lang="en-US" dirty="0"/>
            </a:br>
            <a:r>
              <a:rPr lang="en-US" dirty="0"/>
              <a:t>by quotation marks.”</a:t>
            </a:r>
          </a:p>
        </p:txBody>
      </p:sp>
      <p:sp>
        <p:nvSpPr>
          <p:cNvPr id="13" name="Text Field">
            <a:extLst>
              <a:ext uri="{FF2B5EF4-FFF2-40B4-BE49-F238E27FC236}">
                <a16:creationId xmlns:a16="http://schemas.microsoft.com/office/drawing/2014/main" id="{04A571F4-71E4-264A-BBD5-0475995E681B}"/>
              </a:ext>
            </a:extLst>
          </p:cNvPr>
          <p:cNvSpPr>
            <a:spLocks noGrp="1"/>
          </p:cNvSpPr>
          <p:nvPr>
            <p:ph type="body" sz="quarter" idx="37" hasCustomPrompt="1"/>
          </p:nvPr>
        </p:nvSpPr>
        <p:spPr>
          <a:xfrm>
            <a:off x="4371591" y="3683346"/>
            <a:ext cx="4398300" cy="199718"/>
          </a:xfrm>
          <a:prstGeom prst="rect">
            <a:avLst/>
          </a:prstGeom>
        </p:spPr>
        <p:txBody>
          <a:bodyPr>
            <a:noAutofit/>
          </a:bodyPr>
          <a:lstStyle>
            <a:lvl1pPr>
              <a:defRPr b="1"/>
            </a:lvl1pPr>
          </a:lstStyle>
          <a:p>
            <a:pPr lvl="0"/>
            <a:r>
              <a:rPr lang="en-US" dirty="0"/>
              <a:t>Name of person quoted</a:t>
            </a:r>
          </a:p>
        </p:txBody>
      </p:sp>
      <p:sp>
        <p:nvSpPr>
          <p:cNvPr id="11" name="Text Field 2">
            <a:extLst>
              <a:ext uri="{FF2B5EF4-FFF2-40B4-BE49-F238E27FC236}">
                <a16:creationId xmlns:a16="http://schemas.microsoft.com/office/drawing/2014/main" id="{CBFB97F9-F988-C34C-8B6D-BB4A4D881736}"/>
              </a:ext>
            </a:extLst>
          </p:cNvPr>
          <p:cNvSpPr>
            <a:spLocks noGrp="1"/>
          </p:cNvSpPr>
          <p:nvPr>
            <p:ph type="body" sz="quarter" idx="36" hasCustomPrompt="1"/>
          </p:nvPr>
        </p:nvSpPr>
        <p:spPr>
          <a:xfrm>
            <a:off x="4371591" y="3936540"/>
            <a:ext cx="4398300" cy="589789"/>
          </a:xfrm>
          <a:prstGeom prst="rect">
            <a:avLst/>
          </a:prstGeom>
        </p:spPr>
        <p:txBody>
          <a:bodyPr>
            <a:noAutofit/>
          </a:bodyPr>
          <a:lstStyle>
            <a:lvl1pPr>
              <a:defRPr/>
            </a:lvl1pPr>
          </a:lstStyle>
          <a:p>
            <a:pPr lvl="0"/>
            <a:r>
              <a:rPr lang="en-US" dirty="0"/>
              <a:t>Additional information if needed</a:t>
            </a:r>
          </a:p>
        </p:txBody>
      </p:sp>
      <p:sp>
        <p:nvSpPr>
          <p:cNvPr id="2" name="Content Placeholder 2">
            <a:extLst>
              <a:ext uri="{FF2B5EF4-FFF2-40B4-BE49-F238E27FC236}">
                <a16:creationId xmlns:a16="http://schemas.microsoft.com/office/drawing/2014/main" id="{B89773B8-8237-C7B1-9DF8-93B5D5BF7DEE}"/>
              </a:ext>
            </a:extLst>
          </p:cNvPr>
          <p:cNvSpPr>
            <a:spLocks noGrp="1" noChangeAspect="1"/>
          </p:cNvSpPr>
          <p:nvPr>
            <p:ph sz="quarter" idx="48" hasCustomPrompt="1"/>
          </p:nvPr>
        </p:nvSpPr>
        <p:spPr>
          <a:xfrm>
            <a:off x="4371591" y="902554"/>
            <a:ext cx="1835688" cy="505307"/>
          </a:xfrm>
        </p:spPr>
        <p:txBody>
          <a:bodyPr/>
          <a:lstStyle>
            <a:lvl5pPr marL="548640" indent="0">
              <a:buNone/>
              <a:defRPr/>
            </a:lvl5pPr>
          </a:lstStyle>
          <a:p>
            <a:pPr lvl="0"/>
            <a:r>
              <a:rPr lang="en-US" dirty="0"/>
              <a:t>Click to add logo</a:t>
            </a:r>
          </a:p>
        </p:txBody>
      </p:sp>
      <p:sp>
        <p:nvSpPr>
          <p:cNvPr id="5" name="Picture Placeholder 5">
            <a:extLst>
              <a:ext uri="{FF2B5EF4-FFF2-40B4-BE49-F238E27FC236}">
                <a16:creationId xmlns:a16="http://schemas.microsoft.com/office/drawing/2014/main" id="{1F10E851-3567-F699-4B5F-02ABBB3355AC}"/>
              </a:ext>
            </a:extLst>
          </p:cNvPr>
          <p:cNvSpPr>
            <a:spLocks noGrp="1"/>
          </p:cNvSpPr>
          <p:nvPr>
            <p:ph type="pic" sz="quarter" idx="47"/>
          </p:nvPr>
        </p:nvSpPr>
        <p:spPr>
          <a:xfrm>
            <a:off x="0" y="1"/>
            <a:ext cx="3702819" cy="4719026"/>
          </a:xfrm>
          <a:custGeom>
            <a:avLst/>
            <a:gdLst>
              <a:gd name="connsiteX0" fmla="*/ 0 w 5087890"/>
              <a:gd name="connsiteY0" fmla="*/ 0 h 6372666"/>
              <a:gd name="connsiteX1" fmla="*/ 3962495 w 5087890"/>
              <a:gd name="connsiteY1" fmla="*/ 0 h 6372666"/>
              <a:gd name="connsiteX2" fmla="*/ 3996914 w 5087890"/>
              <a:gd name="connsiteY2" fmla="*/ 31198 h 6372666"/>
              <a:gd name="connsiteX3" fmla="*/ 5087890 w 5087890"/>
              <a:gd name="connsiteY3" fmla="*/ 2657920 h 6372666"/>
              <a:gd name="connsiteX4" fmla="*/ 1363066 w 5087890"/>
              <a:gd name="connsiteY4" fmla="*/ 6372666 h 6372666"/>
              <a:gd name="connsiteX5" fmla="*/ 82347 w 5087890"/>
              <a:gd name="connsiteY5" fmla="*/ 6147256 h 6372666"/>
              <a:gd name="connsiteX6" fmla="*/ 0 w 5087890"/>
              <a:gd name="connsiteY6" fmla="*/ 6114876 h 6372666"/>
              <a:gd name="connsiteX0" fmla="*/ 0 w 5249971"/>
              <a:gd name="connsiteY0" fmla="*/ 0 h 6372666"/>
              <a:gd name="connsiteX1" fmla="*/ 3962495 w 5249971"/>
              <a:gd name="connsiteY1" fmla="*/ 0 h 6372666"/>
              <a:gd name="connsiteX2" fmla="*/ 4226946 w 5249971"/>
              <a:gd name="connsiteY2" fmla="*/ 231614 h 6372666"/>
              <a:gd name="connsiteX3" fmla="*/ 5087890 w 5249971"/>
              <a:gd name="connsiteY3" fmla="*/ 2657920 h 6372666"/>
              <a:gd name="connsiteX4" fmla="*/ 1363066 w 5249971"/>
              <a:gd name="connsiteY4" fmla="*/ 6372666 h 6372666"/>
              <a:gd name="connsiteX5" fmla="*/ 82347 w 5249971"/>
              <a:gd name="connsiteY5" fmla="*/ 6147256 h 6372666"/>
              <a:gd name="connsiteX6" fmla="*/ 0 w 5249971"/>
              <a:gd name="connsiteY6" fmla="*/ 6114876 h 6372666"/>
              <a:gd name="connsiteX7" fmla="*/ 0 w 5249971"/>
              <a:gd name="connsiteY7" fmla="*/ 0 h 6372666"/>
              <a:gd name="connsiteX0" fmla="*/ 0 w 5247320"/>
              <a:gd name="connsiteY0" fmla="*/ 0 h 6372666"/>
              <a:gd name="connsiteX1" fmla="*/ 3962495 w 5247320"/>
              <a:gd name="connsiteY1" fmla="*/ 0 h 6372666"/>
              <a:gd name="connsiteX2" fmla="*/ 4226946 w 5247320"/>
              <a:gd name="connsiteY2" fmla="*/ 231614 h 6372666"/>
              <a:gd name="connsiteX3" fmla="*/ 5087890 w 5247320"/>
              <a:gd name="connsiteY3" fmla="*/ 2657920 h 6372666"/>
              <a:gd name="connsiteX4" fmla="*/ 1363066 w 5247320"/>
              <a:gd name="connsiteY4" fmla="*/ 6372666 h 6372666"/>
              <a:gd name="connsiteX5" fmla="*/ 82347 w 5247320"/>
              <a:gd name="connsiteY5" fmla="*/ 6147256 h 6372666"/>
              <a:gd name="connsiteX6" fmla="*/ 0 w 5247320"/>
              <a:gd name="connsiteY6" fmla="*/ 6114876 h 6372666"/>
              <a:gd name="connsiteX7" fmla="*/ 0 w 5247320"/>
              <a:gd name="connsiteY7" fmla="*/ 0 h 6372666"/>
              <a:gd name="connsiteX0" fmla="*/ 0 w 5247320"/>
              <a:gd name="connsiteY0" fmla="*/ 0 h 6372666"/>
              <a:gd name="connsiteX1" fmla="*/ 4516662 w 5247320"/>
              <a:gd name="connsiteY1" fmla="*/ 10548 h 6372666"/>
              <a:gd name="connsiteX2" fmla="*/ 4226946 w 5247320"/>
              <a:gd name="connsiteY2" fmla="*/ 231614 h 6372666"/>
              <a:gd name="connsiteX3" fmla="*/ 5087890 w 5247320"/>
              <a:gd name="connsiteY3" fmla="*/ 2657920 h 6372666"/>
              <a:gd name="connsiteX4" fmla="*/ 1363066 w 5247320"/>
              <a:gd name="connsiteY4" fmla="*/ 6372666 h 6372666"/>
              <a:gd name="connsiteX5" fmla="*/ 82347 w 5247320"/>
              <a:gd name="connsiteY5" fmla="*/ 6147256 h 6372666"/>
              <a:gd name="connsiteX6" fmla="*/ 0 w 5247320"/>
              <a:gd name="connsiteY6" fmla="*/ 6114876 h 6372666"/>
              <a:gd name="connsiteX7" fmla="*/ 0 w 5247320"/>
              <a:gd name="connsiteY7" fmla="*/ 0 h 6372666"/>
              <a:gd name="connsiteX0" fmla="*/ 0 w 5365577"/>
              <a:gd name="connsiteY0" fmla="*/ 0 h 6372666"/>
              <a:gd name="connsiteX1" fmla="*/ 4516662 w 5365577"/>
              <a:gd name="connsiteY1" fmla="*/ 10548 h 6372666"/>
              <a:gd name="connsiteX2" fmla="*/ 4655641 w 5365577"/>
              <a:gd name="connsiteY2" fmla="*/ 526964 h 6372666"/>
              <a:gd name="connsiteX3" fmla="*/ 5087890 w 5365577"/>
              <a:gd name="connsiteY3" fmla="*/ 2657920 h 6372666"/>
              <a:gd name="connsiteX4" fmla="*/ 1363066 w 5365577"/>
              <a:gd name="connsiteY4" fmla="*/ 6372666 h 6372666"/>
              <a:gd name="connsiteX5" fmla="*/ 82347 w 5365577"/>
              <a:gd name="connsiteY5" fmla="*/ 6147256 h 6372666"/>
              <a:gd name="connsiteX6" fmla="*/ 0 w 5365577"/>
              <a:gd name="connsiteY6" fmla="*/ 6114876 h 6372666"/>
              <a:gd name="connsiteX7" fmla="*/ 0 w 5365577"/>
              <a:gd name="connsiteY7" fmla="*/ 0 h 6372666"/>
              <a:gd name="connsiteX0" fmla="*/ 0 w 5288223"/>
              <a:gd name="connsiteY0" fmla="*/ 0 h 6372666"/>
              <a:gd name="connsiteX1" fmla="*/ 4516662 w 5288223"/>
              <a:gd name="connsiteY1" fmla="*/ 10548 h 6372666"/>
              <a:gd name="connsiteX2" fmla="*/ 4655641 w 5288223"/>
              <a:gd name="connsiteY2" fmla="*/ 526964 h 6372666"/>
              <a:gd name="connsiteX3" fmla="*/ 5087890 w 5288223"/>
              <a:gd name="connsiteY3" fmla="*/ 2657920 h 6372666"/>
              <a:gd name="connsiteX4" fmla="*/ 1363066 w 5288223"/>
              <a:gd name="connsiteY4" fmla="*/ 6372666 h 6372666"/>
              <a:gd name="connsiteX5" fmla="*/ 82347 w 5288223"/>
              <a:gd name="connsiteY5" fmla="*/ 6147256 h 6372666"/>
              <a:gd name="connsiteX6" fmla="*/ 0 w 5288223"/>
              <a:gd name="connsiteY6" fmla="*/ 6114876 h 6372666"/>
              <a:gd name="connsiteX7" fmla="*/ 0 w 5288223"/>
              <a:gd name="connsiteY7" fmla="*/ 0 h 6372666"/>
              <a:gd name="connsiteX0" fmla="*/ 0 w 5288223"/>
              <a:gd name="connsiteY0" fmla="*/ 0 h 6372666"/>
              <a:gd name="connsiteX1" fmla="*/ 4725781 w 5288223"/>
              <a:gd name="connsiteY1" fmla="*/ 21096 h 6372666"/>
              <a:gd name="connsiteX2" fmla="*/ 4655641 w 5288223"/>
              <a:gd name="connsiteY2" fmla="*/ 526964 h 6372666"/>
              <a:gd name="connsiteX3" fmla="*/ 5087890 w 5288223"/>
              <a:gd name="connsiteY3" fmla="*/ 2657920 h 6372666"/>
              <a:gd name="connsiteX4" fmla="*/ 1363066 w 5288223"/>
              <a:gd name="connsiteY4" fmla="*/ 6372666 h 6372666"/>
              <a:gd name="connsiteX5" fmla="*/ 82347 w 5288223"/>
              <a:gd name="connsiteY5" fmla="*/ 6147256 h 6372666"/>
              <a:gd name="connsiteX6" fmla="*/ 0 w 5288223"/>
              <a:gd name="connsiteY6" fmla="*/ 6114876 h 6372666"/>
              <a:gd name="connsiteX7" fmla="*/ 0 w 5288223"/>
              <a:gd name="connsiteY7" fmla="*/ 0 h 6372666"/>
              <a:gd name="connsiteX0" fmla="*/ 0 w 5382393"/>
              <a:gd name="connsiteY0" fmla="*/ 0 h 6372666"/>
              <a:gd name="connsiteX1" fmla="*/ 4725781 w 5382393"/>
              <a:gd name="connsiteY1" fmla="*/ 21096 h 6372666"/>
              <a:gd name="connsiteX2" fmla="*/ 4969320 w 5382393"/>
              <a:gd name="connsiteY2" fmla="*/ 1170404 h 6372666"/>
              <a:gd name="connsiteX3" fmla="*/ 5087890 w 5382393"/>
              <a:gd name="connsiteY3" fmla="*/ 2657920 h 6372666"/>
              <a:gd name="connsiteX4" fmla="*/ 1363066 w 5382393"/>
              <a:gd name="connsiteY4" fmla="*/ 6372666 h 6372666"/>
              <a:gd name="connsiteX5" fmla="*/ 82347 w 5382393"/>
              <a:gd name="connsiteY5" fmla="*/ 6147256 h 6372666"/>
              <a:gd name="connsiteX6" fmla="*/ 0 w 5382393"/>
              <a:gd name="connsiteY6" fmla="*/ 6114876 h 6372666"/>
              <a:gd name="connsiteX7" fmla="*/ 0 w 5382393"/>
              <a:gd name="connsiteY7" fmla="*/ 0 h 6372666"/>
              <a:gd name="connsiteX0" fmla="*/ 0 w 5095613"/>
              <a:gd name="connsiteY0" fmla="*/ 0 h 6372666"/>
              <a:gd name="connsiteX1" fmla="*/ 4725781 w 5095613"/>
              <a:gd name="connsiteY1" fmla="*/ 21096 h 6372666"/>
              <a:gd name="connsiteX2" fmla="*/ 4969320 w 5095613"/>
              <a:gd name="connsiteY2" fmla="*/ 1170404 h 6372666"/>
              <a:gd name="connsiteX3" fmla="*/ 4502357 w 5095613"/>
              <a:gd name="connsiteY3" fmla="*/ 4598790 h 6372666"/>
              <a:gd name="connsiteX4" fmla="*/ 1363066 w 5095613"/>
              <a:gd name="connsiteY4" fmla="*/ 6372666 h 6372666"/>
              <a:gd name="connsiteX5" fmla="*/ 82347 w 5095613"/>
              <a:gd name="connsiteY5" fmla="*/ 6147256 h 6372666"/>
              <a:gd name="connsiteX6" fmla="*/ 0 w 5095613"/>
              <a:gd name="connsiteY6" fmla="*/ 6114876 h 6372666"/>
              <a:gd name="connsiteX7" fmla="*/ 0 w 5095613"/>
              <a:gd name="connsiteY7" fmla="*/ 0 h 6372666"/>
              <a:gd name="connsiteX0" fmla="*/ 0 w 5016403"/>
              <a:gd name="connsiteY0" fmla="*/ 0 h 6372666"/>
              <a:gd name="connsiteX1" fmla="*/ 4725781 w 5016403"/>
              <a:gd name="connsiteY1" fmla="*/ 21096 h 6372666"/>
              <a:gd name="connsiteX2" fmla="*/ 4864760 w 5016403"/>
              <a:gd name="connsiteY2" fmla="*/ 474223 h 6372666"/>
              <a:gd name="connsiteX3" fmla="*/ 4502357 w 5016403"/>
              <a:gd name="connsiteY3" fmla="*/ 4598790 h 6372666"/>
              <a:gd name="connsiteX4" fmla="*/ 1363066 w 5016403"/>
              <a:gd name="connsiteY4" fmla="*/ 6372666 h 6372666"/>
              <a:gd name="connsiteX5" fmla="*/ 82347 w 5016403"/>
              <a:gd name="connsiteY5" fmla="*/ 6147256 h 6372666"/>
              <a:gd name="connsiteX6" fmla="*/ 0 w 5016403"/>
              <a:gd name="connsiteY6" fmla="*/ 6114876 h 6372666"/>
              <a:gd name="connsiteX7" fmla="*/ 0 w 5016403"/>
              <a:gd name="connsiteY7" fmla="*/ 0 h 6372666"/>
              <a:gd name="connsiteX0" fmla="*/ 0 w 5122449"/>
              <a:gd name="connsiteY0" fmla="*/ 0 h 6372666"/>
              <a:gd name="connsiteX1" fmla="*/ 4725781 w 5122449"/>
              <a:gd name="connsiteY1" fmla="*/ 21096 h 6372666"/>
              <a:gd name="connsiteX2" fmla="*/ 4864760 w 5122449"/>
              <a:gd name="connsiteY2" fmla="*/ 474223 h 6372666"/>
              <a:gd name="connsiteX3" fmla="*/ 4502357 w 5122449"/>
              <a:gd name="connsiteY3" fmla="*/ 4598790 h 6372666"/>
              <a:gd name="connsiteX4" fmla="*/ 1363066 w 5122449"/>
              <a:gd name="connsiteY4" fmla="*/ 6372666 h 6372666"/>
              <a:gd name="connsiteX5" fmla="*/ 82347 w 5122449"/>
              <a:gd name="connsiteY5" fmla="*/ 6147256 h 6372666"/>
              <a:gd name="connsiteX6" fmla="*/ 0 w 5122449"/>
              <a:gd name="connsiteY6" fmla="*/ 6114876 h 6372666"/>
              <a:gd name="connsiteX7" fmla="*/ 0 w 5122449"/>
              <a:gd name="connsiteY7" fmla="*/ 0 h 6372666"/>
              <a:gd name="connsiteX0" fmla="*/ 0 w 5110499"/>
              <a:gd name="connsiteY0" fmla="*/ 0 h 6372666"/>
              <a:gd name="connsiteX1" fmla="*/ 4725781 w 5110499"/>
              <a:gd name="connsiteY1" fmla="*/ 21096 h 6372666"/>
              <a:gd name="connsiteX2" fmla="*/ 4864760 w 5110499"/>
              <a:gd name="connsiteY2" fmla="*/ 474223 h 6372666"/>
              <a:gd name="connsiteX3" fmla="*/ 4460534 w 5110499"/>
              <a:gd name="connsiteY3" fmla="*/ 4704273 h 6372666"/>
              <a:gd name="connsiteX4" fmla="*/ 1363066 w 5110499"/>
              <a:gd name="connsiteY4" fmla="*/ 6372666 h 6372666"/>
              <a:gd name="connsiteX5" fmla="*/ 82347 w 5110499"/>
              <a:gd name="connsiteY5" fmla="*/ 6147256 h 6372666"/>
              <a:gd name="connsiteX6" fmla="*/ 0 w 5110499"/>
              <a:gd name="connsiteY6" fmla="*/ 6114876 h 6372666"/>
              <a:gd name="connsiteX7" fmla="*/ 0 w 5110499"/>
              <a:gd name="connsiteY7" fmla="*/ 0 h 6372666"/>
              <a:gd name="connsiteX0" fmla="*/ 0 w 5110499"/>
              <a:gd name="connsiteY0" fmla="*/ 0 h 6372666"/>
              <a:gd name="connsiteX1" fmla="*/ 4725781 w 5110499"/>
              <a:gd name="connsiteY1" fmla="*/ 21096 h 6372666"/>
              <a:gd name="connsiteX2" fmla="*/ 4864760 w 5110499"/>
              <a:gd name="connsiteY2" fmla="*/ 474223 h 6372666"/>
              <a:gd name="connsiteX3" fmla="*/ 4460534 w 5110499"/>
              <a:gd name="connsiteY3" fmla="*/ 4704273 h 6372666"/>
              <a:gd name="connsiteX4" fmla="*/ 1363066 w 5110499"/>
              <a:gd name="connsiteY4" fmla="*/ 6372666 h 6372666"/>
              <a:gd name="connsiteX5" fmla="*/ 82347 w 5110499"/>
              <a:gd name="connsiteY5" fmla="*/ 6147256 h 6372666"/>
              <a:gd name="connsiteX6" fmla="*/ 0 w 5110499"/>
              <a:gd name="connsiteY6" fmla="*/ 6114876 h 6372666"/>
              <a:gd name="connsiteX7" fmla="*/ 0 w 5110499"/>
              <a:gd name="connsiteY7" fmla="*/ 0 h 6372666"/>
              <a:gd name="connsiteX0" fmla="*/ 0 w 5118394"/>
              <a:gd name="connsiteY0" fmla="*/ 0 h 6509793"/>
              <a:gd name="connsiteX1" fmla="*/ 4725781 w 5118394"/>
              <a:gd name="connsiteY1" fmla="*/ 21096 h 6509793"/>
              <a:gd name="connsiteX2" fmla="*/ 4864760 w 5118394"/>
              <a:gd name="connsiteY2" fmla="*/ 474223 h 6509793"/>
              <a:gd name="connsiteX3" fmla="*/ 4460534 w 5118394"/>
              <a:gd name="connsiteY3" fmla="*/ 4704273 h 6509793"/>
              <a:gd name="connsiteX4" fmla="*/ 1164403 w 5118394"/>
              <a:gd name="connsiteY4" fmla="*/ 6509793 h 6509793"/>
              <a:gd name="connsiteX5" fmla="*/ 82347 w 5118394"/>
              <a:gd name="connsiteY5" fmla="*/ 6147256 h 6509793"/>
              <a:gd name="connsiteX6" fmla="*/ 0 w 5118394"/>
              <a:gd name="connsiteY6" fmla="*/ 6114876 h 6509793"/>
              <a:gd name="connsiteX7" fmla="*/ 0 w 5118394"/>
              <a:gd name="connsiteY7" fmla="*/ 0 h 6509793"/>
              <a:gd name="connsiteX0" fmla="*/ 0 w 5162448"/>
              <a:gd name="connsiteY0" fmla="*/ 0 h 6509793"/>
              <a:gd name="connsiteX1" fmla="*/ 4725781 w 5162448"/>
              <a:gd name="connsiteY1" fmla="*/ 21096 h 6509793"/>
              <a:gd name="connsiteX2" fmla="*/ 4864760 w 5162448"/>
              <a:gd name="connsiteY2" fmla="*/ 474223 h 6509793"/>
              <a:gd name="connsiteX3" fmla="*/ 4596462 w 5162448"/>
              <a:gd name="connsiteY3" fmla="*/ 4535502 h 6509793"/>
              <a:gd name="connsiteX4" fmla="*/ 1164403 w 5162448"/>
              <a:gd name="connsiteY4" fmla="*/ 6509793 h 6509793"/>
              <a:gd name="connsiteX5" fmla="*/ 82347 w 5162448"/>
              <a:gd name="connsiteY5" fmla="*/ 6147256 h 6509793"/>
              <a:gd name="connsiteX6" fmla="*/ 0 w 5162448"/>
              <a:gd name="connsiteY6" fmla="*/ 6114876 h 6509793"/>
              <a:gd name="connsiteX7" fmla="*/ 0 w 5162448"/>
              <a:gd name="connsiteY7" fmla="*/ 0 h 6509793"/>
              <a:gd name="connsiteX0" fmla="*/ 0 w 5162448"/>
              <a:gd name="connsiteY0" fmla="*/ 0 h 6509793"/>
              <a:gd name="connsiteX1" fmla="*/ 4725781 w 5162448"/>
              <a:gd name="connsiteY1" fmla="*/ 21096 h 6509793"/>
              <a:gd name="connsiteX2" fmla="*/ 4864760 w 5162448"/>
              <a:gd name="connsiteY2" fmla="*/ 474223 h 6509793"/>
              <a:gd name="connsiteX3" fmla="*/ 4596462 w 5162448"/>
              <a:gd name="connsiteY3" fmla="*/ 4535502 h 6509793"/>
              <a:gd name="connsiteX4" fmla="*/ 1164403 w 5162448"/>
              <a:gd name="connsiteY4" fmla="*/ 6509793 h 6509793"/>
              <a:gd name="connsiteX5" fmla="*/ 385570 w 5162448"/>
              <a:gd name="connsiteY5" fmla="*/ 6305480 h 6509793"/>
              <a:gd name="connsiteX6" fmla="*/ 0 w 5162448"/>
              <a:gd name="connsiteY6" fmla="*/ 6114876 h 6509793"/>
              <a:gd name="connsiteX7" fmla="*/ 0 w 5162448"/>
              <a:gd name="connsiteY7" fmla="*/ 0 h 6509793"/>
              <a:gd name="connsiteX0" fmla="*/ 0 w 5162448"/>
              <a:gd name="connsiteY0" fmla="*/ 0 h 6509793"/>
              <a:gd name="connsiteX1" fmla="*/ 4725781 w 5162448"/>
              <a:gd name="connsiteY1" fmla="*/ 21096 h 6509793"/>
              <a:gd name="connsiteX2" fmla="*/ 4864760 w 5162448"/>
              <a:gd name="connsiteY2" fmla="*/ 474223 h 6509793"/>
              <a:gd name="connsiteX3" fmla="*/ 4596462 w 5162448"/>
              <a:gd name="connsiteY3" fmla="*/ 4535502 h 6509793"/>
              <a:gd name="connsiteX4" fmla="*/ 1164403 w 5162448"/>
              <a:gd name="connsiteY4" fmla="*/ 6509793 h 6509793"/>
              <a:gd name="connsiteX5" fmla="*/ 385570 w 5162448"/>
              <a:gd name="connsiteY5" fmla="*/ 6305480 h 6509793"/>
              <a:gd name="connsiteX6" fmla="*/ 0 w 5162448"/>
              <a:gd name="connsiteY6" fmla="*/ 6114876 h 6509793"/>
              <a:gd name="connsiteX7" fmla="*/ 0 w 5162448"/>
              <a:gd name="connsiteY7" fmla="*/ 0 h 6509793"/>
              <a:gd name="connsiteX0" fmla="*/ 0 w 5127267"/>
              <a:gd name="connsiteY0" fmla="*/ 0 h 6509793"/>
              <a:gd name="connsiteX1" fmla="*/ 4725781 w 5127267"/>
              <a:gd name="connsiteY1" fmla="*/ 21096 h 6509793"/>
              <a:gd name="connsiteX2" fmla="*/ 4812481 w 5127267"/>
              <a:gd name="connsiteY2" fmla="*/ 526964 h 6509793"/>
              <a:gd name="connsiteX3" fmla="*/ 4596462 w 5127267"/>
              <a:gd name="connsiteY3" fmla="*/ 4535502 h 6509793"/>
              <a:gd name="connsiteX4" fmla="*/ 1164403 w 5127267"/>
              <a:gd name="connsiteY4" fmla="*/ 6509793 h 6509793"/>
              <a:gd name="connsiteX5" fmla="*/ 385570 w 5127267"/>
              <a:gd name="connsiteY5" fmla="*/ 6305480 h 6509793"/>
              <a:gd name="connsiteX6" fmla="*/ 0 w 5127267"/>
              <a:gd name="connsiteY6" fmla="*/ 6114876 h 6509793"/>
              <a:gd name="connsiteX7" fmla="*/ 0 w 5127267"/>
              <a:gd name="connsiteY7" fmla="*/ 0 h 6509793"/>
              <a:gd name="connsiteX0" fmla="*/ 0 w 5041484"/>
              <a:gd name="connsiteY0" fmla="*/ 0 h 6509793"/>
              <a:gd name="connsiteX1" fmla="*/ 4725781 w 5041484"/>
              <a:gd name="connsiteY1" fmla="*/ 21096 h 6509793"/>
              <a:gd name="connsiteX2" fmla="*/ 4812481 w 5041484"/>
              <a:gd name="connsiteY2" fmla="*/ 526964 h 6509793"/>
              <a:gd name="connsiteX3" fmla="*/ 4596462 w 5041484"/>
              <a:gd name="connsiteY3" fmla="*/ 4535502 h 6509793"/>
              <a:gd name="connsiteX4" fmla="*/ 1164403 w 5041484"/>
              <a:gd name="connsiteY4" fmla="*/ 6509793 h 6509793"/>
              <a:gd name="connsiteX5" fmla="*/ 385570 w 5041484"/>
              <a:gd name="connsiteY5" fmla="*/ 6305480 h 6509793"/>
              <a:gd name="connsiteX6" fmla="*/ 0 w 5041484"/>
              <a:gd name="connsiteY6" fmla="*/ 6114876 h 6509793"/>
              <a:gd name="connsiteX7" fmla="*/ 0 w 5041484"/>
              <a:gd name="connsiteY7" fmla="*/ 0 h 6509793"/>
              <a:gd name="connsiteX0" fmla="*/ 0 w 5140479"/>
              <a:gd name="connsiteY0" fmla="*/ 0 h 6509793"/>
              <a:gd name="connsiteX1" fmla="*/ 4725781 w 5140479"/>
              <a:gd name="connsiteY1" fmla="*/ 21096 h 6509793"/>
              <a:gd name="connsiteX2" fmla="*/ 4812481 w 5140479"/>
              <a:gd name="connsiteY2" fmla="*/ 526964 h 6509793"/>
              <a:gd name="connsiteX3" fmla="*/ 4596462 w 5140479"/>
              <a:gd name="connsiteY3" fmla="*/ 4535502 h 6509793"/>
              <a:gd name="connsiteX4" fmla="*/ 1164403 w 5140479"/>
              <a:gd name="connsiteY4" fmla="*/ 6509793 h 6509793"/>
              <a:gd name="connsiteX5" fmla="*/ 385570 w 5140479"/>
              <a:gd name="connsiteY5" fmla="*/ 6305480 h 6509793"/>
              <a:gd name="connsiteX6" fmla="*/ 0 w 5140479"/>
              <a:gd name="connsiteY6" fmla="*/ 6114876 h 6509793"/>
              <a:gd name="connsiteX7" fmla="*/ 0 w 5140479"/>
              <a:gd name="connsiteY7" fmla="*/ 0 h 6509793"/>
              <a:gd name="connsiteX0" fmla="*/ 0 w 5190465"/>
              <a:gd name="connsiteY0" fmla="*/ 0 h 6509793"/>
              <a:gd name="connsiteX1" fmla="*/ 4725781 w 5190465"/>
              <a:gd name="connsiteY1" fmla="*/ 21096 h 6509793"/>
              <a:gd name="connsiteX2" fmla="*/ 4885673 w 5190465"/>
              <a:gd name="connsiteY2" fmla="*/ 358192 h 6509793"/>
              <a:gd name="connsiteX3" fmla="*/ 4596462 w 5190465"/>
              <a:gd name="connsiteY3" fmla="*/ 4535502 h 6509793"/>
              <a:gd name="connsiteX4" fmla="*/ 1164403 w 5190465"/>
              <a:gd name="connsiteY4" fmla="*/ 6509793 h 6509793"/>
              <a:gd name="connsiteX5" fmla="*/ 385570 w 5190465"/>
              <a:gd name="connsiteY5" fmla="*/ 6305480 h 6509793"/>
              <a:gd name="connsiteX6" fmla="*/ 0 w 5190465"/>
              <a:gd name="connsiteY6" fmla="*/ 6114876 h 6509793"/>
              <a:gd name="connsiteX7" fmla="*/ 0 w 5190465"/>
              <a:gd name="connsiteY7" fmla="*/ 0 h 6509793"/>
              <a:gd name="connsiteX0" fmla="*/ 0 w 5158865"/>
              <a:gd name="connsiteY0" fmla="*/ 0 h 6509793"/>
              <a:gd name="connsiteX1" fmla="*/ 4725781 w 5158865"/>
              <a:gd name="connsiteY1" fmla="*/ 21096 h 6509793"/>
              <a:gd name="connsiteX2" fmla="*/ 4885673 w 5158865"/>
              <a:gd name="connsiteY2" fmla="*/ 358192 h 6509793"/>
              <a:gd name="connsiteX3" fmla="*/ 4596462 w 5158865"/>
              <a:gd name="connsiteY3" fmla="*/ 4535502 h 6509793"/>
              <a:gd name="connsiteX4" fmla="*/ 1164403 w 5158865"/>
              <a:gd name="connsiteY4" fmla="*/ 6509793 h 6509793"/>
              <a:gd name="connsiteX5" fmla="*/ 385570 w 5158865"/>
              <a:gd name="connsiteY5" fmla="*/ 6305480 h 6509793"/>
              <a:gd name="connsiteX6" fmla="*/ 0 w 5158865"/>
              <a:gd name="connsiteY6" fmla="*/ 6114876 h 6509793"/>
              <a:gd name="connsiteX7" fmla="*/ 0 w 5158865"/>
              <a:gd name="connsiteY7" fmla="*/ 0 h 6509793"/>
              <a:gd name="connsiteX0" fmla="*/ 0 w 5272866"/>
              <a:gd name="connsiteY0" fmla="*/ 0 h 6509793"/>
              <a:gd name="connsiteX1" fmla="*/ 4725781 w 5272866"/>
              <a:gd name="connsiteY1" fmla="*/ 21096 h 6509793"/>
              <a:gd name="connsiteX2" fmla="*/ 5042512 w 5272866"/>
              <a:gd name="connsiteY2" fmla="*/ 1476302 h 6509793"/>
              <a:gd name="connsiteX3" fmla="*/ 4596462 w 5272866"/>
              <a:gd name="connsiteY3" fmla="*/ 4535502 h 6509793"/>
              <a:gd name="connsiteX4" fmla="*/ 1164403 w 5272866"/>
              <a:gd name="connsiteY4" fmla="*/ 6509793 h 6509793"/>
              <a:gd name="connsiteX5" fmla="*/ 385570 w 5272866"/>
              <a:gd name="connsiteY5" fmla="*/ 6305480 h 6509793"/>
              <a:gd name="connsiteX6" fmla="*/ 0 w 5272866"/>
              <a:gd name="connsiteY6" fmla="*/ 6114876 h 6509793"/>
              <a:gd name="connsiteX7" fmla="*/ 0 w 5272866"/>
              <a:gd name="connsiteY7" fmla="*/ 0 h 6509793"/>
              <a:gd name="connsiteX0" fmla="*/ 0 w 5183390"/>
              <a:gd name="connsiteY0" fmla="*/ 0 h 6509793"/>
              <a:gd name="connsiteX1" fmla="*/ 4725781 w 5183390"/>
              <a:gd name="connsiteY1" fmla="*/ 21096 h 6509793"/>
              <a:gd name="connsiteX2" fmla="*/ 5042512 w 5183390"/>
              <a:gd name="connsiteY2" fmla="*/ 1476302 h 6509793"/>
              <a:gd name="connsiteX3" fmla="*/ 4115488 w 5183390"/>
              <a:gd name="connsiteY3" fmla="*/ 5210588 h 6509793"/>
              <a:gd name="connsiteX4" fmla="*/ 1164403 w 5183390"/>
              <a:gd name="connsiteY4" fmla="*/ 6509793 h 6509793"/>
              <a:gd name="connsiteX5" fmla="*/ 385570 w 5183390"/>
              <a:gd name="connsiteY5" fmla="*/ 6305480 h 6509793"/>
              <a:gd name="connsiteX6" fmla="*/ 0 w 5183390"/>
              <a:gd name="connsiteY6" fmla="*/ 6114876 h 6509793"/>
              <a:gd name="connsiteX7" fmla="*/ 0 w 5183390"/>
              <a:gd name="connsiteY7" fmla="*/ 0 h 6509793"/>
              <a:gd name="connsiteX0" fmla="*/ 0 w 5172636"/>
              <a:gd name="connsiteY0" fmla="*/ 0 h 6509793"/>
              <a:gd name="connsiteX1" fmla="*/ 4725781 w 5172636"/>
              <a:gd name="connsiteY1" fmla="*/ 21096 h 6509793"/>
              <a:gd name="connsiteX2" fmla="*/ 5042512 w 5172636"/>
              <a:gd name="connsiteY2" fmla="*/ 1476302 h 6509793"/>
              <a:gd name="connsiteX3" fmla="*/ 4115488 w 5172636"/>
              <a:gd name="connsiteY3" fmla="*/ 5210588 h 6509793"/>
              <a:gd name="connsiteX4" fmla="*/ 1164403 w 5172636"/>
              <a:gd name="connsiteY4" fmla="*/ 6509793 h 6509793"/>
              <a:gd name="connsiteX5" fmla="*/ 385570 w 5172636"/>
              <a:gd name="connsiteY5" fmla="*/ 6305480 h 6509793"/>
              <a:gd name="connsiteX6" fmla="*/ 0 w 5172636"/>
              <a:gd name="connsiteY6" fmla="*/ 6114876 h 6509793"/>
              <a:gd name="connsiteX7" fmla="*/ 0 w 5172636"/>
              <a:gd name="connsiteY7" fmla="*/ 0 h 6509793"/>
              <a:gd name="connsiteX0" fmla="*/ 0 w 5097074"/>
              <a:gd name="connsiteY0" fmla="*/ 0 h 6509793"/>
              <a:gd name="connsiteX1" fmla="*/ 4725781 w 5097074"/>
              <a:gd name="connsiteY1" fmla="*/ 21096 h 6509793"/>
              <a:gd name="connsiteX2" fmla="*/ 5042512 w 5097074"/>
              <a:gd name="connsiteY2" fmla="*/ 1476302 h 6509793"/>
              <a:gd name="connsiteX3" fmla="*/ 4115488 w 5097074"/>
              <a:gd name="connsiteY3" fmla="*/ 5210588 h 6509793"/>
              <a:gd name="connsiteX4" fmla="*/ 1164403 w 5097074"/>
              <a:gd name="connsiteY4" fmla="*/ 6509793 h 6509793"/>
              <a:gd name="connsiteX5" fmla="*/ 385570 w 5097074"/>
              <a:gd name="connsiteY5" fmla="*/ 6305480 h 6509793"/>
              <a:gd name="connsiteX6" fmla="*/ 0 w 5097074"/>
              <a:gd name="connsiteY6" fmla="*/ 6114876 h 6509793"/>
              <a:gd name="connsiteX7" fmla="*/ 0 w 5097074"/>
              <a:gd name="connsiteY7" fmla="*/ 0 h 6509793"/>
              <a:gd name="connsiteX0" fmla="*/ 0 w 5106559"/>
              <a:gd name="connsiteY0" fmla="*/ 0 h 6509793"/>
              <a:gd name="connsiteX1" fmla="*/ 4725781 w 5106559"/>
              <a:gd name="connsiteY1" fmla="*/ 21096 h 6509793"/>
              <a:gd name="connsiteX2" fmla="*/ 5042512 w 5106559"/>
              <a:gd name="connsiteY2" fmla="*/ 1476302 h 6509793"/>
              <a:gd name="connsiteX3" fmla="*/ 4115488 w 5106559"/>
              <a:gd name="connsiteY3" fmla="*/ 5210588 h 6509793"/>
              <a:gd name="connsiteX4" fmla="*/ 1164403 w 5106559"/>
              <a:gd name="connsiteY4" fmla="*/ 6509793 h 6509793"/>
              <a:gd name="connsiteX5" fmla="*/ 385570 w 5106559"/>
              <a:gd name="connsiteY5" fmla="*/ 6305480 h 6509793"/>
              <a:gd name="connsiteX6" fmla="*/ 0 w 5106559"/>
              <a:gd name="connsiteY6" fmla="*/ 6114876 h 6509793"/>
              <a:gd name="connsiteX7" fmla="*/ 0 w 5106559"/>
              <a:gd name="connsiteY7" fmla="*/ 0 h 6509793"/>
              <a:gd name="connsiteX0" fmla="*/ 0 w 5108361"/>
              <a:gd name="connsiteY0" fmla="*/ 0 h 6509793"/>
              <a:gd name="connsiteX1" fmla="*/ 4725781 w 5108361"/>
              <a:gd name="connsiteY1" fmla="*/ 21096 h 6509793"/>
              <a:gd name="connsiteX2" fmla="*/ 5042512 w 5108361"/>
              <a:gd name="connsiteY2" fmla="*/ 1476302 h 6509793"/>
              <a:gd name="connsiteX3" fmla="*/ 4136401 w 5108361"/>
              <a:gd name="connsiteY3" fmla="*/ 5337167 h 6509793"/>
              <a:gd name="connsiteX4" fmla="*/ 1164403 w 5108361"/>
              <a:gd name="connsiteY4" fmla="*/ 6509793 h 6509793"/>
              <a:gd name="connsiteX5" fmla="*/ 385570 w 5108361"/>
              <a:gd name="connsiteY5" fmla="*/ 6305480 h 6509793"/>
              <a:gd name="connsiteX6" fmla="*/ 0 w 5108361"/>
              <a:gd name="connsiteY6" fmla="*/ 6114876 h 6509793"/>
              <a:gd name="connsiteX7" fmla="*/ 0 w 5108361"/>
              <a:gd name="connsiteY7" fmla="*/ 0 h 6509793"/>
              <a:gd name="connsiteX0" fmla="*/ 0 w 5108361"/>
              <a:gd name="connsiteY0" fmla="*/ 0 h 6523289"/>
              <a:gd name="connsiteX1" fmla="*/ 4725781 w 5108361"/>
              <a:gd name="connsiteY1" fmla="*/ 21096 h 6523289"/>
              <a:gd name="connsiteX2" fmla="*/ 5042512 w 5108361"/>
              <a:gd name="connsiteY2" fmla="*/ 1476302 h 6523289"/>
              <a:gd name="connsiteX3" fmla="*/ 4136401 w 5108361"/>
              <a:gd name="connsiteY3" fmla="*/ 5337167 h 6523289"/>
              <a:gd name="connsiteX4" fmla="*/ 1164403 w 5108361"/>
              <a:gd name="connsiteY4" fmla="*/ 6509793 h 6523289"/>
              <a:gd name="connsiteX5" fmla="*/ 385570 w 5108361"/>
              <a:gd name="connsiteY5" fmla="*/ 6305480 h 6523289"/>
              <a:gd name="connsiteX6" fmla="*/ 0 w 5108361"/>
              <a:gd name="connsiteY6" fmla="*/ 6114876 h 6523289"/>
              <a:gd name="connsiteX7" fmla="*/ 0 w 5108361"/>
              <a:gd name="connsiteY7" fmla="*/ 0 h 6523289"/>
              <a:gd name="connsiteX0" fmla="*/ 0 w 5085677"/>
              <a:gd name="connsiteY0" fmla="*/ 0 h 6522930"/>
              <a:gd name="connsiteX1" fmla="*/ 4725781 w 5085677"/>
              <a:gd name="connsiteY1" fmla="*/ 21096 h 6522930"/>
              <a:gd name="connsiteX2" fmla="*/ 5042512 w 5085677"/>
              <a:gd name="connsiteY2" fmla="*/ 1476302 h 6522930"/>
              <a:gd name="connsiteX3" fmla="*/ 4136401 w 5085677"/>
              <a:gd name="connsiteY3" fmla="*/ 5337167 h 6522930"/>
              <a:gd name="connsiteX4" fmla="*/ 1164403 w 5085677"/>
              <a:gd name="connsiteY4" fmla="*/ 6509793 h 6522930"/>
              <a:gd name="connsiteX5" fmla="*/ 385570 w 5085677"/>
              <a:gd name="connsiteY5" fmla="*/ 6305480 h 6522930"/>
              <a:gd name="connsiteX6" fmla="*/ 0 w 5085677"/>
              <a:gd name="connsiteY6" fmla="*/ 6114876 h 6522930"/>
              <a:gd name="connsiteX7" fmla="*/ 0 w 5085677"/>
              <a:gd name="connsiteY7" fmla="*/ 0 h 6522930"/>
              <a:gd name="connsiteX0" fmla="*/ 0 w 5018753"/>
              <a:gd name="connsiteY0" fmla="*/ 0 h 6531040"/>
              <a:gd name="connsiteX1" fmla="*/ 4725781 w 5018753"/>
              <a:gd name="connsiteY1" fmla="*/ 21096 h 6531040"/>
              <a:gd name="connsiteX2" fmla="*/ 4948408 w 5018753"/>
              <a:gd name="connsiteY2" fmla="*/ 906699 h 6531040"/>
              <a:gd name="connsiteX3" fmla="*/ 4136401 w 5018753"/>
              <a:gd name="connsiteY3" fmla="*/ 5337167 h 6531040"/>
              <a:gd name="connsiteX4" fmla="*/ 1164403 w 5018753"/>
              <a:gd name="connsiteY4" fmla="*/ 6509793 h 6531040"/>
              <a:gd name="connsiteX5" fmla="*/ 385570 w 5018753"/>
              <a:gd name="connsiteY5" fmla="*/ 6305480 h 6531040"/>
              <a:gd name="connsiteX6" fmla="*/ 0 w 5018753"/>
              <a:gd name="connsiteY6" fmla="*/ 6114876 h 6531040"/>
              <a:gd name="connsiteX7" fmla="*/ 0 w 5018753"/>
              <a:gd name="connsiteY7" fmla="*/ 0 h 6531040"/>
              <a:gd name="connsiteX0" fmla="*/ 0 w 5080914"/>
              <a:gd name="connsiteY0" fmla="*/ 0 h 6531040"/>
              <a:gd name="connsiteX1" fmla="*/ 4725781 w 5080914"/>
              <a:gd name="connsiteY1" fmla="*/ 21096 h 6531040"/>
              <a:gd name="connsiteX2" fmla="*/ 4948408 w 5080914"/>
              <a:gd name="connsiteY2" fmla="*/ 906699 h 6531040"/>
              <a:gd name="connsiteX3" fmla="*/ 4136401 w 5080914"/>
              <a:gd name="connsiteY3" fmla="*/ 5337167 h 6531040"/>
              <a:gd name="connsiteX4" fmla="*/ 1164403 w 5080914"/>
              <a:gd name="connsiteY4" fmla="*/ 6509793 h 6531040"/>
              <a:gd name="connsiteX5" fmla="*/ 385570 w 5080914"/>
              <a:gd name="connsiteY5" fmla="*/ 6305480 h 6531040"/>
              <a:gd name="connsiteX6" fmla="*/ 0 w 5080914"/>
              <a:gd name="connsiteY6" fmla="*/ 6114876 h 6531040"/>
              <a:gd name="connsiteX7" fmla="*/ 0 w 5080914"/>
              <a:gd name="connsiteY7" fmla="*/ 0 h 6531040"/>
              <a:gd name="connsiteX0" fmla="*/ 0 w 5080914"/>
              <a:gd name="connsiteY0" fmla="*/ 0 h 6531040"/>
              <a:gd name="connsiteX1" fmla="*/ 4699929 w 5080914"/>
              <a:gd name="connsiteY1" fmla="*/ 5447 h 6531040"/>
              <a:gd name="connsiteX2" fmla="*/ 4948408 w 5080914"/>
              <a:gd name="connsiteY2" fmla="*/ 906699 h 6531040"/>
              <a:gd name="connsiteX3" fmla="*/ 4136401 w 5080914"/>
              <a:gd name="connsiteY3" fmla="*/ 5337167 h 6531040"/>
              <a:gd name="connsiteX4" fmla="*/ 1164403 w 5080914"/>
              <a:gd name="connsiteY4" fmla="*/ 6509793 h 6531040"/>
              <a:gd name="connsiteX5" fmla="*/ 385570 w 5080914"/>
              <a:gd name="connsiteY5" fmla="*/ 6305480 h 6531040"/>
              <a:gd name="connsiteX6" fmla="*/ 0 w 5080914"/>
              <a:gd name="connsiteY6" fmla="*/ 6114876 h 6531040"/>
              <a:gd name="connsiteX7" fmla="*/ 0 w 5080914"/>
              <a:gd name="connsiteY7" fmla="*/ 0 h 6531040"/>
              <a:gd name="connsiteX0" fmla="*/ 0 w 5080914"/>
              <a:gd name="connsiteY0" fmla="*/ 1407 h 6532447"/>
              <a:gd name="connsiteX1" fmla="*/ 4696533 w 5080914"/>
              <a:gd name="connsiteY1" fmla="*/ 0 h 6532447"/>
              <a:gd name="connsiteX2" fmla="*/ 4948408 w 5080914"/>
              <a:gd name="connsiteY2" fmla="*/ 908106 h 6532447"/>
              <a:gd name="connsiteX3" fmla="*/ 4136401 w 5080914"/>
              <a:gd name="connsiteY3" fmla="*/ 5338574 h 6532447"/>
              <a:gd name="connsiteX4" fmla="*/ 1164403 w 5080914"/>
              <a:gd name="connsiteY4" fmla="*/ 6511200 h 6532447"/>
              <a:gd name="connsiteX5" fmla="*/ 385570 w 5080914"/>
              <a:gd name="connsiteY5" fmla="*/ 6306887 h 6532447"/>
              <a:gd name="connsiteX6" fmla="*/ 0 w 5080914"/>
              <a:gd name="connsiteY6" fmla="*/ 6116283 h 6532447"/>
              <a:gd name="connsiteX7" fmla="*/ 0 w 5080914"/>
              <a:gd name="connsiteY7" fmla="*/ 1407 h 6532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80914" h="6532447">
                <a:moveTo>
                  <a:pt x="0" y="1407"/>
                </a:moveTo>
                <a:lnTo>
                  <a:pt x="4696533" y="0"/>
                </a:lnTo>
                <a:cubicBezTo>
                  <a:pt x="4708006" y="10399"/>
                  <a:pt x="4936935" y="897707"/>
                  <a:pt x="4948408" y="908106"/>
                </a:cubicBezTo>
                <a:cubicBezTo>
                  <a:pt x="5350615" y="2656261"/>
                  <a:pt x="4767068" y="4404725"/>
                  <a:pt x="4136401" y="5338574"/>
                </a:cubicBezTo>
                <a:cubicBezTo>
                  <a:pt x="3505734" y="6272423"/>
                  <a:pt x="2343265" y="6627230"/>
                  <a:pt x="1164403" y="6511200"/>
                </a:cubicBezTo>
                <a:cubicBezTo>
                  <a:pt x="714399" y="6511200"/>
                  <a:pt x="418960" y="6305039"/>
                  <a:pt x="385570" y="6306887"/>
                </a:cubicBezTo>
                <a:lnTo>
                  <a:pt x="0" y="6116283"/>
                </a:lnTo>
                <a:lnTo>
                  <a:pt x="0" y="1407"/>
                </a:lnTo>
                <a:close/>
              </a:path>
            </a:pathLst>
          </a:custGeom>
          <a:noFill/>
        </p:spPr>
        <p:txBody>
          <a:bodyPr wrap="square">
            <a:noAutofit/>
          </a:bodyPr>
          <a:lstStyle/>
          <a:p>
            <a:r>
              <a:rPr lang="en-US"/>
              <a:t>Click icon to add picture</a:t>
            </a:r>
            <a:endParaRPr lang="en-US" dirty="0"/>
          </a:p>
        </p:txBody>
      </p:sp>
      <p:cxnSp>
        <p:nvCxnSpPr>
          <p:cNvPr id="3" name="Accent Mark">
            <a:extLst>
              <a:ext uri="{FF2B5EF4-FFF2-40B4-BE49-F238E27FC236}">
                <a16:creationId xmlns:a16="http://schemas.microsoft.com/office/drawing/2014/main" id="{B38CE8B5-32E6-7959-CF2D-AA5060C860AE}"/>
              </a:ext>
              <a:ext uri="{C183D7F6-B498-43B3-948B-1728B52AA6E4}">
                <adec:decorative xmlns:adec="http://schemas.microsoft.com/office/drawing/2017/decorative" val="1"/>
              </a:ext>
            </a:extLst>
          </p:cNvPr>
          <p:cNvCxnSpPr>
            <a:cxnSpLocks/>
          </p:cNvCxnSpPr>
          <p:nvPr userDrawn="1"/>
        </p:nvCxnSpPr>
        <p:spPr>
          <a:xfrm flipH="1">
            <a:off x="4367903" y="3492656"/>
            <a:ext cx="281178" cy="0"/>
          </a:xfrm>
          <a:prstGeom prst="line">
            <a:avLst/>
          </a:prstGeom>
          <a:ln w="38100" cap="flat">
            <a:solidFill>
              <a:srgbClr val="F0CC71"/>
            </a:solidFill>
            <a:prstDash val="solid"/>
          </a:ln>
        </p:spPr>
        <p:style>
          <a:lnRef idx="1">
            <a:schemeClr val="accent1"/>
          </a:lnRef>
          <a:fillRef idx="0">
            <a:schemeClr val="accent1"/>
          </a:fillRef>
          <a:effectRef idx="0">
            <a:schemeClr val="accent1"/>
          </a:effectRef>
          <a:fontRef idx="minor">
            <a:schemeClr val="tx1"/>
          </a:fontRef>
        </p:style>
      </p:cxnSp>
      <p:sp>
        <p:nvSpPr>
          <p:cNvPr id="8" name="Slide Number Placeholder 7">
            <a:extLst>
              <a:ext uri="{FF2B5EF4-FFF2-40B4-BE49-F238E27FC236}">
                <a16:creationId xmlns:a16="http://schemas.microsoft.com/office/drawing/2014/main" id="{21257FF2-E055-B5F9-4582-79A01E21822B}"/>
              </a:ext>
            </a:extLst>
          </p:cNvPr>
          <p:cNvSpPr>
            <a:spLocks noGrp="1"/>
          </p:cNvSpPr>
          <p:nvPr>
            <p:ph type="sldNum" sz="quarter" idx="17"/>
          </p:nvPr>
        </p:nvSpPr>
        <p:spPr>
          <a:xfrm>
            <a:off x="571500" y="4817745"/>
            <a:ext cx="274320" cy="27432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9" name="Footer Placeholder 6">
            <a:extLst>
              <a:ext uri="{FF2B5EF4-FFF2-40B4-BE49-F238E27FC236}">
                <a16:creationId xmlns:a16="http://schemas.microsoft.com/office/drawing/2014/main" id="{3432B7A5-BCFF-0B37-3621-48E5B163BE99}"/>
              </a:ext>
            </a:extLst>
          </p:cNvPr>
          <p:cNvSpPr>
            <a:spLocks noGrp="1"/>
          </p:cNvSpPr>
          <p:nvPr>
            <p:ph type="ftr" sz="quarter" idx="16"/>
          </p:nvPr>
        </p:nvSpPr>
        <p:spPr>
          <a:xfrm>
            <a:off x="845820" y="4817984"/>
            <a:ext cx="4309034" cy="273844"/>
          </a:xfrm>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10" name="Date Placeholder 4">
            <a:extLst>
              <a:ext uri="{FF2B5EF4-FFF2-40B4-BE49-F238E27FC236}">
                <a16:creationId xmlns:a16="http://schemas.microsoft.com/office/drawing/2014/main" id="{54EBA6F0-8007-BA20-B49E-4F5863B4E1E3}"/>
              </a:ext>
            </a:extLst>
          </p:cNvPr>
          <p:cNvSpPr>
            <a:spLocks noGrp="1"/>
          </p:cNvSpPr>
          <p:nvPr>
            <p:ph type="dt" sz="half" idx="15"/>
          </p:nvPr>
        </p:nvSpPr>
        <p:spPr>
          <a:xfrm>
            <a:off x="5154854" y="4819203"/>
            <a:ext cx="2057400" cy="272625"/>
          </a:xfrm>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2375927111"/>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ight - Metric">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9A83AB0E-EC5F-476F-B6A9-E6F9CE84E95A}"/>
              </a:ext>
            </a:extLst>
          </p:cNvPr>
          <p:cNvSpPr>
            <a:spLocks noGrp="1"/>
          </p:cNvSpPr>
          <p:nvPr>
            <p:ph type="body" sz="quarter" idx="15" hasCustomPrompt="1"/>
          </p:nvPr>
        </p:nvSpPr>
        <p:spPr>
          <a:xfrm>
            <a:off x="542926" y="1200150"/>
            <a:ext cx="3804047" cy="1811775"/>
          </a:xfrm>
        </p:spPr>
        <p:txBody>
          <a:bodyPr anchor="b" anchorCtr="0"/>
          <a:lstStyle>
            <a:lvl1pPr>
              <a:defRPr sz="6000" b="1">
                <a:solidFill>
                  <a:srgbClr val="C74634"/>
                </a:solidFill>
              </a:defRPr>
            </a:lvl1pPr>
          </a:lstStyle>
          <a:p>
            <a:pPr lvl="0"/>
            <a:r>
              <a:rPr lang="en-US" dirty="0"/>
              <a:t>00%</a:t>
            </a:r>
          </a:p>
        </p:txBody>
      </p:sp>
      <p:sp>
        <p:nvSpPr>
          <p:cNvPr id="4" name="Content">
            <a:extLst>
              <a:ext uri="{FF2B5EF4-FFF2-40B4-BE49-F238E27FC236}">
                <a16:creationId xmlns:a16="http://schemas.microsoft.com/office/drawing/2014/main" id="{6FFB33C6-31EA-4D15-AC3F-377D699FA842}"/>
              </a:ext>
            </a:extLst>
          </p:cNvPr>
          <p:cNvSpPr>
            <a:spLocks noGrp="1"/>
          </p:cNvSpPr>
          <p:nvPr>
            <p:ph sz="quarter" idx="14"/>
          </p:nvPr>
        </p:nvSpPr>
        <p:spPr>
          <a:xfrm>
            <a:off x="581419" y="3487341"/>
            <a:ext cx="3804047" cy="10929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7">
            <a:extLst>
              <a:ext uri="{FF2B5EF4-FFF2-40B4-BE49-F238E27FC236}">
                <a16:creationId xmlns:a16="http://schemas.microsoft.com/office/drawing/2014/main" id="{CBADD7B5-9676-40DE-A88A-5EC3D33A6577}"/>
              </a:ext>
            </a:extLst>
          </p:cNvPr>
          <p:cNvSpPr>
            <a:spLocks noGrp="1"/>
          </p:cNvSpPr>
          <p:nvPr>
            <p:ph type="sldNum" sz="quarter" idx="18"/>
          </p:nvPr>
        </p:nvSpPr>
        <p:spPr/>
        <p:txBody>
          <a:bodyPr/>
          <a:lstStyle/>
          <a:p>
            <a:fld id="{345D60D9-5372-5F40-9443-0F9AE5BDC3C8}" type="slidenum">
              <a:rPr lang="en-US" smtClean="0"/>
              <a:pPr/>
              <a:t>‹#›</a:t>
            </a:fld>
            <a:endParaRPr lang="en-US" dirty="0"/>
          </a:p>
        </p:txBody>
      </p:sp>
      <p:sp>
        <p:nvSpPr>
          <p:cNvPr id="7" name="Footer Placeholder 6">
            <a:extLst>
              <a:ext uri="{FF2B5EF4-FFF2-40B4-BE49-F238E27FC236}">
                <a16:creationId xmlns:a16="http://schemas.microsoft.com/office/drawing/2014/main" id="{89C4B030-1E0B-4CB0-87B4-DF607257368B}"/>
              </a:ext>
            </a:extLst>
          </p:cNvPr>
          <p:cNvSpPr>
            <a:spLocks noGrp="1"/>
          </p:cNvSpPr>
          <p:nvPr>
            <p:ph type="ftr" sz="quarter" idx="17"/>
          </p:nvPr>
        </p:nvSpPr>
        <p:spPr/>
        <p:txBody>
          <a:bodyPr/>
          <a:lstStyle/>
          <a:p>
            <a:r>
              <a:rPr lang="en-US"/>
              <a:t>Copyright © 2025, Oracle and/or its affiliates |  Confidential: Internal/Restricted/Highly Restricted</a:t>
            </a:r>
            <a:endParaRPr lang="en-US" dirty="0"/>
          </a:p>
        </p:txBody>
      </p:sp>
      <p:sp>
        <p:nvSpPr>
          <p:cNvPr id="3" name="Date Placeholder 2">
            <a:extLst>
              <a:ext uri="{FF2B5EF4-FFF2-40B4-BE49-F238E27FC236}">
                <a16:creationId xmlns:a16="http://schemas.microsoft.com/office/drawing/2014/main" id="{14EF74DF-FD68-4CDF-B4CE-342E7A165BCB}"/>
              </a:ext>
            </a:extLst>
          </p:cNvPr>
          <p:cNvSpPr>
            <a:spLocks noGrp="1"/>
          </p:cNvSpPr>
          <p:nvPr>
            <p:ph type="dt" sz="half" idx="16"/>
          </p:nvPr>
        </p:nvSpPr>
        <p:spPr/>
        <p:txBody>
          <a:bodyPr/>
          <a:lstStyle/>
          <a:p>
            <a:r>
              <a:rPr lang="en-US"/>
              <a:t>[Date]</a:t>
            </a:r>
            <a:endParaRPr lang="en-US" dirty="0"/>
          </a:p>
        </p:txBody>
      </p:sp>
      <p:cxnSp>
        <p:nvCxnSpPr>
          <p:cNvPr id="2" name="Accent Mark">
            <a:extLst>
              <a:ext uri="{FF2B5EF4-FFF2-40B4-BE49-F238E27FC236}">
                <a16:creationId xmlns:a16="http://schemas.microsoft.com/office/drawing/2014/main" id="{0226F8D2-6CFD-EF74-AC0F-DABCE62FC7FC}"/>
              </a:ext>
              <a:ext uri="{C183D7F6-B498-43B3-948B-1728B52AA6E4}">
                <adec:decorative xmlns:adec="http://schemas.microsoft.com/office/drawing/2017/decorative" val="1"/>
              </a:ext>
            </a:extLst>
          </p:cNvPr>
          <p:cNvCxnSpPr>
            <a:cxnSpLocks/>
          </p:cNvCxnSpPr>
          <p:nvPr userDrawn="1"/>
        </p:nvCxnSpPr>
        <p:spPr>
          <a:xfrm flipH="1">
            <a:off x="578419" y="3259660"/>
            <a:ext cx="281178" cy="0"/>
          </a:xfrm>
          <a:prstGeom prst="line">
            <a:avLst/>
          </a:prstGeom>
          <a:ln w="38100" cap="flat">
            <a:solidFill>
              <a:srgbClr val="C74634"/>
            </a:solidFill>
            <a:prstDash val="solid"/>
          </a:ln>
        </p:spPr>
        <p:style>
          <a:lnRef idx="1">
            <a:schemeClr val="accent1"/>
          </a:lnRef>
          <a:fillRef idx="0">
            <a:schemeClr val="accent1"/>
          </a:fillRef>
          <a:effectRef idx="0">
            <a:schemeClr val="accent1"/>
          </a:effectRef>
          <a:fontRef idx="minor">
            <a:schemeClr val="tx1"/>
          </a:fontRef>
        </p:style>
      </p:cxnSp>
      <p:sp>
        <p:nvSpPr>
          <p:cNvPr id="6" name="Title 5">
            <a:extLst>
              <a:ext uri="{FF2B5EF4-FFF2-40B4-BE49-F238E27FC236}">
                <a16:creationId xmlns:a16="http://schemas.microsoft.com/office/drawing/2014/main" id="{95E34172-5017-FD5F-8D55-82416D23B65D}"/>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212890560"/>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ark - Metric_Pilla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ext Placeholder 4">
            <a:extLst>
              <a:ext uri="{FF2B5EF4-FFF2-40B4-BE49-F238E27FC236}">
                <a16:creationId xmlns:a16="http://schemas.microsoft.com/office/drawing/2014/main" id="{52A6D6F1-EBC4-4335-819B-433720EB173D}"/>
              </a:ext>
            </a:extLst>
          </p:cNvPr>
          <p:cNvSpPr>
            <a:spLocks noGrp="1"/>
          </p:cNvSpPr>
          <p:nvPr>
            <p:ph type="body" sz="quarter" idx="15" hasCustomPrompt="1"/>
          </p:nvPr>
        </p:nvSpPr>
        <p:spPr>
          <a:xfrm>
            <a:off x="542926" y="1200150"/>
            <a:ext cx="3813965" cy="1811775"/>
          </a:xfrm>
        </p:spPr>
        <p:txBody>
          <a:bodyPr anchor="b" anchorCtr="0"/>
          <a:lstStyle>
            <a:lvl1pPr>
              <a:defRPr sz="6000" b="1">
                <a:solidFill>
                  <a:schemeClr val="tx1"/>
                </a:solidFill>
              </a:defRPr>
            </a:lvl1pPr>
          </a:lstStyle>
          <a:p>
            <a:pPr lvl="0"/>
            <a:r>
              <a:rPr lang="en-US" dirty="0"/>
              <a:t>00%</a:t>
            </a:r>
          </a:p>
        </p:txBody>
      </p:sp>
      <p:sp>
        <p:nvSpPr>
          <p:cNvPr id="4" name="Content">
            <a:extLst>
              <a:ext uri="{FF2B5EF4-FFF2-40B4-BE49-F238E27FC236}">
                <a16:creationId xmlns:a16="http://schemas.microsoft.com/office/drawing/2014/main" id="{6FFB33C6-31EA-4D15-AC3F-377D699FA842}"/>
              </a:ext>
            </a:extLst>
          </p:cNvPr>
          <p:cNvSpPr>
            <a:spLocks noGrp="1"/>
          </p:cNvSpPr>
          <p:nvPr>
            <p:ph sz="quarter" idx="14"/>
          </p:nvPr>
        </p:nvSpPr>
        <p:spPr>
          <a:xfrm>
            <a:off x="581419" y="3487341"/>
            <a:ext cx="3804047" cy="10929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8" name="OTag">
            <a:extLst>
              <a:ext uri="{FF2B5EF4-FFF2-40B4-BE49-F238E27FC236}">
                <a16:creationId xmlns:a16="http://schemas.microsoft.com/office/drawing/2014/main" id="{ACA200C3-3C73-A496-B531-A76CB8CAAD8C}"/>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8554212" y="4848606"/>
            <a:ext cx="294894" cy="294894"/>
          </a:xfrm>
          <a:prstGeom prst="rect">
            <a:avLst/>
          </a:prstGeom>
        </p:spPr>
      </p:pic>
      <p:cxnSp>
        <p:nvCxnSpPr>
          <p:cNvPr id="2" name="Accent Mark">
            <a:extLst>
              <a:ext uri="{FF2B5EF4-FFF2-40B4-BE49-F238E27FC236}">
                <a16:creationId xmlns:a16="http://schemas.microsoft.com/office/drawing/2014/main" id="{564F7CD4-2531-0D42-CC76-295D80C80F76}"/>
              </a:ext>
              <a:ext uri="{C183D7F6-B498-43B3-948B-1728B52AA6E4}">
                <adec:decorative xmlns:adec="http://schemas.microsoft.com/office/drawing/2017/decorative" val="1"/>
              </a:ext>
            </a:extLst>
          </p:cNvPr>
          <p:cNvCxnSpPr>
            <a:cxnSpLocks/>
          </p:cNvCxnSpPr>
          <p:nvPr userDrawn="1"/>
        </p:nvCxnSpPr>
        <p:spPr>
          <a:xfrm flipH="1">
            <a:off x="578419" y="3259660"/>
            <a:ext cx="281178" cy="0"/>
          </a:xfrm>
          <a:prstGeom prst="line">
            <a:avLst/>
          </a:prstGeom>
          <a:ln w="38100" cap="flat">
            <a:solidFill>
              <a:srgbClr val="F0CC71"/>
            </a:solidFill>
            <a:prstDash val="solid"/>
          </a:ln>
        </p:spPr>
        <p:style>
          <a:lnRef idx="1">
            <a:schemeClr val="accent1"/>
          </a:lnRef>
          <a:fillRef idx="0">
            <a:schemeClr val="accent1"/>
          </a:fillRef>
          <a:effectRef idx="0">
            <a:schemeClr val="accent1"/>
          </a:effectRef>
          <a:fontRef idx="minor">
            <a:schemeClr val="tx1"/>
          </a:fontRef>
        </p:style>
      </p:cxnSp>
      <p:sp>
        <p:nvSpPr>
          <p:cNvPr id="6" name="Slide Number Placeholder 7">
            <a:extLst>
              <a:ext uri="{FF2B5EF4-FFF2-40B4-BE49-F238E27FC236}">
                <a16:creationId xmlns:a16="http://schemas.microsoft.com/office/drawing/2014/main" id="{CB737692-EBCE-3DB2-EEE6-98690BCF9269}"/>
              </a:ext>
            </a:extLst>
          </p:cNvPr>
          <p:cNvSpPr>
            <a:spLocks noGrp="1"/>
          </p:cNvSpPr>
          <p:nvPr>
            <p:ph type="sldNum" sz="quarter" idx="17"/>
          </p:nvPr>
        </p:nvSpPr>
        <p:spPr>
          <a:xfrm>
            <a:off x="571500" y="4817745"/>
            <a:ext cx="274320" cy="27432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10" name="Footer Placeholder 6">
            <a:extLst>
              <a:ext uri="{FF2B5EF4-FFF2-40B4-BE49-F238E27FC236}">
                <a16:creationId xmlns:a16="http://schemas.microsoft.com/office/drawing/2014/main" id="{4F04817E-BD68-D98E-68D4-B156602982EB}"/>
              </a:ext>
            </a:extLst>
          </p:cNvPr>
          <p:cNvSpPr>
            <a:spLocks noGrp="1"/>
          </p:cNvSpPr>
          <p:nvPr>
            <p:ph type="ftr" sz="quarter" idx="16"/>
          </p:nvPr>
        </p:nvSpPr>
        <p:spPr>
          <a:xfrm>
            <a:off x="845820" y="4817984"/>
            <a:ext cx="4309034" cy="273844"/>
          </a:xfrm>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11" name="Date Placeholder 4">
            <a:extLst>
              <a:ext uri="{FF2B5EF4-FFF2-40B4-BE49-F238E27FC236}">
                <a16:creationId xmlns:a16="http://schemas.microsoft.com/office/drawing/2014/main" id="{D8490AA6-ABB7-8870-D034-F44F2026B242}"/>
              </a:ext>
            </a:extLst>
          </p:cNvPr>
          <p:cNvSpPr>
            <a:spLocks noGrp="1"/>
          </p:cNvSpPr>
          <p:nvPr>
            <p:ph type="dt" sz="half" idx="18"/>
          </p:nvPr>
        </p:nvSpPr>
        <p:spPr>
          <a:xfrm>
            <a:off x="5154854" y="4819203"/>
            <a:ext cx="2057400" cy="272625"/>
          </a:xfrm>
        </p:spPr>
        <p:txBody>
          <a:bodyPr/>
          <a:lstStyle>
            <a:lvl1pPr>
              <a:defRPr>
                <a:solidFill>
                  <a:srgbClr val="AEA8A2"/>
                </a:solidFill>
              </a:defRPr>
            </a:lvl1pPr>
          </a:lstStyle>
          <a:p>
            <a:r>
              <a:rPr lang="en-US"/>
              <a:t>[Date]</a:t>
            </a:r>
            <a:endParaRPr lang="en-US" dirty="0"/>
          </a:p>
        </p:txBody>
      </p:sp>
      <p:sp>
        <p:nvSpPr>
          <p:cNvPr id="3" name="Title 2">
            <a:extLst>
              <a:ext uri="{FF2B5EF4-FFF2-40B4-BE49-F238E27FC236}">
                <a16:creationId xmlns:a16="http://schemas.microsoft.com/office/drawing/2014/main" id="{B099EEEE-62A5-DE0D-FD45-A3C465FD76A0}"/>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506506387"/>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Light - Thank You_Pilla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hank You">
            <a:extLst>
              <a:ext uri="{FF2B5EF4-FFF2-40B4-BE49-F238E27FC236}">
                <a16:creationId xmlns:a16="http://schemas.microsoft.com/office/drawing/2014/main" id="{701BFB4F-AD1A-4B21-826E-A2F61F5D8AAB}"/>
              </a:ext>
            </a:extLst>
          </p:cNvPr>
          <p:cNvSpPr>
            <a:spLocks noGrp="1"/>
          </p:cNvSpPr>
          <p:nvPr>
            <p:ph type="title" hasCustomPrompt="1"/>
          </p:nvPr>
        </p:nvSpPr>
        <p:spPr>
          <a:xfrm>
            <a:off x="576657" y="2611673"/>
            <a:ext cx="3766744" cy="617220"/>
          </a:xfrm>
          <a:noFill/>
        </p:spPr>
        <p:txBody>
          <a:bodyPr vert="horz" lIns="0" tIns="0" rIns="0" bIns="0" rtlCol="0" anchor="b" anchorCtr="0">
            <a:noAutofit/>
          </a:bodyPr>
          <a:lstStyle>
            <a:lvl1pPr>
              <a:defRPr lang="en-US" sz="2400" b="1" i="0">
                <a:latin typeface="Oracle Sans Tab" panose="020B0503020204020204" pitchFamily="34" charset="0"/>
                <a:cs typeface="Oracle Sans Tab" panose="020B0503020204020204" pitchFamily="34" charset="0"/>
              </a:defRPr>
            </a:lvl1pPr>
          </a:lstStyle>
          <a:p>
            <a:pPr marL="0" marR="0" lvl="0" indent="0" fontAlgn="t">
              <a:lnSpc>
                <a:spcPct val="100000"/>
              </a:lnSpc>
              <a:spcBef>
                <a:spcPts val="0"/>
              </a:spcBef>
              <a:spcAft>
                <a:spcPts val="0"/>
              </a:spcAft>
              <a:buClrTx/>
              <a:buSzTx/>
              <a:buFont typeface="System Font Regular"/>
              <a:tabLst/>
            </a:pPr>
            <a:r>
              <a:rPr lang="en-US" dirty="0"/>
              <a:t>Thank you</a:t>
            </a:r>
          </a:p>
        </p:txBody>
      </p:sp>
      <p:sp>
        <p:nvSpPr>
          <p:cNvPr id="11" name="Text Field">
            <a:extLst>
              <a:ext uri="{FF2B5EF4-FFF2-40B4-BE49-F238E27FC236}">
                <a16:creationId xmlns:a16="http://schemas.microsoft.com/office/drawing/2014/main" id="{F273E805-B8FF-F84B-99E6-4636F8BD3EBF}"/>
              </a:ext>
            </a:extLst>
          </p:cNvPr>
          <p:cNvSpPr>
            <a:spLocks noGrp="1"/>
          </p:cNvSpPr>
          <p:nvPr>
            <p:ph type="body" sz="quarter" idx="37"/>
          </p:nvPr>
        </p:nvSpPr>
        <p:spPr>
          <a:xfrm>
            <a:off x="571500" y="3580189"/>
            <a:ext cx="3771900" cy="199718"/>
          </a:xfrm>
          <a:prstGeom prst="rect">
            <a:avLst/>
          </a:prstGeom>
        </p:spPr>
        <p:txBody>
          <a:bodyPr>
            <a:noAutofit/>
          </a:bodyPr>
          <a:lstStyle>
            <a:lvl1pPr>
              <a:defRPr b="1"/>
            </a:lvl1pPr>
          </a:lstStyle>
          <a:p>
            <a:pPr lvl="0"/>
            <a:r>
              <a:rPr lang="en-US"/>
              <a:t>Click to edit Master text styles</a:t>
            </a:r>
          </a:p>
        </p:txBody>
      </p:sp>
      <p:sp>
        <p:nvSpPr>
          <p:cNvPr id="10" name="Text Field 2">
            <a:extLst>
              <a:ext uri="{FF2B5EF4-FFF2-40B4-BE49-F238E27FC236}">
                <a16:creationId xmlns:a16="http://schemas.microsoft.com/office/drawing/2014/main" id="{283762D0-0D31-A347-AD9E-095398CD17C5}"/>
              </a:ext>
            </a:extLst>
          </p:cNvPr>
          <p:cNvSpPr>
            <a:spLocks noGrp="1"/>
          </p:cNvSpPr>
          <p:nvPr>
            <p:ph type="body" sz="quarter" idx="36"/>
          </p:nvPr>
        </p:nvSpPr>
        <p:spPr>
          <a:xfrm>
            <a:off x="571500" y="3833384"/>
            <a:ext cx="3771900" cy="671386"/>
          </a:xfrm>
          <a:prstGeom prst="rect">
            <a:avLst/>
          </a:prstGeom>
        </p:spPr>
        <p:txBody>
          <a:bodyPr>
            <a:noAutofit/>
          </a:bodyPr>
          <a:lstStyle>
            <a:lvl1pPr>
              <a:defRPr/>
            </a:lvl1pPr>
          </a:lstStyle>
          <a:p>
            <a:pPr lvl="0"/>
            <a:r>
              <a:rPr lang="en-US"/>
              <a:t>Click to edit Master text styles</a:t>
            </a:r>
          </a:p>
        </p:txBody>
      </p:sp>
      <p:sp>
        <p:nvSpPr>
          <p:cNvPr id="6" name="Slide Number Placeholder 5">
            <a:extLst>
              <a:ext uri="{FF2B5EF4-FFF2-40B4-BE49-F238E27FC236}">
                <a16:creationId xmlns:a16="http://schemas.microsoft.com/office/drawing/2014/main" id="{30968FA8-1974-461B-87A5-6D7032FA1C85}"/>
              </a:ext>
            </a:extLst>
          </p:cNvPr>
          <p:cNvSpPr>
            <a:spLocks noGrp="1"/>
          </p:cNvSpPr>
          <p:nvPr>
            <p:ph type="sldNum" sz="quarter" idx="40"/>
          </p:nvPr>
        </p:nvSpPr>
        <p:spPr/>
        <p:txBody>
          <a:bodyPr/>
          <a:lstStyle>
            <a:lvl1pPr>
              <a:defRPr>
                <a:solidFill>
                  <a:srgbClr val="8B8580"/>
                </a:solidFill>
              </a:defRPr>
            </a:lvl1pPr>
          </a:lstStyle>
          <a:p>
            <a:fld id="{345D60D9-5372-5F40-9443-0F9AE5BDC3C8}" type="slidenum">
              <a:rPr lang="en-US" smtClean="0"/>
              <a:pPr/>
              <a:t>‹#›</a:t>
            </a:fld>
            <a:endParaRPr lang="en-US" dirty="0"/>
          </a:p>
        </p:txBody>
      </p:sp>
      <p:sp>
        <p:nvSpPr>
          <p:cNvPr id="5" name="Footer Placeholder 4">
            <a:extLst>
              <a:ext uri="{FF2B5EF4-FFF2-40B4-BE49-F238E27FC236}">
                <a16:creationId xmlns:a16="http://schemas.microsoft.com/office/drawing/2014/main" id="{572AC1E3-E104-4942-8AE8-198E477A85F9}"/>
              </a:ext>
            </a:extLst>
          </p:cNvPr>
          <p:cNvSpPr>
            <a:spLocks noGrp="1"/>
          </p:cNvSpPr>
          <p:nvPr>
            <p:ph type="ftr" sz="quarter" idx="39"/>
          </p:nvPr>
        </p:nvSpPr>
        <p:spPr/>
        <p:txBody>
          <a:bodyPr/>
          <a:lstStyle>
            <a:lvl1pPr>
              <a:defRPr>
                <a:solidFill>
                  <a:srgbClr val="8B8580"/>
                </a:solidFill>
              </a:defRPr>
            </a:lvl1pPr>
          </a:lstStyle>
          <a:p>
            <a:r>
              <a:rPr lang="en-US"/>
              <a:t>Copyright © 2025, Oracle and/or its affiliates |  Confidential: Internal/Restricted/Highly Restricted</a:t>
            </a:r>
            <a:endParaRPr lang="en-US" dirty="0"/>
          </a:p>
        </p:txBody>
      </p:sp>
      <p:sp>
        <p:nvSpPr>
          <p:cNvPr id="4" name="Date Placeholder 3">
            <a:extLst>
              <a:ext uri="{FF2B5EF4-FFF2-40B4-BE49-F238E27FC236}">
                <a16:creationId xmlns:a16="http://schemas.microsoft.com/office/drawing/2014/main" id="{3698BC18-3443-48B2-97E6-989B7098DC52}"/>
              </a:ext>
            </a:extLst>
          </p:cNvPr>
          <p:cNvSpPr>
            <a:spLocks noGrp="1"/>
          </p:cNvSpPr>
          <p:nvPr>
            <p:ph type="dt" sz="half" idx="38"/>
          </p:nvPr>
        </p:nvSpPr>
        <p:spPr/>
        <p:txBody>
          <a:bodyPr/>
          <a:lstStyle>
            <a:lvl1pPr>
              <a:defRPr>
                <a:solidFill>
                  <a:srgbClr val="8B8580"/>
                </a:solidFill>
              </a:defRPr>
            </a:lvl1pPr>
          </a:lstStyle>
          <a:p>
            <a:r>
              <a:rPr lang="en-US"/>
              <a:t>[Date]</a:t>
            </a:r>
            <a:endParaRPr lang="en-US" dirty="0"/>
          </a:p>
        </p:txBody>
      </p:sp>
      <p:cxnSp>
        <p:nvCxnSpPr>
          <p:cNvPr id="2" name="Accent Mark">
            <a:extLst>
              <a:ext uri="{FF2B5EF4-FFF2-40B4-BE49-F238E27FC236}">
                <a16:creationId xmlns:a16="http://schemas.microsoft.com/office/drawing/2014/main" id="{6D1A11F5-E1B3-0422-0889-78B3843373C9}"/>
              </a:ext>
              <a:ext uri="{C183D7F6-B498-43B3-948B-1728B52AA6E4}">
                <adec:decorative xmlns:adec="http://schemas.microsoft.com/office/drawing/2017/decorative" val="1"/>
              </a:ext>
            </a:extLst>
          </p:cNvPr>
          <p:cNvCxnSpPr>
            <a:cxnSpLocks/>
          </p:cNvCxnSpPr>
          <p:nvPr userDrawn="1"/>
        </p:nvCxnSpPr>
        <p:spPr>
          <a:xfrm flipH="1">
            <a:off x="576953" y="3382265"/>
            <a:ext cx="281178" cy="0"/>
          </a:xfrm>
          <a:prstGeom prst="line">
            <a:avLst/>
          </a:prstGeom>
          <a:ln w="38100" cap="flat">
            <a:solidFill>
              <a:srgbClr val="C74634"/>
            </a:solidFill>
            <a:prstDash val="soli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68733878"/>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ark - Thank You_Pilla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hank you">
            <a:extLst>
              <a:ext uri="{FF2B5EF4-FFF2-40B4-BE49-F238E27FC236}">
                <a16:creationId xmlns:a16="http://schemas.microsoft.com/office/drawing/2014/main" id="{1F390879-C7C7-4224-97BB-1C165BFB5AA3}"/>
              </a:ext>
            </a:extLst>
          </p:cNvPr>
          <p:cNvSpPr>
            <a:spLocks noGrp="1"/>
          </p:cNvSpPr>
          <p:nvPr>
            <p:ph type="title" hasCustomPrompt="1"/>
          </p:nvPr>
        </p:nvSpPr>
        <p:spPr>
          <a:xfrm>
            <a:off x="576656" y="2612980"/>
            <a:ext cx="3771900" cy="617220"/>
          </a:xfrm>
          <a:noFill/>
        </p:spPr>
        <p:txBody>
          <a:bodyPr vert="horz" lIns="0" tIns="0" rIns="0" bIns="0" rtlCol="0" anchor="b" anchorCtr="0">
            <a:noAutofit/>
          </a:bodyPr>
          <a:lstStyle>
            <a:lvl1pPr>
              <a:defRPr lang="en-US" sz="2400" b="1" i="0">
                <a:latin typeface="Oracle Sans Tab" panose="020B0503020204020204" pitchFamily="34" charset="0"/>
                <a:cs typeface="Oracle Sans Tab" panose="020B0503020204020204" pitchFamily="34" charset="0"/>
              </a:defRPr>
            </a:lvl1pPr>
          </a:lstStyle>
          <a:p>
            <a:pPr marL="0" marR="0" lvl="0" indent="0" fontAlgn="t">
              <a:lnSpc>
                <a:spcPct val="100000"/>
              </a:lnSpc>
              <a:spcBef>
                <a:spcPts val="0"/>
              </a:spcBef>
              <a:spcAft>
                <a:spcPts val="0"/>
              </a:spcAft>
              <a:buClrTx/>
              <a:buSzTx/>
              <a:buFont typeface="System Font Regular"/>
              <a:tabLst/>
            </a:pPr>
            <a:r>
              <a:rPr lang="en-US" dirty="0"/>
              <a:t>Thank you</a:t>
            </a:r>
          </a:p>
        </p:txBody>
      </p:sp>
      <p:sp>
        <p:nvSpPr>
          <p:cNvPr id="11" name="Text Field">
            <a:extLst>
              <a:ext uri="{FF2B5EF4-FFF2-40B4-BE49-F238E27FC236}">
                <a16:creationId xmlns:a16="http://schemas.microsoft.com/office/drawing/2014/main" id="{F273E805-B8FF-F84B-99E6-4636F8BD3EBF}"/>
              </a:ext>
            </a:extLst>
          </p:cNvPr>
          <p:cNvSpPr>
            <a:spLocks noGrp="1"/>
          </p:cNvSpPr>
          <p:nvPr>
            <p:ph type="body" sz="quarter" idx="37"/>
          </p:nvPr>
        </p:nvSpPr>
        <p:spPr>
          <a:xfrm>
            <a:off x="571500" y="3580189"/>
            <a:ext cx="3771900" cy="199718"/>
          </a:xfrm>
          <a:prstGeom prst="rect">
            <a:avLst/>
          </a:prstGeom>
        </p:spPr>
        <p:txBody>
          <a:bodyPr>
            <a:noAutofit/>
          </a:bodyPr>
          <a:lstStyle>
            <a:lvl1pPr>
              <a:defRPr b="1"/>
            </a:lvl1pPr>
          </a:lstStyle>
          <a:p>
            <a:pPr lvl="0"/>
            <a:r>
              <a:rPr lang="en-US"/>
              <a:t>Click to edit Master text styles</a:t>
            </a:r>
          </a:p>
        </p:txBody>
      </p:sp>
      <p:sp>
        <p:nvSpPr>
          <p:cNvPr id="10" name="Text Field 2">
            <a:extLst>
              <a:ext uri="{FF2B5EF4-FFF2-40B4-BE49-F238E27FC236}">
                <a16:creationId xmlns:a16="http://schemas.microsoft.com/office/drawing/2014/main" id="{283762D0-0D31-A347-AD9E-095398CD17C5}"/>
              </a:ext>
            </a:extLst>
          </p:cNvPr>
          <p:cNvSpPr>
            <a:spLocks noGrp="1"/>
          </p:cNvSpPr>
          <p:nvPr>
            <p:ph type="body" sz="quarter" idx="36"/>
          </p:nvPr>
        </p:nvSpPr>
        <p:spPr>
          <a:xfrm>
            <a:off x="571500" y="3833384"/>
            <a:ext cx="3771900" cy="671386"/>
          </a:xfrm>
          <a:prstGeom prst="rect">
            <a:avLst/>
          </a:prstGeom>
        </p:spPr>
        <p:txBody>
          <a:bodyPr>
            <a:noAutofit/>
          </a:bodyPr>
          <a:lstStyle>
            <a:lvl1pPr>
              <a:defRPr/>
            </a:lvl1pPr>
          </a:lstStyle>
          <a:p>
            <a:pPr lvl="0"/>
            <a:r>
              <a:rPr lang="en-US"/>
              <a:t>Click to edit Master text styles</a:t>
            </a:r>
          </a:p>
        </p:txBody>
      </p:sp>
      <p:cxnSp>
        <p:nvCxnSpPr>
          <p:cNvPr id="2" name="Accent Mark">
            <a:extLst>
              <a:ext uri="{FF2B5EF4-FFF2-40B4-BE49-F238E27FC236}">
                <a16:creationId xmlns:a16="http://schemas.microsoft.com/office/drawing/2014/main" id="{FE05F654-7087-81ED-B9CB-FDB14DD46CCF}"/>
              </a:ext>
              <a:ext uri="{C183D7F6-B498-43B3-948B-1728B52AA6E4}">
                <adec:decorative xmlns:adec="http://schemas.microsoft.com/office/drawing/2017/decorative" val="1"/>
              </a:ext>
            </a:extLst>
          </p:cNvPr>
          <p:cNvCxnSpPr>
            <a:cxnSpLocks/>
          </p:cNvCxnSpPr>
          <p:nvPr userDrawn="1"/>
        </p:nvCxnSpPr>
        <p:spPr>
          <a:xfrm flipH="1">
            <a:off x="576953" y="3382265"/>
            <a:ext cx="281178" cy="0"/>
          </a:xfrm>
          <a:prstGeom prst="line">
            <a:avLst/>
          </a:prstGeom>
          <a:ln w="38100" cap="flat">
            <a:solidFill>
              <a:srgbClr val="F0CC71"/>
            </a:solidFill>
            <a:prstDash val="solid"/>
          </a:ln>
        </p:spPr>
        <p:style>
          <a:lnRef idx="1">
            <a:schemeClr val="accent1"/>
          </a:lnRef>
          <a:fillRef idx="0">
            <a:schemeClr val="accent1"/>
          </a:fillRef>
          <a:effectRef idx="0">
            <a:schemeClr val="accent1"/>
          </a:effectRef>
          <a:fontRef idx="minor">
            <a:schemeClr val="tx1"/>
          </a:fontRef>
        </p:style>
      </p:cxnSp>
      <p:sp>
        <p:nvSpPr>
          <p:cNvPr id="7" name="Slide Number Placeholder 7">
            <a:extLst>
              <a:ext uri="{FF2B5EF4-FFF2-40B4-BE49-F238E27FC236}">
                <a16:creationId xmlns:a16="http://schemas.microsoft.com/office/drawing/2014/main" id="{3B788C17-C414-CA36-3B64-7649C40FEC1B}"/>
              </a:ext>
            </a:extLst>
          </p:cNvPr>
          <p:cNvSpPr>
            <a:spLocks noGrp="1"/>
          </p:cNvSpPr>
          <p:nvPr>
            <p:ph type="sldNum" sz="quarter" idx="17"/>
          </p:nvPr>
        </p:nvSpPr>
        <p:spPr>
          <a:xfrm>
            <a:off x="571500" y="4817745"/>
            <a:ext cx="274320" cy="27432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8" name="Footer Placeholder 6">
            <a:extLst>
              <a:ext uri="{FF2B5EF4-FFF2-40B4-BE49-F238E27FC236}">
                <a16:creationId xmlns:a16="http://schemas.microsoft.com/office/drawing/2014/main" id="{A9B704DB-5F18-8015-DE52-36EFD1E38677}"/>
              </a:ext>
            </a:extLst>
          </p:cNvPr>
          <p:cNvSpPr>
            <a:spLocks noGrp="1"/>
          </p:cNvSpPr>
          <p:nvPr>
            <p:ph type="ftr" sz="quarter" idx="16"/>
          </p:nvPr>
        </p:nvSpPr>
        <p:spPr>
          <a:xfrm>
            <a:off x="845820" y="4817984"/>
            <a:ext cx="4309034" cy="273844"/>
          </a:xfrm>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9" name="Date Placeholder 4">
            <a:extLst>
              <a:ext uri="{FF2B5EF4-FFF2-40B4-BE49-F238E27FC236}">
                <a16:creationId xmlns:a16="http://schemas.microsoft.com/office/drawing/2014/main" id="{1FF64650-507E-A1FC-AA47-C160D4E3AF76}"/>
              </a:ext>
            </a:extLst>
          </p:cNvPr>
          <p:cNvSpPr>
            <a:spLocks noGrp="1"/>
          </p:cNvSpPr>
          <p:nvPr>
            <p:ph type="dt" sz="half" idx="15"/>
          </p:nvPr>
        </p:nvSpPr>
        <p:spPr>
          <a:xfrm>
            <a:off x="5154854" y="4819203"/>
            <a:ext cx="2057400" cy="272625"/>
          </a:xfrm>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3367266540"/>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ight - Safe harbor_Pillar">
    <p:bg>
      <p:bgRef idx="1001">
        <a:schemeClr val="bg2"/>
      </p:bgRef>
    </p:bg>
    <p:spTree>
      <p:nvGrpSpPr>
        <p:cNvPr id="1" name=""/>
        <p:cNvGrpSpPr/>
        <p:nvPr/>
      </p:nvGrpSpPr>
      <p:grpSpPr>
        <a:xfrm>
          <a:off x="0" y="0"/>
          <a:ext cx="0" cy="0"/>
          <a:chOff x="0" y="0"/>
          <a:chExt cx="0" cy="0"/>
        </a:xfrm>
      </p:grpSpPr>
      <p:cxnSp>
        <p:nvCxnSpPr>
          <p:cNvPr id="5" name="Accent Mark">
            <a:extLst>
              <a:ext uri="{FF2B5EF4-FFF2-40B4-BE49-F238E27FC236}">
                <a16:creationId xmlns:a16="http://schemas.microsoft.com/office/drawing/2014/main" id="{159478B6-6FE5-711F-6D43-1A5E3FC478D1}"/>
              </a:ext>
              <a:ext uri="{C183D7F6-B498-43B3-948B-1728B52AA6E4}">
                <adec:decorative xmlns:adec="http://schemas.microsoft.com/office/drawing/2017/decorative" val="1"/>
              </a:ext>
            </a:extLst>
          </p:cNvPr>
          <p:cNvCxnSpPr>
            <a:cxnSpLocks/>
          </p:cNvCxnSpPr>
          <p:nvPr userDrawn="1"/>
        </p:nvCxnSpPr>
        <p:spPr>
          <a:xfrm flipH="1">
            <a:off x="576953" y="973807"/>
            <a:ext cx="281178" cy="0"/>
          </a:xfrm>
          <a:prstGeom prst="line">
            <a:avLst/>
          </a:prstGeom>
          <a:ln w="38100" cap="flat">
            <a:solidFill>
              <a:srgbClr val="C74634"/>
            </a:solidFill>
            <a:prstDash val="solid"/>
          </a:ln>
        </p:spPr>
        <p:style>
          <a:lnRef idx="1">
            <a:schemeClr val="accent1"/>
          </a:lnRef>
          <a:fillRef idx="0">
            <a:schemeClr val="accent1"/>
          </a:fillRef>
          <a:effectRef idx="0">
            <a:schemeClr val="accent1"/>
          </a:effectRef>
          <a:fontRef idx="minor">
            <a:schemeClr val="tx1"/>
          </a:fontRef>
        </p:style>
      </p:cxnSp>
      <p:sp>
        <p:nvSpPr>
          <p:cNvPr id="4" name="Slide Number Placeholder 5">
            <a:extLst>
              <a:ext uri="{FF2B5EF4-FFF2-40B4-BE49-F238E27FC236}">
                <a16:creationId xmlns:a16="http://schemas.microsoft.com/office/drawing/2014/main" id="{BC646B5F-9A04-2345-9C7A-6782C7E49933}"/>
              </a:ext>
            </a:extLst>
          </p:cNvPr>
          <p:cNvSpPr>
            <a:spLocks noGrp="1"/>
          </p:cNvSpPr>
          <p:nvPr>
            <p:ph type="sldNum" sz="quarter" idx="40"/>
          </p:nvPr>
        </p:nvSpPr>
        <p:spPr>
          <a:xfrm>
            <a:off x="571500" y="4817745"/>
            <a:ext cx="274320" cy="274320"/>
          </a:xfrm>
        </p:spPr>
        <p:txBody>
          <a:bodyPr/>
          <a:lstStyle>
            <a:lvl1pPr>
              <a:defRPr>
                <a:solidFill>
                  <a:srgbClr val="8B8580"/>
                </a:solidFill>
              </a:defRPr>
            </a:lvl1pPr>
          </a:lstStyle>
          <a:p>
            <a:fld id="{345D60D9-5372-5F40-9443-0F9AE5BDC3C8}" type="slidenum">
              <a:rPr lang="en-US" smtClean="0"/>
              <a:pPr/>
              <a:t>‹#›</a:t>
            </a:fld>
            <a:endParaRPr lang="en-US" dirty="0"/>
          </a:p>
        </p:txBody>
      </p:sp>
      <p:sp>
        <p:nvSpPr>
          <p:cNvPr id="6" name="Footer Placeholder 4">
            <a:extLst>
              <a:ext uri="{FF2B5EF4-FFF2-40B4-BE49-F238E27FC236}">
                <a16:creationId xmlns:a16="http://schemas.microsoft.com/office/drawing/2014/main" id="{FFEE0BDB-5EA2-52EC-445D-A4A5ED94A7B0}"/>
              </a:ext>
            </a:extLst>
          </p:cNvPr>
          <p:cNvSpPr>
            <a:spLocks noGrp="1"/>
          </p:cNvSpPr>
          <p:nvPr>
            <p:ph type="ftr" sz="quarter" idx="39"/>
          </p:nvPr>
        </p:nvSpPr>
        <p:spPr>
          <a:xfrm>
            <a:off x="845820" y="4817984"/>
            <a:ext cx="4309034" cy="273844"/>
          </a:xfrm>
        </p:spPr>
        <p:txBody>
          <a:bodyPr/>
          <a:lstStyle>
            <a:lvl1pPr>
              <a:defRPr>
                <a:solidFill>
                  <a:srgbClr val="8B8580"/>
                </a:solidFill>
              </a:defRPr>
            </a:lvl1pPr>
          </a:lstStyle>
          <a:p>
            <a:r>
              <a:rPr lang="en-US"/>
              <a:t>Copyright © 2025, Oracle and/or its affiliates |  Confidential: Internal/Restricted/Highly Restricted</a:t>
            </a:r>
            <a:endParaRPr lang="en-US" dirty="0"/>
          </a:p>
        </p:txBody>
      </p:sp>
      <p:sp>
        <p:nvSpPr>
          <p:cNvPr id="7" name="Date Placeholder 3">
            <a:extLst>
              <a:ext uri="{FF2B5EF4-FFF2-40B4-BE49-F238E27FC236}">
                <a16:creationId xmlns:a16="http://schemas.microsoft.com/office/drawing/2014/main" id="{462F21D1-B67F-E9FA-456D-B3EE99FD6629}"/>
              </a:ext>
            </a:extLst>
          </p:cNvPr>
          <p:cNvSpPr>
            <a:spLocks noGrp="1"/>
          </p:cNvSpPr>
          <p:nvPr>
            <p:ph type="dt" sz="half" idx="38"/>
          </p:nvPr>
        </p:nvSpPr>
        <p:spPr>
          <a:xfrm>
            <a:off x="5154854" y="4819203"/>
            <a:ext cx="2057400" cy="272625"/>
          </a:xfrm>
        </p:spPr>
        <p:txBody>
          <a:bodyPr/>
          <a:lstStyle>
            <a:lvl1pPr>
              <a:defRPr>
                <a:solidFill>
                  <a:srgbClr val="8B8580"/>
                </a:solidFill>
              </a:defRPr>
            </a:lvl1pPr>
          </a:lstStyle>
          <a:p>
            <a:r>
              <a:rPr lang="en-US"/>
              <a:t>[Date]</a:t>
            </a:r>
            <a:endParaRPr lang="en-US" dirty="0"/>
          </a:p>
        </p:txBody>
      </p:sp>
      <p:sp>
        <p:nvSpPr>
          <p:cNvPr id="8" name="TextBox 7">
            <a:extLst>
              <a:ext uri="{FF2B5EF4-FFF2-40B4-BE49-F238E27FC236}">
                <a16:creationId xmlns:a16="http://schemas.microsoft.com/office/drawing/2014/main" id="{C586C2BC-F307-6735-B7BB-F97EDC87D1B7}"/>
              </a:ext>
            </a:extLst>
          </p:cNvPr>
          <p:cNvSpPr txBox="1"/>
          <p:nvPr userDrawn="1"/>
        </p:nvSpPr>
        <p:spPr>
          <a:xfrm>
            <a:off x="508226" y="444207"/>
            <a:ext cx="4573484" cy="369332"/>
          </a:xfrm>
          <a:prstGeom prst="rect">
            <a:avLst/>
          </a:prstGeom>
          <a:noFill/>
        </p:spPr>
        <p:txBody>
          <a:bodyPr wrap="square">
            <a:spAutoFit/>
          </a:bodyPr>
          <a:lstStyle/>
          <a:p>
            <a:r>
              <a:rPr lang="en-US" sz="1800" b="1" i="0" dirty="0">
                <a:latin typeface="Oracle Sans" panose="020B0503020204020204" pitchFamily="34" charset="0"/>
                <a:cs typeface="Oracle Sans" panose="020B0503020204020204" pitchFamily="34" charset="0"/>
              </a:rPr>
              <a:t>Safe harbor statement</a:t>
            </a:r>
          </a:p>
        </p:txBody>
      </p:sp>
      <p:sp>
        <p:nvSpPr>
          <p:cNvPr id="9" name="TextBox 8">
            <a:extLst>
              <a:ext uri="{FF2B5EF4-FFF2-40B4-BE49-F238E27FC236}">
                <a16:creationId xmlns:a16="http://schemas.microsoft.com/office/drawing/2014/main" id="{B48E924C-92AD-D353-5ABA-DAC20AB0A6AE}"/>
              </a:ext>
            </a:extLst>
          </p:cNvPr>
          <p:cNvSpPr txBox="1"/>
          <p:nvPr userDrawn="1"/>
        </p:nvSpPr>
        <p:spPr>
          <a:xfrm>
            <a:off x="507492" y="1166422"/>
            <a:ext cx="6381369" cy="1323439"/>
          </a:xfrm>
          <a:prstGeom prst="rect">
            <a:avLst/>
          </a:prstGeom>
          <a:noFill/>
        </p:spPr>
        <p:txBody>
          <a:bodyPr wrap="square">
            <a:spAutoFit/>
          </a:bodyPr>
          <a:lstStyle/>
          <a:p>
            <a:pPr>
              <a:lnSpc>
                <a:spcPts val="1590"/>
              </a:lnSpc>
              <a:spcAft>
                <a:spcPts val="0"/>
              </a:spcAft>
            </a:pPr>
            <a:r>
              <a:rPr lang="en-US" sz="1350" b="0" i="0" dirty="0">
                <a:solidFill>
                  <a:schemeClr val="tx1"/>
                </a:solidFill>
                <a:latin typeface="+mn-lt"/>
                <a:cs typeface="Oracle Sans Light" panose="020B0403020204020204" pitchFamily="34" charset="0"/>
              </a:rPr>
              <a:t>The following is intended to outline our general product direction. It is intended for information purposes only, and may not be incorporated into any contract. It is not a commitment to deliver any material, code, or functionality, and should not be relied upon in making purchasing decisions. The development, release, timing, and pricing of any features or functionality described for Oracle’s products may change and remains at the sole discretion of Oracle Corporation.</a:t>
            </a:r>
          </a:p>
        </p:txBody>
      </p:sp>
    </p:spTree>
    <p:extLst>
      <p:ext uri="{BB962C8B-B14F-4D97-AF65-F5344CB8AC3E}">
        <p14:creationId xmlns:p14="http://schemas.microsoft.com/office/powerpoint/2010/main" val="3409330779"/>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ark - Safe harbor_Pillar">
    <p:bg>
      <p:bgPr>
        <a:solidFill>
          <a:schemeClr val="bg2"/>
        </a:solidFill>
        <a:effectLst/>
      </p:bgPr>
    </p:bg>
    <p:spTree>
      <p:nvGrpSpPr>
        <p:cNvPr id="1" name=""/>
        <p:cNvGrpSpPr/>
        <p:nvPr/>
      </p:nvGrpSpPr>
      <p:grpSpPr>
        <a:xfrm>
          <a:off x="0" y="0"/>
          <a:ext cx="0" cy="0"/>
          <a:chOff x="0" y="0"/>
          <a:chExt cx="0" cy="0"/>
        </a:xfrm>
      </p:grpSpPr>
      <p:cxnSp>
        <p:nvCxnSpPr>
          <p:cNvPr id="4" name="Accent Mark">
            <a:extLst>
              <a:ext uri="{FF2B5EF4-FFF2-40B4-BE49-F238E27FC236}">
                <a16:creationId xmlns:a16="http://schemas.microsoft.com/office/drawing/2014/main" id="{0ACB5BDC-E08B-13DC-76CC-AF1921F9FDE0}"/>
              </a:ext>
              <a:ext uri="{C183D7F6-B498-43B3-948B-1728B52AA6E4}">
                <adec:decorative xmlns:adec="http://schemas.microsoft.com/office/drawing/2017/decorative" val="1"/>
              </a:ext>
            </a:extLst>
          </p:cNvPr>
          <p:cNvCxnSpPr>
            <a:cxnSpLocks/>
          </p:cNvCxnSpPr>
          <p:nvPr userDrawn="1"/>
        </p:nvCxnSpPr>
        <p:spPr>
          <a:xfrm flipH="1">
            <a:off x="576953" y="973807"/>
            <a:ext cx="281178" cy="0"/>
          </a:xfrm>
          <a:prstGeom prst="line">
            <a:avLst/>
          </a:prstGeom>
          <a:ln w="38100" cap="flat">
            <a:solidFill>
              <a:srgbClr val="F0CC71"/>
            </a:solidFill>
            <a:prstDash val="solid"/>
          </a:ln>
        </p:spPr>
        <p:style>
          <a:lnRef idx="1">
            <a:schemeClr val="accent1"/>
          </a:lnRef>
          <a:fillRef idx="0">
            <a:schemeClr val="accent1"/>
          </a:fillRef>
          <a:effectRef idx="0">
            <a:schemeClr val="accent1"/>
          </a:effectRef>
          <a:fontRef idx="minor">
            <a:schemeClr val="tx1"/>
          </a:fontRef>
        </p:style>
      </p:cxnSp>
      <p:sp>
        <p:nvSpPr>
          <p:cNvPr id="5" name="Slide Number Placeholder 7">
            <a:extLst>
              <a:ext uri="{FF2B5EF4-FFF2-40B4-BE49-F238E27FC236}">
                <a16:creationId xmlns:a16="http://schemas.microsoft.com/office/drawing/2014/main" id="{BAE1FE92-0B5A-C3C7-4D80-295A1C03DE54}"/>
              </a:ext>
            </a:extLst>
          </p:cNvPr>
          <p:cNvSpPr>
            <a:spLocks noGrp="1"/>
          </p:cNvSpPr>
          <p:nvPr>
            <p:ph type="sldNum" sz="quarter" idx="17"/>
          </p:nvPr>
        </p:nvSpPr>
        <p:spPr>
          <a:xfrm>
            <a:off x="571500" y="4817745"/>
            <a:ext cx="274320" cy="27432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6" name="Footer Placeholder 6">
            <a:extLst>
              <a:ext uri="{FF2B5EF4-FFF2-40B4-BE49-F238E27FC236}">
                <a16:creationId xmlns:a16="http://schemas.microsoft.com/office/drawing/2014/main" id="{F12714ED-3627-881E-09BA-8AF5C2283036}"/>
              </a:ext>
            </a:extLst>
          </p:cNvPr>
          <p:cNvSpPr>
            <a:spLocks noGrp="1"/>
          </p:cNvSpPr>
          <p:nvPr>
            <p:ph type="ftr" sz="quarter" idx="16"/>
          </p:nvPr>
        </p:nvSpPr>
        <p:spPr>
          <a:xfrm>
            <a:off x="845820" y="4817984"/>
            <a:ext cx="4309034" cy="273844"/>
          </a:xfrm>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7" name="Date Placeholder 4">
            <a:extLst>
              <a:ext uri="{FF2B5EF4-FFF2-40B4-BE49-F238E27FC236}">
                <a16:creationId xmlns:a16="http://schemas.microsoft.com/office/drawing/2014/main" id="{1E845CA1-2B55-2D69-3680-9CE99F31519C}"/>
              </a:ext>
            </a:extLst>
          </p:cNvPr>
          <p:cNvSpPr>
            <a:spLocks noGrp="1"/>
          </p:cNvSpPr>
          <p:nvPr>
            <p:ph type="dt" sz="half" idx="15"/>
          </p:nvPr>
        </p:nvSpPr>
        <p:spPr>
          <a:xfrm>
            <a:off x="5154854" y="4819203"/>
            <a:ext cx="2057400" cy="272625"/>
          </a:xfrm>
        </p:spPr>
        <p:txBody>
          <a:bodyPr/>
          <a:lstStyle>
            <a:lvl1pPr>
              <a:defRPr>
                <a:solidFill>
                  <a:srgbClr val="AEA8A2"/>
                </a:solidFill>
              </a:defRPr>
            </a:lvl1pPr>
          </a:lstStyle>
          <a:p>
            <a:r>
              <a:rPr lang="en-US"/>
              <a:t>[Date]</a:t>
            </a:r>
            <a:endParaRPr lang="en-US" dirty="0"/>
          </a:p>
        </p:txBody>
      </p:sp>
      <p:sp>
        <p:nvSpPr>
          <p:cNvPr id="19" name="TextBox 18">
            <a:extLst>
              <a:ext uri="{FF2B5EF4-FFF2-40B4-BE49-F238E27FC236}">
                <a16:creationId xmlns:a16="http://schemas.microsoft.com/office/drawing/2014/main" id="{02B75262-CE4C-F843-17E8-3FD1AD455DC0}"/>
              </a:ext>
            </a:extLst>
          </p:cNvPr>
          <p:cNvSpPr txBox="1"/>
          <p:nvPr userDrawn="1"/>
        </p:nvSpPr>
        <p:spPr>
          <a:xfrm>
            <a:off x="508226" y="444207"/>
            <a:ext cx="4573484" cy="369332"/>
          </a:xfrm>
          <a:prstGeom prst="rect">
            <a:avLst/>
          </a:prstGeom>
          <a:noFill/>
        </p:spPr>
        <p:txBody>
          <a:bodyPr wrap="square">
            <a:spAutoFit/>
          </a:bodyPr>
          <a:lstStyle/>
          <a:p>
            <a:r>
              <a:rPr lang="en-US" sz="1800" b="1" i="0" dirty="0">
                <a:latin typeface="Oracle Sans" panose="020B0503020204020204" pitchFamily="34" charset="0"/>
                <a:cs typeface="Oracle Sans" panose="020B0503020204020204" pitchFamily="34" charset="0"/>
              </a:rPr>
              <a:t>Safe harbor statement</a:t>
            </a:r>
          </a:p>
        </p:txBody>
      </p:sp>
      <p:sp>
        <p:nvSpPr>
          <p:cNvPr id="21" name="TextBox 20">
            <a:extLst>
              <a:ext uri="{FF2B5EF4-FFF2-40B4-BE49-F238E27FC236}">
                <a16:creationId xmlns:a16="http://schemas.microsoft.com/office/drawing/2014/main" id="{90519867-9D20-9498-A8B1-AE2C2BC2FFF6}"/>
              </a:ext>
            </a:extLst>
          </p:cNvPr>
          <p:cNvSpPr txBox="1"/>
          <p:nvPr userDrawn="1"/>
        </p:nvSpPr>
        <p:spPr>
          <a:xfrm>
            <a:off x="507492" y="1166422"/>
            <a:ext cx="6381369" cy="1323439"/>
          </a:xfrm>
          <a:prstGeom prst="rect">
            <a:avLst/>
          </a:prstGeom>
          <a:noFill/>
        </p:spPr>
        <p:txBody>
          <a:bodyPr wrap="square">
            <a:spAutoFit/>
          </a:bodyPr>
          <a:lstStyle/>
          <a:p>
            <a:pPr>
              <a:lnSpc>
                <a:spcPts val="1590"/>
              </a:lnSpc>
              <a:spcAft>
                <a:spcPts val="0"/>
              </a:spcAft>
            </a:pPr>
            <a:r>
              <a:rPr lang="en-US" sz="1350" b="0" i="0" dirty="0">
                <a:solidFill>
                  <a:schemeClr val="tx1"/>
                </a:solidFill>
                <a:latin typeface="+mn-lt"/>
                <a:cs typeface="Oracle Sans Light" panose="020B0403020204020204" pitchFamily="34" charset="0"/>
              </a:rPr>
              <a:t>The following is intended to outline our general product direction. It is intended for information purposes only, and may not be incorporated into any contract. It is not a commitment to deliver any material, code, or functionality, and should not be relied upon in making purchasing decisions. The development, release, timing, and pricing of any features or functionality described for Oracle’s products may change and remains at the sole discretion of Oracle Corporation.</a:t>
            </a:r>
          </a:p>
        </p:txBody>
      </p:sp>
    </p:spTree>
    <p:extLst>
      <p:ext uri="{BB962C8B-B14F-4D97-AF65-F5344CB8AC3E}">
        <p14:creationId xmlns:p14="http://schemas.microsoft.com/office/powerpoint/2010/main" val="2813372913"/>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Speaker_2_Name">
    <p:bg>
      <p:bgRef idx="1001">
        <a:schemeClr val="bg2"/>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9F76A1C-2CA2-D2D8-0C7F-5F0DF052236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6" name="Title 5">
            <a:extLst>
              <a:ext uri="{FF2B5EF4-FFF2-40B4-BE49-F238E27FC236}">
                <a16:creationId xmlns:a16="http://schemas.microsoft.com/office/drawing/2014/main" id="{EE2F6E50-DCAF-E535-ED2D-8E22FBA64510}"/>
              </a:ext>
            </a:extLst>
          </p:cNvPr>
          <p:cNvSpPr>
            <a:spLocks noGrp="1"/>
          </p:cNvSpPr>
          <p:nvPr>
            <p:ph type="title"/>
          </p:nvPr>
        </p:nvSpPr>
        <p:spPr/>
        <p:txBody>
          <a:bodyPr/>
          <a:lstStyle>
            <a:lvl1pPr>
              <a:defRPr b="0" i="0">
                <a:latin typeface="Oracle Sans Tab Semi Bold" panose="020B0503020204020204" pitchFamily="34" charset="0"/>
                <a:cs typeface="Oracle Sans Tab Semi Bold" panose="020B0503020204020204" pitchFamily="34" charset="0"/>
              </a:defRPr>
            </a:lvl1pPr>
          </a:lstStyle>
          <a:p>
            <a:r>
              <a:rPr lang="en-US"/>
              <a:t>Click to edit Master title style</a:t>
            </a:r>
            <a:endParaRPr lang="en-US" dirty="0"/>
          </a:p>
        </p:txBody>
      </p:sp>
      <p:sp>
        <p:nvSpPr>
          <p:cNvPr id="7" name="Text Placeholder 33">
            <a:extLst>
              <a:ext uri="{FF2B5EF4-FFF2-40B4-BE49-F238E27FC236}">
                <a16:creationId xmlns:a16="http://schemas.microsoft.com/office/drawing/2014/main" id="{033745A7-2B07-9526-FF0D-AE8671C44D9E}"/>
              </a:ext>
            </a:extLst>
          </p:cNvPr>
          <p:cNvSpPr>
            <a:spLocks noGrp="1"/>
          </p:cNvSpPr>
          <p:nvPr>
            <p:ph type="body" sz="quarter" idx="12" hasCustomPrompt="1"/>
          </p:nvPr>
        </p:nvSpPr>
        <p:spPr>
          <a:xfrm>
            <a:off x="605757" y="1453206"/>
            <a:ext cx="3703320" cy="480055"/>
          </a:xfrm>
        </p:spPr>
        <p:txBody>
          <a:bodyPr vert="horz" lIns="0" tIns="0" rIns="0" bIns="0" rtlCol="0" anchor="b" anchorCtr="0">
            <a:noAutofit/>
          </a:bodyPr>
          <a:lstStyle>
            <a:lvl1pPr algn="l">
              <a:defRPr lang="en-US" sz="18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8" name="Text Placeholder 33">
            <a:extLst>
              <a:ext uri="{FF2B5EF4-FFF2-40B4-BE49-F238E27FC236}">
                <a16:creationId xmlns:a16="http://schemas.microsoft.com/office/drawing/2014/main" id="{8CB35380-8581-9F97-7E95-6DAB3CD36015}"/>
              </a:ext>
            </a:extLst>
          </p:cNvPr>
          <p:cNvSpPr>
            <a:spLocks noGrp="1"/>
          </p:cNvSpPr>
          <p:nvPr>
            <p:ph type="body" sz="quarter" idx="13" hasCustomPrompt="1"/>
          </p:nvPr>
        </p:nvSpPr>
        <p:spPr>
          <a:xfrm>
            <a:off x="605757" y="1932495"/>
            <a:ext cx="3703320" cy="480055"/>
          </a:xfrm>
        </p:spPr>
        <p:txBody>
          <a:bodyPr vert="horz" lIns="0" tIns="0" rIns="0" bIns="0" rtlCol="0" anchor="t" anchorCtr="0">
            <a:noAutofit/>
          </a:bodyPr>
          <a:lstStyle>
            <a:lvl1pPr algn="l">
              <a:defRPr lang="en-US" sz="15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9" name="Text Placeholder 33">
            <a:extLst>
              <a:ext uri="{FF2B5EF4-FFF2-40B4-BE49-F238E27FC236}">
                <a16:creationId xmlns:a16="http://schemas.microsoft.com/office/drawing/2014/main" id="{FFA08DCC-85FB-8A20-D4CA-C172ADF35088}"/>
              </a:ext>
            </a:extLst>
          </p:cNvPr>
          <p:cNvSpPr>
            <a:spLocks noGrp="1"/>
          </p:cNvSpPr>
          <p:nvPr>
            <p:ph type="body" sz="quarter" idx="19" hasCustomPrompt="1"/>
          </p:nvPr>
        </p:nvSpPr>
        <p:spPr>
          <a:xfrm>
            <a:off x="594404" y="2571750"/>
            <a:ext cx="3703320" cy="480055"/>
          </a:xfrm>
        </p:spPr>
        <p:txBody>
          <a:bodyPr vert="horz" lIns="0" tIns="0" rIns="0" bIns="0" rtlCol="0" anchor="b" anchorCtr="0">
            <a:noAutofit/>
          </a:bodyPr>
          <a:lstStyle>
            <a:lvl1pPr algn="l">
              <a:defRPr lang="en-US" sz="18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11" name="Text Placeholder 33">
            <a:extLst>
              <a:ext uri="{FF2B5EF4-FFF2-40B4-BE49-F238E27FC236}">
                <a16:creationId xmlns:a16="http://schemas.microsoft.com/office/drawing/2014/main" id="{41646013-6257-AA3E-445F-17881995B120}"/>
              </a:ext>
            </a:extLst>
          </p:cNvPr>
          <p:cNvSpPr>
            <a:spLocks noGrp="1"/>
          </p:cNvSpPr>
          <p:nvPr>
            <p:ph type="body" sz="quarter" idx="20" hasCustomPrompt="1"/>
          </p:nvPr>
        </p:nvSpPr>
        <p:spPr>
          <a:xfrm>
            <a:off x="594404" y="3051040"/>
            <a:ext cx="3703320" cy="480055"/>
          </a:xfrm>
        </p:spPr>
        <p:txBody>
          <a:bodyPr vert="horz" lIns="0" tIns="0" rIns="0" bIns="0" rtlCol="0" anchor="t" anchorCtr="0">
            <a:noAutofit/>
          </a:bodyPr>
          <a:lstStyle>
            <a:lvl1pPr algn="l">
              <a:defRPr lang="en-US" sz="15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4" name="Slide Number Placeholder 7">
            <a:extLst>
              <a:ext uri="{FF2B5EF4-FFF2-40B4-BE49-F238E27FC236}">
                <a16:creationId xmlns:a16="http://schemas.microsoft.com/office/drawing/2014/main" id="{8B2BFEAC-70FB-6C14-E10B-758AA4877813}"/>
              </a:ext>
            </a:extLst>
          </p:cNvPr>
          <p:cNvSpPr>
            <a:spLocks noGrp="1"/>
          </p:cNvSpPr>
          <p:nvPr>
            <p:ph type="sldNum" sz="quarter" idx="17"/>
          </p:nvPr>
        </p:nvSpPr>
        <p:spPr>
          <a:xfrm>
            <a:off x="571500" y="4817745"/>
            <a:ext cx="274320" cy="27432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5" name="Footer Placeholder 6">
            <a:extLst>
              <a:ext uri="{FF2B5EF4-FFF2-40B4-BE49-F238E27FC236}">
                <a16:creationId xmlns:a16="http://schemas.microsoft.com/office/drawing/2014/main" id="{3F61C4C0-ED92-DDC9-92F7-C9F634E1E869}"/>
              </a:ext>
            </a:extLst>
          </p:cNvPr>
          <p:cNvSpPr>
            <a:spLocks noGrp="1"/>
          </p:cNvSpPr>
          <p:nvPr>
            <p:ph type="ftr" sz="quarter" idx="16"/>
          </p:nvPr>
        </p:nvSpPr>
        <p:spPr>
          <a:xfrm>
            <a:off x="845820" y="4817984"/>
            <a:ext cx="4309034" cy="273844"/>
          </a:xfrm>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10" name="Date Placeholder 4">
            <a:extLst>
              <a:ext uri="{FF2B5EF4-FFF2-40B4-BE49-F238E27FC236}">
                <a16:creationId xmlns:a16="http://schemas.microsoft.com/office/drawing/2014/main" id="{C6D7B8C1-D8E3-63E5-942B-CF15397520F5}"/>
              </a:ext>
            </a:extLst>
          </p:cNvPr>
          <p:cNvSpPr>
            <a:spLocks noGrp="1"/>
          </p:cNvSpPr>
          <p:nvPr>
            <p:ph type="dt" sz="half" idx="15"/>
          </p:nvPr>
        </p:nvSpPr>
        <p:spPr>
          <a:xfrm>
            <a:off x="5154854" y="4819203"/>
            <a:ext cx="2057400" cy="272625"/>
          </a:xfrm>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1524673603"/>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Speaker_3_Name">
    <p:bg>
      <p:bgRef idx="1001">
        <a:schemeClr val="bg2"/>
      </p:bgRef>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23C34B63-FE8E-C524-CC34-FB4363D191F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3" name="Title 5">
            <a:extLst>
              <a:ext uri="{FF2B5EF4-FFF2-40B4-BE49-F238E27FC236}">
                <a16:creationId xmlns:a16="http://schemas.microsoft.com/office/drawing/2014/main" id="{A4AB21E2-E2E0-79B6-0D2C-DF2EE8290D07}"/>
              </a:ext>
            </a:extLst>
          </p:cNvPr>
          <p:cNvSpPr>
            <a:spLocks noGrp="1"/>
          </p:cNvSpPr>
          <p:nvPr>
            <p:ph type="title"/>
          </p:nvPr>
        </p:nvSpPr>
        <p:spPr>
          <a:xfrm>
            <a:off x="576656" y="136802"/>
            <a:ext cx="8003286" cy="617220"/>
          </a:xfrm>
        </p:spPr>
        <p:txBody>
          <a:bodyPr/>
          <a:lstStyle>
            <a:lvl1pPr>
              <a:defRPr b="1" i="0">
                <a:latin typeface="Oracle Sans Tab Semi Bold" panose="020B0503020204020204" pitchFamily="34" charset="0"/>
                <a:cs typeface="Oracle Sans Tab Semi Bold" panose="020B0503020204020204" pitchFamily="34" charset="0"/>
              </a:defRPr>
            </a:lvl1pPr>
          </a:lstStyle>
          <a:p>
            <a:r>
              <a:rPr lang="en-US"/>
              <a:t>Click to edit Master title style</a:t>
            </a:r>
            <a:endParaRPr lang="en-US" dirty="0"/>
          </a:p>
        </p:txBody>
      </p:sp>
      <p:sp>
        <p:nvSpPr>
          <p:cNvPr id="5" name="Text Placeholder 33">
            <a:extLst>
              <a:ext uri="{FF2B5EF4-FFF2-40B4-BE49-F238E27FC236}">
                <a16:creationId xmlns:a16="http://schemas.microsoft.com/office/drawing/2014/main" id="{39F63839-1CBE-D5BD-2512-DAB020FF0711}"/>
              </a:ext>
            </a:extLst>
          </p:cNvPr>
          <p:cNvSpPr>
            <a:spLocks noGrp="1"/>
          </p:cNvSpPr>
          <p:nvPr>
            <p:ph type="body" sz="quarter" idx="12" hasCustomPrompt="1"/>
          </p:nvPr>
        </p:nvSpPr>
        <p:spPr>
          <a:xfrm>
            <a:off x="598330" y="994427"/>
            <a:ext cx="3703320" cy="480060"/>
          </a:xfrm>
        </p:spPr>
        <p:txBody>
          <a:bodyPr vert="horz" lIns="0" tIns="0" rIns="0" bIns="0" rtlCol="0" anchor="b" anchorCtr="0">
            <a:noAutofit/>
          </a:bodyPr>
          <a:lstStyle>
            <a:lvl1pPr algn="l">
              <a:defRPr lang="en-US" sz="18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6" name="Text Placeholder 33">
            <a:extLst>
              <a:ext uri="{FF2B5EF4-FFF2-40B4-BE49-F238E27FC236}">
                <a16:creationId xmlns:a16="http://schemas.microsoft.com/office/drawing/2014/main" id="{43743925-06A5-FA05-EAC7-EB697B1D6715}"/>
              </a:ext>
            </a:extLst>
          </p:cNvPr>
          <p:cNvSpPr>
            <a:spLocks noGrp="1"/>
          </p:cNvSpPr>
          <p:nvPr>
            <p:ph type="body" sz="quarter" idx="13" hasCustomPrompt="1"/>
          </p:nvPr>
        </p:nvSpPr>
        <p:spPr>
          <a:xfrm>
            <a:off x="598331" y="1473718"/>
            <a:ext cx="3703320" cy="480055"/>
          </a:xfrm>
        </p:spPr>
        <p:txBody>
          <a:bodyPr vert="horz" lIns="0" tIns="0" rIns="0" bIns="0" rtlCol="0" anchor="t" anchorCtr="0">
            <a:noAutofit/>
          </a:bodyPr>
          <a:lstStyle>
            <a:lvl1pPr algn="l">
              <a:defRPr lang="en-US" sz="15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9" name="Text Placeholder 33">
            <a:extLst>
              <a:ext uri="{FF2B5EF4-FFF2-40B4-BE49-F238E27FC236}">
                <a16:creationId xmlns:a16="http://schemas.microsoft.com/office/drawing/2014/main" id="{18A68C53-D3B9-E5F7-A9B4-4AE135F7A971}"/>
              </a:ext>
            </a:extLst>
          </p:cNvPr>
          <p:cNvSpPr>
            <a:spLocks noGrp="1"/>
          </p:cNvSpPr>
          <p:nvPr>
            <p:ph type="body" sz="quarter" idx="28" hasCustomPrompt="1"/>
          </p:nvPr>
        </p:nvSpPr>
        <p:spPr>
          <a:xfrm>
            <a:off x="594404" y="2094341"/>
            <a:ext cx="3703320" cy="480060"/>
          </a:xfrm>
        </p:spPr>
        <p:txBody>
          <a:bodyPr vert="horz" lIns="0" tIns="0" rIns="0" bIns="0" rtlCol="0" anchor="b" anchorCtr="0">
            <a:noAutofit/>
          </a:bodyPr>
          <a:lstStyle>
            <a:lvl1pPr algn="l">
              <a:defRPr lang="en-US" sz="18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11" name="Text Placeholder 33">
            <a:extLst>
              <a:ext uri="{FF2B5EF4-FFF2-40B4-BE49-F238E27FC236}">
                <a16:creationId xmlns:a16="http://schemas.microsoft.com/office/drawing/2014/main" id="{93A07404-C152-0518-EBB5-EF32594356C6}"/>
              </a:ext>
            </a:extLst>
          </p:cNvPr>
          <p:cNvSpPr>
            <a:spLocks noGrp="1"/>
          </p:cNvSpPr>
          <p:nvPr>
            <p:ph type="body" sz="quarter" idx="29" hasCustomPrompt="1"/>
          </p:nvPr>
        </p:nvSpPr>
        <p:spPr>
          <a:xfrm>
            <a:off x="594404" y="2573631"/>
            <a:ext cx="3703320" cy="480055"/>
          </a:xfrm>
        </p:spPr>
        <p:txBody>
          <a:bodyPr vert="horz" lIns="0" tIns="0" rIns="0" bIns="0" rtlCol="0" anchor="t" anchorCtr="0">
            <a:noAutofit/>
          </a:bodyPr>
          <a:lstStyle>
            <a:lvl1pPr algn="l">
              <a:defRPr lang="en-US" sz="15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12" name="Text Placeholder 33">
            <a:extLst>
              <a:ext uri="{FF2B5EF4-FFF2-40B4-BE49-F238E27FC236}">
                <a16:creationId xmlns:a16="http://schemas.microsoft.com/office/drawing/2014/main" id="{7FC66D63-3CC8-47E1-324C-791801A6BB47}"/>
              </a:ext>
            </a:extLst>
          </p:cNvPr>
          <p:cNvSpPr>
            <a:spLocks noGrp="1"/>
          </p:cNvSpPr>
          <p:nvPr>
            <p:ph type="body" sz="quarter" idx="30" hasCustomPrompt="1"/>
          </p:nvPr>
        </p:nvSpPr>
        <p:spPr>
          <a:xfrm>
            <a:off x="596613" y="3234220"/>
            <a:ext cx="3703320" cy="480060"/>
          </a:xfrm>
        </p:spPr>
        <p:txBody>
          <a:bodyPr vert="horz" lIns="0" tIns="0" rIns="0" bIns="0" rtlCol="0" anchor="b" anchorCtr="0">
            <a:noAutofit/>
          </a:bodyPr>
          <a:lstStyle>
            <a:lvl1pPr algn="l">
              <a:defRPr lang="en-US" sz="18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13" name="Text Placeholder 33">
            <a:extLst>
              <a:ext uri="{FF2B5EF4-FFF2-40B4-BE49-F238E27FC236}">
                <a16:creationId xmlns:a16="http://schemas.microsoft.com/office/drawing/2014/main" id="{BFEAD3C5-9D30-2E56-2D6B-9A44AC6F6C6A}"/>
              </a:ext>
            </a:extLst>
          </p:cNvPr>
          <p:cNvSpPr>
            <a:spLocks noGrp="1"/>
          </p:cNvSpPr>
          <p:nvPr>
            <p:ph type="body" sz="quarter" idx="31" hasCustomPrompt="1"/>
          </p:nvPr>
        </p:nvSpPr>
        <p:spPr>
          <a:xfrm>
            <a:off x="596614" y="3713511"/>
            <a:ext cx="3703320" cy="480055"/>
          </a:xfrm>
        </p:spPr>
        <p:txBody>
          <a:bodyPr vert="horz" lIns="0" tIns="0" rIns="0" bIns="0" rtlCol="0" anchor="t" anchorCtr="0">
            <a:noAutofit/>
          </a:bodyPr>
          <a:lstStyle>
            <a:lvl1pPr algn="l">
              <a:defRPr lang="en-US" sz="15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2" name="Slide Number Placeholder 7">
            <a:extLst>
              <a:ext uri="{FF2B5EF4-FFF2-40B4-BE49-F238E27FC236}">
                <a16:creationId xmlns:a16="http://schemas.microsoft.com/office/drawing/2014/main" id="{ED0B8E6E-9D7A-ED85-62AB-7DC8B9A77FF0}"/>
              </a:ext>
            </a:extLst>
          </p:cNvPr>
          <p:cNvSpPr>
            <a:spLocks noGrp="1"/>
          </p:cNvSpPr>
          <p:nvPr>
            <p:ph type="sldNum" sz="quarter" idx="17"/>
          </p:nvPr>
        </p:nvSpPr>
        <p:spPr>
          <a:xfrm>
            <a:off x="571500" y="4817745"/>
            <a:ext cx="274320" cy="27432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4" name="Footer Placeholder 6">
            <a:extLst>
              <a:ext uri="{FF2B5EF4-FFF2-40B4-BE49-F238E27FC236}">
                <a16:creationId xmlns:a16="http://schemas.microsoft.com/office/drawing/2014/main" id="{A45C5070-8016-F077-04E4-CB7AEEDFBF9D}"/>
              </a:ext>
            </a:extLst>
          </p:cNvPr>
          <p:cNvSpPr>
            <a:spLocks noGrp="1"/>
          </p:cNvSpPr>
          <p:nvPr>
            <p:ph type="ftr" sz="quarter" idx="16"/>
          </p:nvPr>
        </p:nvSpPr>
        <p:spPr>
          <a:xfrm>
            <a:off x="845820" y="4817984"/>
            <a:ext cx="4309034" cy="273844"/>
          </a:xfrm>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10" name="Date Placeholder 4">
            <a:extLst>
              <a:ext uri="{FF2B5EF4-FFF2-40B4-BE49-F238E27FC236}">
                <a16:creationId xmlns:a16="http://schemas.microsoft.com/office/drawing/2014/main" id="{0E94BEC2-0320-8F7A-E136-8801553A5B6A}"/>
              </a:ext>
            </a:extLst>
          </p:cNvPr>
          <p:cNvSpPr>
            <a:spLocks noGrp="1"/>
          </p:cNvSpPr>
          <p:nvPr>
            <p:ph type="dt" sz="half" idx="15"/>
          </p:nvPr>
        </p:nvSpPr>
        <p:spPr>
          <a:xfrm>
            <a:off x="5154854" y="4819203"/>
            <a:ext cx="2057400" cy="272625"/>
          </a:xfrm>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1913989400"/>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pos="7354">
          <p15:clr>
            <a:srgbClr val="FBAE40"/>
          </p15:clr>
        </p15:guide>
        <p15:guide id="2" pos="5676">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Speaker_4_Name">
    <p:bg>
      <p:bgRef idx="1001">
        <a:schemeClr val="bg2"/>
      </p:bgRef>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BA889F59-8E75-3DFC-ACD7-A59A7488A55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3" name="Title 2">
            <a:extLst>
              <a:ext uri="{FF2B5EF4-FFF2-40B4-BE49-F238E27FC236}">
                <a16:creationId xmlns:a16="http://schemas.microsoft.com/office/drawing/2014/main" id="{9846F92C-70F6-985A-FE2C-8ABF45D4280A}"/>
              </a:ext>
            </a:extLst>
          </p:cNvPr>
          <p:cNvSpPr>
            <a:spLocks noGrp="1"/>
          </p:cNvSpPr>
          <p:nvPr>
            <p:ph type="title"/>
          </p:nvPr>
        </p:nvSpPr>
        <p:spPr>
          <a:xfrm>
            <a:off x="576657" y="136802"/>
            <a:ext cx="3675352" cy="617220"/>
          </a:xfrm>
        </p:spPr>
        <p:txBody>
          <a:bodyPr/>
          <a:lstStyle>
            <a:lvl1pPr>
              <a:defRPr b="1" i="0">
                <a:latin typeface="Oracle Sans Tab Semi Bold" panose="020B0503020204020204" pitchFamily="34" charset="0"/>
                <a:cs typeface="Oracle Sans Tab Semi Bold" panose="020B0503020204020204" pitchFamily="34" charset="0"/>
              </a:defRPr>
            </a:lvl1pPr>
          </a:lstStyle>
          <a:p>
            <a:r>
              <a:rPr lang="en-US"/>
              <a:t>Click to edit Master title style</a:t>
            </a:r>
            <a:endParaRPr lang="en-US" dirty="0"/>
          </a:p>
        </p:txBody>
      </p:sp>
      <p:sp>
        <p:nvSpPr>
          <p:cNvPr id="4" name="Text Placeholder 33">
            <a:extLst>
              <a:ext uri="{FF2B5EF4-FFF2-40B4-BE49-F238E27FC236}">
                <a16:creationId xmlns:a16="http://schemas.microsoft.com/office/drawing/2014/main" id="{D81E2028-DBF3-23B9-9FBF-6FCECE21CB3A}"/>
              </a:ext>
            </a:extLst>
          </p:cNvPr>
          <p:cNvSpPr>
            <a:spLocks noGrp="1"/>
          </p:cNvSpPr>
          <p:nvPr>
            <p:ph type="body" sz="quarter" idx="12" hasCustomPrompt="1"/>
          </p:nvPr>
        </p:nvSpPr>
        <p:spPr>
          <a:xfrm>
            <a:off x="588596" y="1581472"/>
            <a:ext cx="3291840" cy="480060"/>
          </a:xfrm>
        </p:spPr>
        <p:txBody>
          <a:bodyPr vert="horz" lIns="0" tIns="0" rIns="0" bIns="0" rtlCol="0" anchor="b" anchorCtr="0">
            <a:noAutofit/>
          </a:bodyPr>
          <a:lstStyle>
            <a:lvl1pPr algn="l">
              <a:defRPr lang="en-US" sz="18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5" name="Text Placeholder 33">
            <a:extLst>
              <a:ext uri="{FF2B5EF4-FFF2-40B4-BE49-F238E27FC236}">
                <a16:creationId xmlns:a16="http://schemas.microsoft.com/office/drawing/2014/main" id="{6CE4EC2C-0190-BD49-BDD8-E577CAE25571}"/>
              </a:ext>
            </a:extLst>
          </p:cNvPr>
          <p:cNvSpPr>
            <a:spLocks noGrp="1"/>
          </p:cNvSpPr>
          <p:nvPr>
            <p:ph type="body" sz="quarter" idx="13" hasCustomPrompt="1"/>
          </p:nvPr>
        </p:nvSpPr>
        <p:spPr>
          <a:xfrm>
            <a:off x="588596" y="2060763"/>
            <a:ext cx="3291840" cy="480055"/>
          </a:xfrm>
        </p:spPr>
        <p:txBody>
          <a:bodyPr vert="horz" lIns="0" tIns="0" rIns="0" bIns="0" rtlCol="0" anchor="t" anchorCtr="0">
            <a:noAutofit/>
          </a:bodyPr>
          <a:lstStyle>
            <a:lvl1pPr algn="l">
              <a:defRPr lang="en-US" sz="15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br>
              <a:rPr lang="en-US" dirty="0"/>
            </a:br>
            <a:r>
              <a:rPr lang="en-US" dirty="0"/>
              <a:t>Title</a:t>
            </a:r>
          </a:p>
        </p:txBody>
      </p:sp>
      <p:sp>
        <p:nvSpPr>
          <p:cNvPr id="46" name="Text Placeholder 33">
            <a:extLst>
              <a:ext uri="{FF2B5EF4-FFF2-40B4-BE49-F238E27FC236}">
                <a16:creationId xmlns:a16="http://schemas.microsoft.com/office/drawing/2014/main" id="{0E85C687-CFFD-B630-91CF-A560B658488F}"/>
              </a:ext>
            </a:extLst>
          </p:cNvPr>
          <p:cNvSpPr>
            <a:spLocks noGrp="1"/>
          </p:cNvSpPr>
          <p:nvPr>
            <p:ph type="body" sz="quarter" idx="35" hasCustomPrompt="1"/>
          </p:nvPr>
        </p:nvSpPr>
        <p:spPr>
          <a:xfrm>
            <a:off x="588596" y="2613245"/>
            <a:ext cx="3291840" cy="480060"/>
          </a:xfrm>
        </p:spPr>
        <p:txBody>
          <a:bodyPr vert="horz" lIns="0" tIns="0" rIns="0" bIns="0" rtlCol="0" anchor="b" anchorCtr="0">
            <a:noAutofit/>
          </a:bodyPr>
          <a:lstStyle>
            <a:lvl1pPr algn="l">
              <a:defRPr lang="en-US" sz="18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47" name="Text Placeholder 33">
            <a:extLst>
              <a:ext uri="{FF2B5EF4-FFF2-40B4-BE49-F238E27FC236}">
                <a16:creationId xmlns:a16="http://schemas.microsoft.com/office/drawing/2014/main" id="{A894C448-B9CA-0938-94AC-39EE313E2ABD}"/>
              </a:ext>
            </a:extLst>
          </p:cNvPr>
          <p:cNvSpPr>
            <a:spLocks noGrp="1"/>
          </p:cNvSpPr>
          <p:nvPr>
            <p:ph type="body" sz="quarter" idx="36" hasCustomPrompt="1"/>
          </p:nvPr>
        </p:nvSpPr>
        <p:spPr>
          <a:xfrm>
            <a:off x="588597" y="3092536"/>
            <a:ext cx="3291840" cy="480055"/>
          </a:xfrm>
        </p:spPr>
        <p:txBody>
          <a:bodyPr vert="horz" lIns="0" tIns="0" rIns="0" bIns="0" rtlCol="0" anchor="t" anchorCtr="0">
            <a:noAutofit/>
          </a:bodyPr>
          <a:lstStyle>
            <a:lvl1pPr algn="l">
              <a:defRPr lang="en-US" sz="15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br>
              <a:rPr lang="en-US" dirty="0"/>
            </a:br>
            <a:r>
              <a:rPr lang="en-US" dirty="0"/>
              <a:t>Title</a:t>
            </a:r>
          </a:p>
        </p:txBody>
      </p:sp>
      <p:sp>
        <p:nvSpPr>
          <p:cNvPr id="48" name="Text Placeholder 33">
            <a:extLst>
              <a:ext uri="{FF2B5EF4-FFF2-40B4-BE49-F238E27FC236}">
                <a16:creationId xmlns:a16="http://schemas.microsoft.com/office/drawing/2014/main" id="{CDC7552B-CA1F-38DC-C22E-6CD068210611}"/>
              </a:ext>
            </a:extLst>
          </p:cNvPr>
          <p:cNvSpPr>
            <a:spLocks noGrp="1"/>
          </p:cNvSpPr>
          <p:nvPr>
            <p:ph type="body" sz="quarter" idx="37" hasCustomPrompt="1"/>
          </p:nvPr>
        </p:nvSpPr>
        <p:spPr>
          <a:xfrm>
            <a:off x="4221525" y="1598042"/>
            <a:ext cx="3291840" cy="480060"/>
          </a:xfrm>
        </p:spPr>
        <p:txBody>
          <a:bodyPr vert="horz" lIns="0" tIns="0" rIns="0" bIns="0" rtlCol="0" anchor="b" anchorCtr="0">
            <a:noAutofit/>
          </a:bodyPr>
          <a:lstStyle>
            <a:lvl1pPr algn="l">
              <a:defRPr lang="en-US" sz="18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49" name="Text Placeholder 33">
            <a:extLst>
              <a:ext uri="{FF2B5EF4-FFF2-40B4-BE49-F238E27FC236}">
                <a16:creationId xmlns:a16="http://schemas.microsoft.com/office/drawing/2014/main" id="{0D4FA722-3484-B3AD-4DEA-DFBB30885F5E}"/>
              </a:ext>
            </a:extLst>
          </p:cNvPr>
          <p:cNvSpPr>
            <a:spLocks noGrp="1"/>
          </p:cNvSpPr>
          <p:nvPr>
            <p:ph type="body" sz="quarter" idx="38" hasCustomPrompt="1"/>
          </p:nvPr>
        </p:nvSpPr>
        <p:spPr>
          <a:xfrm>
            <a:off x="4221526" y="2077333"/>
            <a:ext cx="3291840" cy="480055"/>
          </a:xfrm>
        </p:spPr>
        <p:txBody>
          <a:bodyPr vert="horz" lIns="0" tIns="0" rIns="0" bIns="0" rtlCol="0" anchor="t" anchorCtr="0">
            <a:noAutofit/>
          </a:bodyPr>
          <a:lstStyle>
            <a:lvl1pPr algn="l">
              <a:defRPr lang="en-US" sz="15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br>
              <a:rPr lang="en-US" dirty="0"/>
            </a:br>
            <a:r>
              <a:rPr lang="en-US" dirty="0"/>
              <a:t>Title</a:t>
            </a:r>
          </a:p>
        </p:txBody>
      </p:sp>
      <p:sp>
        <p:nvSpPr>
          <p:cNvPr id="51" name="Text Placeholder 33">
            <a:extLst>
              <a:ext uri="{FF2B5EF4-FFF2-40B4-BE49-F238E27FC236}">
                <a16:creationId xmlns:a16="http://schemas.microsoft.com/office/drawing/2014/main" id="{163569B4-FFB1-6F0A-FE41-B4FA04F7D73F}"/>
              </a:ext>
            </a:extLst>
          </p:cNvPr>
          <p:cNvSpPr>
            <a:spLocks noGrp="1"/>
          </p:cNvSpPr>
          <p:nvPr>
            <p:ph type="body" sz="quarter" idx="39" hasCustomPrompt="1"/>
          </p:nvPr>
        </p:nvSpPr>
        <p:spPr>
          <a:xfrm>
            <a:off x="4221526" y="2629816"/>
            <a:ext cx="3291840" cy="480060"/>
          </a:xfrm>
        </p:spPr>
        <p:txBody>
          <a:bodyPr vert="horz" lIns="0" tIns="0" rIns="0" bIns="0" rtlCol="0" anchor="b" anchorCtr="0">
            <a:noAutofit/>
          </a:bodyPr>
          <a:lstStyle>
            <a:lvl1pPr algn="l">
              <a:defRPr lang="en-US" sz="18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52" name="Text Placeholder 33">
            <a:extLst>
              <a:ext uri="{FF2B5EF4-FFF2-40B4-BE49-F238E27FC236}">
                <a16:creationId xmlns:a16="http://schemas.microsoft.com/office/drawing/2014/main" id="{AB592145-24D8-2801-4FD7-C0C7A31474CA}"/>
              </a:ext>
            </a:extLst>
          </p:cNvPr>
          <p:cNvSpPr>
            <a:spLocks noGrp="1"/>
          </p:cNvSpPr>
          <p:nvPr>
            <p:ph type="body" sz="quarter" idx="40" hasCustomPrompt="1"/>
          </p:nvPr>
        </p:nvSpPr>
        <p:spPr>
          <a:xfrm>
            <a:off x="4221527" y="3109107"/>
            <a:ext cx="3291840" cy="480055"/>
          </a:xfrm>
        </p:spPr>
        <p:txBody>
          <a:bodyPr vert="horz" lIns="0" tIns="0" rIns="0" bIns="0" rtlCol="0" anchor="t" anchorCtr="0">
            <a:noAutofit/>
          </a:bodyPr>
          <a:lstStyle>
            <a:lvl1pPr algn="l">
              <a:defRPr lang="en-US" sz="15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br>
              <a:rPr lang="en-US" dirty="0"/>
            </a:br>
            <a:r>
              <a:rPr lang="en-US" dirty="0"/>
              <a:t>Title</a:t>
            </a:r>
          </a:p>
        </p:txBody>
      </p:sp>
      <p:sp>
        <p:nvSpPr>
          <p:cNvPr id="2" name="Slide Number Placeholder 7">
            <a:extLst>
              <a:ext uri="{FF2B5EF4-FFF2-40B4-BE49-F238E27FC236}">
                <a16:creationId xmlns:a16="http://schemas.microsoft.com/office/drawing/2014/main" id="{CBC6F3A1-305E-0D42-2DB3-6D8AE989FCE0}"/>
              </a:ext>
            </a:extLst>
          </p:cNvPr>
          <p:cNvSpPr>
            <a:spLocks noGrp="1"/>
          </p:cNvSpPr>
          <p:nvPr>
            <p:ph type="sldNum" sz="quarter" idx="17"/>
          </p:nvPr>
        </p:nvSpPr>
        <p:spPr>
          <a:xfrm>
            <a:off x="571500" y="4817745"/>
            <a:ext cx="274320" cy="27432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6" name="Footer Placeholder 6">
            <a:extLst>
              <a:ext uri="{FF2B5EF4-FFF2-40B4-BE49-F238E27FC236}">
                <a16:creationId xmlns:a16="http://schemas.microsoft.com/office/drawing/2014/main" id="{66B9B940-9EA4-FD99-DA55-F5A24106FEF4}"/>
              </a:ext>
            </a:extLst>
          </p:cNvPr>
          <p:cNvSpPr>
            <a:spLocks noGrp="1"/>
          </p:cNvSpPr>
          <p:nvPr>
            <p:ph type="ftr" sz="quarter" idx="16"/>
          </p:nvPr>
        </p:nvSpPr>
        <p:spPr>
          <a:xfrm>
            <a:off x="845820" y="4817984"/>
            <a:ext cx="4309034" cy="273844"/>
          </a:xfrm>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9" name="Date Placeholder 4">
            <a:extLst>
              <a:ext uri="{FF2B5EF4-FFF2-40B4-BE49-F238E27FC236}">
                <a16:creationId xmlns:a16="http://schemas.microsoft.com/office/drawing/2014/main" id="{43C5861D-D715-C899-F4A8-FFB21A75A6AC}"/>
              </a:ext>
            </a:extLst>
          </p:cNvPr>
          <p:cNvSpPr>
            <a:spLocks noGrp="1"/>
          </p:cNvSpPr>
          <p:nvPr>
            <p:ph type="dt" sz="half" idx="15"/>
          </p:nvPr>
        </p:nvSpPr>
        <p:spPr>
          <a:xfrm>
            <a:off x="5154854" y="4819203"/>
            <a:ext cx="2057400" cy="272625"/>
          </a:xfrm>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430970065"/>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Light - Agend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E5F7DB7-92B5-4EA1-8540-53C2A222376E}"/>
              </a:ext>
            </a:extLst>
          </p:cNvPr>
          <p:cNvSpPr>
            <a:spLocks noGrp="1"/>
          </p:cNvSpPr>
          <p:nvPr>
            <p:ph type="title" hasCustomPrompt="1"/>
          </p:nvPr>
        </p:nvSpPr>
        <p:spPr>
          <a:xfrm>
            <a:off x="576656" y="136802"/>
            <a:ext cx="4037535" cy="617220"/>
          </a:xfrm>
        </p:spPr>
        <p:txBody>
          <a:bodyPr/>
          <a:lstStyle>
            <a:lvl1pPr>
              <a:defRPr b="1" i="0">
                <a:latin typeface="Oracle Sans Tab Semi Bold" panose="020B0503020204020204" pitchFamily="34" charset="0"/>
                <a:cs typeface="Oracle Sans Tab Semi Bold" panose="020B0503020204020204" pitchFamily="34" charset="0"/>
              </a:defRPr>
            </a:lvl1pPr>
          </a:lstStyle>
          <a:p>
            <a:r>
              <a:rPr lang="en-US" dirty="0"/>
              <a:t>Agenda title</a:t>
            </a:r>
          </a:p>
        </p:txBody>
      </p:sp>
      <p:sp>
        <p:nvSpPr>
          <p:cNvPr id="7" name="Content Placeholder 6">
            <a:extLst>
              <a:ext uri="{FF2B5EF4-FFF2-40B4-BE49-F238E27FC236}">
                <a16:creationId xmlns:a16="http://schemas.microsoft.com/office/drawing/2014/main" id="{07A30E9B-4EB7-4882-9E42-67210E9CC0B4}"/>
              </a:ext>
            </a:extLst>
          </p:cNvPr>
          <p:cNvSpPr>
            <a:spLocks noGrp="1"/>
          </p:cNvSpPr>
          <p:nvPr>
            <p:ph sz="quarter" idx="13"/>
          </p:nvPr>
        </p:nvSpPr>
        <p:spPr>
          <a:xfrm>
            <a:off x="599404" y="959071"/>
            <a:ext cx="4014788" cy="3380994"/>
          </a:xfrm>
        </p:spPr>
        <p:txBody>
          <a:bodyPr anchor="ctr"/>
          <a:lstStyle>
            <a:lvl1pPr algn="ctr">
              <a:defRPr/>
            </a:lvl1pPr>
            <a:lvl2pPr algn="ctr">
              <a:defRPr/>
            </a:lvl2pPr>
            <a:lvl3pPr algn="ctr">
              <a:defRPr/>
            </a:lvl3pPr>
            <a:lvl4pPr algn="ctr">
              <a:defRPr>
                <a:latin typeface="Oracle Sans Tab Light" panose="020B0403020204020204"/>
              </a:defRPr>
            </a:lvl4pPr>
            <a:lvl5pPr algn="ctr">
              <a:defRPr>
                <a:latin typeface="Oracle Sans Tab Light" panose="020B0403020204020204"/>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Slide Number Placeholder 5">
            <a:extLst>
              <a:ext uri="{FF2B5EF4-FFF2-40B4-BE49-F238E27FC236}">
                <a16:creationId xmlns:a16="http://schemas.microsoft.com/office/drawing/2014/main" id="{76AD2B40-111B-570E-9754-D22EE6A99B38}"/>
              </a:ext>
            </a:extLst>
          </p:cNvPr>
          <p:cNvSpPr>
            <a:spLocks noGrp="1"/>
          </p:cNvSpPr>
          <p:nvPr>
            <p:ph type="sldNum" sz="quarter" idx="40"/>
          </p:nvPr>
        </p:nvSpPr>
        <p:spPr>
          <a:xfrm>
            <a:off x="571500" y="4817745"/>
            <a:ext cx="274320" cy="274320"/>
          </a:xfrm>
        </p:spPr>
        <p:txBody>
          <a:bodyPr/>
          <a:lstStyle>
            <a:lvl1pPr>
              <a:defRPr>
                <a:solidFill>
                  <a:srgbClr val="8B8580"/>
                </a:solidFill>
              </a:defRPr>
            </a:lvl1pPr>
          </a:lstStyle>
          <a:p>
            <a:fld id="{345D60D9-5372-5F40-9443-0F9AE5BDC3C8}" type="slidenum">
              <a:rPr lang="en-US" smtClean="0"/>
              <a:pPr/>
              <a:t>‹#›</a:t>
            </a:fld>
            <a:endParaRPr lang="en-US" dirty="0"/>
          </a:p>
        </p:txBody>
      </p:sp>
      <p:sp>
        <p:nvSpPr>
          <p:cNvPr id="5" name="Footer Placeholder 4">
            <a:extLst>
              <a:ext uri="{FF2B5EF4-FFF2-40B4-BE49-F238E27FC236}">
                <a16:creationId xmlns:a16="http://schemas.microsoft.com/office/drawing/2014/main" id="{1B1F03A2-8398-2F34-1644-71E9DFF46C34}"/>
              </a:ext>
            </a:extLst>
          </p:cNvPr>
          <p:cNvSpPr>
            <a:spLocks noGrp="1"/>
          </p:cNvSpPr>
          <p:nvPr>
            <p:ph type="ftr" sz="quarter" idx="39"/>
          </p:nvPr>
        </p:nvSpPr>
        <p:spPr>
          <a:xfrm>
            <a:off x="845820" y="4817984"/>
            <a:ext cx="4309034" cy="273844"/>
          </a:xfrm>
        </p:spPr>
        <p:txBody>
          <a:bodyPr/>
          <a:lstStyle>
            <a:lvl1pPr>
              <a:defRPr>
                <a:solidFill>
                  <a:srgbClr val="8B8580"/>
                </a:solidFill>
              </a:defRPr>
            </a:lvl1pPr>
          </a:lstStyle>
          <a:p>
            <a:r>
              <a:rPr lang="en-US"/>
              <a:t>Copyright © 2025, Oracle and/or its affiliates |  Confidential: Internal/Restricted/Highly Restricted</a:t>
            </a:r>
            <a:endParaRPr lang="en-US" dirty="0"/>
          </a:p>
        </p:txBody>
      </p:sp>
      <p:sp>
        <p:nvSpPr>
          <p:cNvPr id="8" name="Date Placeholder 3">
            <a:extLst>
              <a:ext uri="{FF2B5EF4-FFF2-40B4-BE49-F238E27FC236}">
                <a16:creationId xmlns:a16="http://schemas.microsoft.com/office/drawing/2014/main" id="{4DC6CECF-662E-DA0D-D58F-52EB263C8F7B}"/>
              </a:ext>
            </a:extLst>
          </p:cNvPr>
          <p:cNvSpPr>
            <a:spLocks noGrp="1"/>
          </p:cNvSpPr>
          <p:nvPr>
            <p:ph type="dt" sz="half" idx="38"/>
          </p:nvPr>
        </p:nvSpPr>
        <p:spPr>
          <a:xfrm>
            <a:off x="5154854" y="4819203"/>
            <a:ext cx="2057400" cy="272625"/>
          </a:xfrm>
        </p:spPr>
        <p:txBody>
          <a:bodyPr/>
          <a:lstStyle>
            <a:lvl1pPr>
              <a:defRPr>
                <a:solidFill>
                  <a:srgbClr val="8B8580"/>
                </a:solidFill>
              </a:defRPr>
            </a:lvl1pPr>
          </a:lstStyle>
          <a:p>
            <a:r>
              <a:rPr lang="en-US"/>
              <a:t>[Date]</a:t>
            </a:r>
            <a:endParaRPr lang="en-US" dirty="0"/>
          </a:p>
        </p:txBody>
      </p:sp>
    </p:spTree>
    <p:extLst>
      <p:ext uri="{BB962C8B-B14F-4D97-AF65-F5344CB8AC3E}">
        <p14:creationId xmlns:p14="http://schemas.microsoft.com/office/powerpoint/2010/main" val="2295957591"/>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ark - Agend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E5F7DB7-92B5-4EA1-8540-53C2A222376E}"/>
              </a:ext>
            </a:extLst>
          </p:cNvPr>
          <p:cNvSpPr>
            <a:spLocks noGrp="1"/>
          </p:cNvSpPr>
          <p:nvPr>
            <p:ph type="title" hasCustomPrompt="1"/>
          </p:nvPr>
        </p:nvSpPr>
        <p:spPr>
          <a:xfrm>
            <a:off x="576656" y="136802"/>
            <a:ext cx="4037535" cy="617220"/>
          </a:xfrm>
        </p:spPr>
        <p:txBody>
          <a:bodyPr/>
          <a:lstStyle>
            <a:lvl1pPr>
              <a:defRPr b="1" i="0">
                <a:latin typeface="Oracle Sans Tab Semi Bold" panose="020B0503020204020204" pitchFamily="34" charset="0"/>
                <a:cs typeface="Oracle Sans Tab Semi Bold" panose="020B0503020204020204" pitchFamily="34" charset="0"/>
              </a:defRPr>
            </a:lvl1pPr>
          </a:lstStyle>
          <a:p>
            <a:r>
              <a:rPr lang="en-US" dirty="0"/>
              <a:t>Agenda title</a:t>
            </a:r>
          </a:p>
        </p:txBody>
      </p:sp>
      <p:sp>
        <p:nvSpPr>
          <p:cNvPr id="7" name="Content Placeholder 6">
            <a:extLst>
              <a:ext uri="{FF2B5EF4-FFF2-40B4-BE49-F238E27FC236}">
                <a16:creationId xmlns:a16="http://schemas.microsoft.com/office/drawing/2014/main" id="{07A30E9B-4EB7-4882-9E42-67210E9CC0B4}"/>
              </a:ext>
            </a:extLst>
          </p:cNvPr>
          <p:cNvSpPr>
            <a:spLocks noGrp="1"/>
          </p:cNvSpPr>
          <p:nvPr>
            <p:ph sz="quarter" idx="13"/>
          </p:nvPr>
        </p:nvSpPr>
        <p:spPr>
          <a:xfrm>
            <a:off x="599404" y="959071"/>
            <a:ext cx="4014788" cy="3380994"/>
          </a:xfrm>
        </p:spPr>
        <p:txBody>
          <a:bodyPr anchor="ctr"/>
          <a:lstStyle>
            <a:lvl1pPr algn="ctr">
              <a:defRPr/>
            </a:lvl1pPr>
            <a:lvl2pPr algn="ctr">
              <a:defRPr/>
            </a:lvl2pPr>
            <a:lvl3pPr algn="ctr">
              <a:defRPr/>
            </a:lvl3pPr>
            <a:lvl4pPr algn="ctr">
              <a:defRPr>
                <a:latin typeface="Oracle Sans Tab Light" panose="020B0403020204020204"/>
              </a:defRPr>
            </a:lvl4pPr>
            <a:lvl5pPr algn="ctr">
              <a:defRPr>
                <a:latin typeface="Oracle Sans Tab Light" panose="020B0403020204020204"/>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Slide Number Placeholder 7">
            <a:extLst>
              <a:ext uri="{FF2B5EF4-FFF2-40B4-BE49-F238E27FC236}">
                <a16:creationId xmlns:a16="http://schemas.microsoft.com/office/drawing/2014/main" id="{28D9ACAF-6547-62AC-0612-33ACEEA4384B}"/>
              </a:ext>
            </a:extLst>
          </p:cNvPr>
          <p:cNvSpPr>
            <a:spLocks noGrp="1"/>
          </p:cNvSpPr>
          <p:nvPr>
            <p:ph type="sldNum" sz="quarter" idx="17"/>
          </p:nvPr>
        </p:nvSpPr>
        <p:spPr>
          <a:xfrm>
            <a:off x="571500" y="4817745"/>
            <a:ext cx="274320" cy="27432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5" name="Footer Placeholder 6">
            <a:extLst>
              <a:ext uri="{FF2B5EF4-FFF2-40B4-BE49-F238E27FC236}">
                <a16:creationId xmlns:a16="http://schemas.microsoft.com/office/drawing/2014/main" id="{9C717BFB-739A-8ECB-A222-BA193D79F699}"/>
              </a:ext>
            </a:extLst>
          </p:cNvPr>
          <p:cNvSpPr>
            <a:spLocks noGrp="1"/>
          </p:cNvSpPr>
          <p:nvPr>
            <p:ph type="ftr" sz="quarter" idx="16"/>
          </p:nvPr>
        </p:nvSpPr>
        <p:spPr>
          <a:xfrm>
            <a:off x="845820" y="4817984"/>
            <a:ext cx="4309034" cy="273844"/>
          </a:xfrm>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8" name="Date Placeholder 4">
            <a:extLst>
              <a:ext uri="{FF2B5EF4-FFF2-40B4-BE49-F238E27FC236}">
                <a16:creationId xmlns:a16="http://schemas.microsoft.com/office/drawing/2014/main" id="{D6AB9331-6119-874E-6BF2-D968C0DB95A7}"/>
              </a:ext>
            </a:extLst>
          </p:cNvPr>
          <p:cNvSpPr>
            <a:spLocks noGrp="1"/>
          </p:cNvSpPr>
          <p:nvPr>
            <p:ph type="dt" sz="half" idx="15"/>
          </p:nvPr>
        </p:nvSpPr>
        <p:spPr>
          <a:xfrm>
            <a:off x="5154854" y="4819203"/>
            <a:ext cx="2057400" cy="272625"/>
          </a:xfrm>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215316346"/>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Dark - Impact Statem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B4B5BB6C-77A2-4299-98DB-F23A8BBC354D}"/>
              </a:ext>
            </a:extLst>
          </p:cNvPr>
          <p:cNvSpPr>
            <a:spLocks noGrp="1"/>
          </p:cNvSpPr>
          <p:nvPr>
            <p:ph type="title" hasCustomPrompt="1"/>
          </p:nvPr>
        </p:nvSpPr>
        <p:spPr>
          <a:xfrm>
            <a:off x="576656" y="2263140"/>
            <a:ext cx="8003286" cy="617220"/>
          </a:xfrm>
        </p:spPr>
        <p:txBody>
          <a:bodyPr anchor="ctr"/>
          <a:lstStyle>
            <a:lvl1pPr>
              <a:defRPr sz="2700" b="1" i="0">
                <a:latin typeface="Oracle Sans Tab" panose="020B0503020204020204" pitchFamily="34" charset="0"/>
                <a:cs typeface="Oracle Sans Tab" panose="020B0503020204020204" pitchFamily="34" charset="0"/>
              </a:defRPr>
            </a:lvl1pPr>
          </a:lstStyle>
          <a:p>
            <a:r>
              <a:rPr lang="en-US" dirty="0"/>
              <a:t>Title</a:t>
            </a:r>
          </a:p>
        </p:txBody>
      </p:sp>
      <p:sp>
        <p:nvSpPr>
          <p:cNvPr id="2" name="Slide Number Placeholder 7">
            <a:extLst>
              <a:ext uri="{FF2B5EF4-FFF2-40B4-BE49-F238E27FC236}">
                <a16:creationId xmlns:a16="http://schemas.microsoft.com/office/drawing/2014/main" id="{A91DBAF4-034A-2006-5C18-C681C43D0FEB}"/>
              </a:ext>
            </a:extLst>
          </p:cNvPr>
          <p:cNvSpPr>
            <a:spLocks noGrp="1"/>
          </p:cNvSpPr>
          <p:nvPr>
            <p:ph type="sldNum" sz="quarter" idx="17"/>
          </p:nvPr>
        </p:nvSpPr>
        <p:spPr>
          <a:xfrm>
            <a:off x="571500" y="4817745"/>
            <a:ext cx="274320" cy="27432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4" name="Footer Placeholder 6">
            <a:extLst>
              <a:ext uri="{FF2B5EF4-FFF2-40B4-BE49-F238E27FC236}">
                <a16:creationId xmlns:a16="http://schemas.microsoft.com/office/drawing/2014/main" id="{3F623E54-2B7B-5082-986A-EE68878C5690}"/>
              </a:ext>
            </a:extLst>
          </p:cNvPr>
          <p:cNvSpPr>
            <a:spLocks noGrp="1"/>
          </p:cNvSpPr>
          <p:nvPr>
            <p:ph type="ftr" sz="quarter" idx="16"/>
          </p:nvPr>
        </p:nvSpPr>
        <p:spPr>
          <a:xfrm>
            <a:off x="845820" y="4817984"/>
            <a:ext cx="4309034" cy="273844"/>
          </a:xfrm>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6" name="Date Placeholder 4">
            <a:extLst>
              <a:ext uri="{FF2B5EF4-FFF2-40B4-BE49-F238E27FC236}">
                <a16:creationId xmlns:a16="http://schemas.microsoft.com/office/drawing/2014/main" id="{3E91C1BE-A1A8-EDB0-CE3D-C49914528255}"/>
              </a:ext>
            </a:extLst>
          </p:cNvPr>
          <p:cNvSpPr>
            <a:spLocks noGrp="1"/>
          </p:cNvSpPr>
          <p:nvPr>
            <p:ph type="dt" sz="half" idx="15"/>
          </p:nvPr>
        </p:nvSpPr>
        <p:spPr>
          <a:xfrm>
            <a:off x="5154854" y="4819203"/>
            <a:ext cx="2057400" cy="272625"/>
          </a:xfrm>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3107636805"/>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Light - Impact Statem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B4B5BB6C-77A2-4299-98DB-F23A8BBC354D}"/>
              </a:ext>
            </a:extLst>
          </p:cNvPr>
          <p:cNvSpPr>
            <a:spLocks noGrp="1"/>
          </p:cNvSpPr>
          <p:nvPr>
            <p:ph type="title" hasCustomPrompt="1"/>
          </p:nvPr>
        </p:nvSpPr>
        <p:spPr>
          <a:xfrm>
            <a:off x="576656" y="2263140"/>
            <a:ext cx="8003286" cy="617220"/>
          </a:xfrm>
        </p:spPr>
        <p:txBody>
          <a:bodyPr anchor="ctr"/>
          <a:lstStyle>
            <a:lvl1pPr>
              <a:defRPr sz="2700" b="1" i="0">
                <a:latin typeface="Oracle Sans Tab" panose="020B0503020204020204" pitchFamily="34" charset="0"/>
                <a:cs typeface="Oracle Sans Tab" panose="020B0503020204020204" pitchFamily="34" charset="0"/>
              </a:defRPr>
            </a:lvl1pPr>
          </a:lstStyle>
          <a:p>
            <a:r>
              <a:rPr lang="en-US" dirty="0"/>
              <a:t>Title</a:t>
            </a:r>
          </a:p>
        </p:txBody>
      </p:sp>
      <p:sp>
        <p:nvSpPr>
          <p:cNvPr id="2" name="Slide Number Placeholder 5">
            <a:extLst>
              <a:ext uri="{FF2B5EF4-FFF2-40B4-BE49-F238E27FC236}">
                <a16:creationId xmlns:a16="http://schemas.microsoft.com/office/drawing/2014/main" id="{9F0B1098-7D41-10CB-C5CD-2254F1A42B95}"/>
              </a:ext>
            </a:extLst>
          </p:cNvPr>
          <p:cNvSpPr>
            <a:spLocks noGrp="1"/>
          </p:cNvSpPr>
          <p:nvPr>
            <p:ph type="sldNum" sz="quarter" idx="40"/>
          </p:nvPr>
        </p:nvSpPr>
        <p:spPr>
          <a:xfrm>
            <a:off x="571500" y="4817745"/>
            <a:ext cx="274320" cy="274320"/>
          </a:xfrm>
        </p:spPr>
        <p:txBody>
          <a:bodyPr/>
          <a:lstStyle>
            <a:lvl1pPr>
              <a:defRPr>
                <a:solidFill>
                  <a:srgbClr val="8B8580"/>
                </a:solidFill>
              </a:defRPr>
            </a:lvl1pPr>
          </a:lstStyle>
          <a:p>
            <a:fld id="{345D60D9-5372-5F40-9443-0F9AE5BDC3C8}" type="slidenum">
              <a:rPr lang="en-US" smtClean="0"/>
              <a:pPr/>
              <a:t>‹#›</a:t>
            </a:fld>
            <a:endParaRPr lang="en-US" dirty="0"/>
          </a:p>
        </p:txBody>
      </p:sp>
      <p:sp>
        <p:nvSpPr>
          <p:cNvPr id="4" name="Footer Placeholder 4">
            <a:extLst>
              <a:ext uri="{FF2B5EF4-FFF2-40B4-BE49-F238E27FC236}">
                <a16:creationId xmlns:a16="http://schemas.microsoft.com/office/drawing/2014/main" id="{058C9C89-6343-52FD-C281-6396A1ADC580}"/>
              </a:ext>
            </a:extLst>
          </p:cNvPr>
          <p:cNvSpPr>
            <a:spLocks noGrp="1"/>
          </p:cNvSpPr>
          <p:nvPr>
            <p:ph type="ftr" sz="quarter" idx="39"/>
          </p:nvPr>
        </p:nvSpPr>
        <p:spPr>
          <a:xfrm>
            <a:off x="845820" y="4817984"/>
            <a:ext cx="4309034" cy="273844"/>
          </a:xfrm>
        </p:spPr>
        <p:txBody>
          <a:bodyPr/>
          <a:lstStyle>
            <a:lvl1pPr>
              <a:defRPr>
                <a:solidFill>
                  <a:srgbClr val="8B8580"/>
                </a:solidFill>
              </a:defRPr>
            </a:lvl1pPr>
          </a:lstStyle>
          <a:p>
            <a:r>
              <a:rPr lang="en-US"/>
              <a:t>Copyright © 2025, Oracle and/or its affiliates |  Confidential: Internal/Restricted/Highly Restricted</a:t>
            </a:r>
            <a:endParaRPr lang="en-US" dirty="0"/>
          </a:p>
        </p:txBody>
      </p:sp>
      <p:sp>
        <p:nvSpPr>
          <p:cNvPr id="6" name="Date Placeholder 3">
            <a:extLst>
              <a:ext uri="{FF2B5EF4-FFF2-40B4-BE49-F238E27FC236}">
                <a16:creationId xmlns:a16="http://schemas.microsoft.com/office/drawing/2014/main" id="{F9876E5E-4D7F-5B32-636A-7AAD60A2DF72}"/>
              </a:ext>
            </a:extLst>
          </p:cNvPr>
          <p:cNvSpPr>
            <a:spLocks noGrp="1"/>
          </p:cNvSpPr>
          <p:nvPr>
            <p:ph type="dt" sz="half" idx="38"/>
          </p:nvPr>
        </p:nvSpPr>
        <p:spPr>
          <a:xfrm>
            <a:off x="5154854" y="4819203"/>
            <a:ext cx="2057400" cy="272625"/>
          </a:xfrm>
        </p:spPr>
        <p:txBody>
          <a:bodyPr/>
          <a:lstStyle>
            <a:lvl1pPr>
              <a:defRPr>
                <a:solidFill>
                  <a:srgbClr val="8B8580"/>
                </a:solidFill>
              </a:defRPr>
            </a:lvl1pPr>
          </a:lstStyle>
          <a:p>
            <a:r>
              <a:rPr lang="en-US"/>
              <a:t>[Date]</a:t>
            </a:r>
            <a:endParaRPr lang="en-US" dirty="0"/>
          </a:p>
        </p:txBody>
      </p:sp>
    </p:spTree>
    <p:extLst>
      <p:ext uri="{BB962C8B-B14F-4D97-AF65-F5344CB8AC3E}">
        <p14:creationId xmlns:p14="http://schemas.microsoft.com/office/powerpoint/2010/main" val="1551409871"/>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Multi Statement – Dar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Date Placeholder 4">
            <a:extLst>
              <a:ext uri="{FF2B5EF4-FFF2-40B4-BE49-F238E27FC236}">
                <a16:creationId xmlns:a16="http://schemas.microsoft.com/office/drawing/2014/main" id="{22E0D5EC-D2F7-32C7-0542-FE33CC5E7C63}"/>
              </a:ext>
            </a:extLst>
          </p:cNvPr>
          <p:cNvSpPr>
            <a:spLocks noGrp="1"/>
          </p:cNvSpPr>
          <p:nvPr>
            <p:ph type="dt" sz="half" idx="15"/>
          </p:nvPr>
        </p:nvSpPr>
        <p:spPr>
          <a:xfrm>
            <a:off x="5154854" y="4819203"/>
            <a:ext cx="2057400" cy="272625"/>
          </a:xfrm>
        </p:spPr>
        <p:txBody>
          <a:bodyPr/>
          <a:lstStyle>
            <a:lvl1pPr>
              <a:defRPr>
                <a:solidFill>
                  <a:srgbClr val="AEA8A2"/>
                </a:solidFill>
              </a:defRPr>
            </a:lvl1pPr>
          </a:lstStyle>
          <a:p>
            <a:r>
              <a:rPr lang="en-US"/>
              <a:t>[Date]</a:t>
            </a:r>
            <a:endParaRPr lang="en-US" dirty="0"/>
          </a:p>
        </p:txBody>
      </p:sp>
      <p:sp>
        <p:nvSpPr>
          <p:cNvPr id="4" name="Title 2">
            <a:extLst>
              <a:ext uri="{FF2B5EF4-FFF2-40B4-BE49-F238E27FC236}">
                <a16:creationId xmlns:a16="http://schemas.microsoft.com/office/drawing/2014/main" id="{908A7B0E-BB86-4135-0361-93C6741214E3}"/>
              </a:ext>
            </a:extLst>
          </p:cNvPr>
          <p:cNvSpPr>
            <a:spLocks noGrp="1"/>
          </p:cNvSpPr>
          <p:nvPr>
            <p:ph type="title" hasCustomPrompt="1"/>
          </p:nvPr>
        </p:nvSpPr>
        <p:spPr>
          <a:xfrm>
            <a:off x="576656" y="136802"/>
            <a:ext cx="4037535" cy="617220"/>
          </a:xfrm>
        </p:spPr>
        <p:txBody>
          <a:bodyPr/>
          <a:lstStyle>
            <a:lvl1pPr>
              <a:defRPr b="1" i="0">
                <a:latin typeface="Oracle Sans Tab Semi Bold" panose="020B0503020204020204" pitchFamily="34" charset="0"/>
                <a:cs typeface="Oracle Sans Tab Semi Bold" panose="020B0503020204020204" pitchFamily="34" charset="0"/>
              </a:defRPr>
            </a:lvl1pPr>
          </a:lstStyle>
          <a:p>
            <a:r>
              <a:rPr lang="en-US" dirty="0"/>
              <a:t>Multi-statement title on dark</a:t>
            </a:r>
          </a:p>
        </p:txBody>
      </p:sp>
      <p:sp>
        <p:nvSpPr>
          <p:cNvPr id="6" name="Text Placeholder 2">
            <a:extLst>
              <a:ext uri="{FF2B5EF4-FFF2-40B4-BE49-F238E27FC236}">
                <a16:creationId xmlns:a16="http://schemas.microsoft.com/office/drawing/2014/main" id="{E4DCF24B-59BC-04B0-B557-EEF59BF81E12}"/>
              </a:ext>
            </a:extLst>
          </p:cNvPr>
          <p:cNvSpPr>
            <a:spLocks noGrp="1"/>
          </p:cNvSpPr>
          <p:nvPr>
            <p:ph type="body" sz="quarter" idx="17" hasCustomPrompt="1"/>
          </p:nvPr>
        </p:nvSpPr>
        <p:spPr>
          <a:xfrm>
            <a:off x="582964" y="1204680"/>
            <a:ext cx="5497607" cy="868928"/>
          </a:xfrm>
        </p:spPr>
        <p:txBody>
          <a:bodyPr anchor="ctr">
            <a:normAutofit/>
          </a:bodyPr>
          <a:lstStyle>
            <a:lvl1pPr>
              <a:lnSpc>
                <a:spcPct val="100000"/>
              </a:lnSpc>
              <a:spcBef>
                <a:spcPts val="0"/>
              </a:spcBef>
              <a:defRPr sz="2100" b="1"/>
            </a:lvl1pPr>
          </a:lstStyle>
          <a:p>
            <a:pPr lvl="0"/>
            <a:r>
              <a:rPr lang="en-US" dirty="0"/>
              <a:t>Click to edit Headline</a:t>
            </a:r>
          </a:p>
        </p:txBody>
      </p:sp>
      <p:sp>
        <p:nvSpPr>
          <p:cNvPr id="10" name="Text Placeholder 4">
            <a:extLst>
              <a:ext uri="{FF2B5EF4-FFF2-40B4-BE49-F238E27FC236}">
                <a16:creationId xmlns:a16="http://schemas.microsoft.com/office/drawing/2014/main" id="{44B2EADF-9C30-D624-9DFD-FDBFF41F8B1B}"/>
              </a:ext>
            </a:extLst>
          </p:cNvPr>
          <p:cNvSpPr>
            <a:spLocks noGrp="1"/>
          </p:cNvSpPr>
          <p:nvPr>
            <p:ph type="body" sz="quarter" idx="18" hasCustomPrompt="1"/>
          </p:nvPr>
        </p:nvSpPr>
        <p:spPr>
          <a:xfrm>
            <a:off x="582964" y="2298971"/>
            <a:ext cx="5497780" cy="874882"/>
          </a:xfrm>
        </p:spPr>
        <p:txBody>
          <a:bodyPr anchor="ctr">
            <a:normAutofit/>
          </a:bodyPr>
          <a:lstStyle>
            <a:lvl1pPr>
              <a:lnSpc>
                <a:spcPct val="100000"/>
              </a:lnSpc>
              <a:spcBef>
                <a:spcPts val="0"/>
              </a:spcBef>
              <a:defRPr sz="2100" b="1"/>
            </a:lvl1pPr>
          </a:lstStyle>
          <a:p>
            <a:pPr lvl="0"/>
            <a:r>
              <a:rPr lang="en-US" dirty="0"/>
              <a:t>Click to edit Headline</a:t>
            </a:r>
          </a:p>
        </p:txBody>
      </p:sp>
      <p:sp>
        <p:nvSpPr>
          <p:cNvPr id="11" name="Text Placeholder 7">
            <a:extLst>
              <a:ext uri="{FF2B5EF4-FFF2-40B4-BE49-F238E27FC236}">
                <a16:creationId xmlns:a16="http://schemas.microsoft.com/office/drawing/2014/main" id="{E7E762A4-B873-A5F3-276F-B1A4DD5DC4A0}"/>
              </a:ext>
            </a:extLst>
          </p:cNvPr>
          <p:cNvSpPr>
            <a:spLocks noGrp="1"/>
          </p:cNvSpPr>
          <p:nvPr>
            <p:ph type="body" sz="quarter" idx="19" hasCustomPrompt="1"/>
          </p:nvPr>
        </p:nvSpPr>
        <p:spPr>
          <a:xfrm>
            <a:off x="582963" y="3399215"/>
            <a:ext cx="5497781" cy="887016"/>
          </a:xfrm>
        </p:spPr>
        <p:txBody>
          <a:bodyPr anchor="ctr">
            <a:normAutofit/>
          </a:bodyPr>
          <a:lstStyle>
            <a:lvl1pPr>
              <a:lnSpc>
                <a:spcPct val="100000"/>
              </a:lnSpc>
              <a:spcBef>
                <a:spcPts val="0"/>
              </a:spcBef>
              <a:defRPr sz="2100" b="1"/>
            </a:lvl1pPr>
          </a:lstStyle>
          <a:p>
            <a:pPr lvl="0"/>
            <a:r>
              <a:rPr lang="en-US" dirty="0"/>
              <a:t>Click to edit Headline</a:t>
            </a:r>
          </a:p>
        </p:txBody>
      </p:sp>
      <p:sp>
        <p:nvSpPr>
          <p:cNvPr id="2" name="Slide Number Placeholder 7">
            <a:extLst>
              <a:ext uri="{FF2B5EF4-FFF2-40B4-BE49-F238E27FC236}">
                <a16:creationId xmlns:a16="http://schemas.microsoft.com/office/drawing/2014/main" id="{7987ACB5-95D6-365C-795A-D276B2B66E15}"/>
              </a:ext>
            </a:extLst>
          </p:cNvPr>
          <p:cNvSpPr>
            <a:spLocks noGrp="1"/>
          </p:cNvSpPr>
          <p:nvPr>
            <p:ph type="sldNum" sz="quarter" idx="20"/>
          </p:nvPr>
        </p:nvSpPr>
        <p:spPr>
          <a:xfrm>
            <a:off x="571500" y="4817745"/>
            <a:ext cx="274320" cy="27432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7" name="Footer Placeholder 6">
            <a:extLst>
              <a:ext uri="{FF2B5EF4-FFF2-40B4-BE49-F238E27FC236}">
                <a16:creationId xmlns:a16="http://schemas.microsoft.com/office/drawing/2014/main" id="{2CDB5C85-6ACF-BB32-518A-0AE8B7DD3CEC}"/>
              </a:ext>
            </a:extLst>
          </p:cNvPr>
          <p:cNvSpPr>
            <a:spLocks noGrp="1"/>
          </p:cNvSpPr>
          <p:nvPr>
            <p:ph type="ftr" sz="quarter" idx="16"/>
          </p:nvPr>
        </p:nvSpPr>
        <p:spPr>
          <a:xfrm>
            <a:off x="845820" y="4817984"/>
            <a:ext cx="4309034" cy="273844"/>
          </a:xfrm>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Tree>
    <p:extLst>
      <p:ext uri="{BB962C8B-B14F-4D97-AF65-F5344CB8AC3E}">
        <p14:creationId xmlns:p14="http://schemas.microsoft.com/office/powerpoint/2010/main" val="3154791652"/>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Multi Statement – Ligh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Title 2">
            <a:extLst>
              <a:ext uri="{FF2B5EF4-FFF2-40B4-BE49-F238E27FC236}">
                <a16:creationId xmlns:a16="http://schemas.microsoft.com/office/drawing/2014/main" id="{B46F7E12-5919-1F8D-81D3-8F1C1F4A857E}"/>
              </a:ext>
            </a:extLst>
          </p:cNvPr>
          <p:cNvSpPr>
            <a:spLocks noGrp="1"/>
          </p:cNvSpPr>
          <p:nvPr>
            <p:ph type="title" hasCustomPrompt="1"/>
          </p:nvPr>
        </p:nvSpPr>
        <p:spPr>
          <a:xfrm>
            <a:off x="576656" y="136802"/>
            <a:ext cx="4037535" cy="617220"/>
          </a:xfrm>
        </p:spPr>
        <p:txBody>
          <a:bodyPr/>
          <a:lstStyle>
            <a:lvl1pPr>
              <a:defRPr b="1" i="0">
                <a:latin typeface="Oracle Sans Tab Semi Bold" panose="020B0503020204020204" pitchFamily="34" charset="0"/>
                <a:cs typeface="Oracle Sans Tab Semi Bold" panose="020B0503020204020204" pitchFamily="34" charset="0"/>
              </a:defRPr>
            </a:lvl1pPr>
          </a:lstStyle>
          <a:p>
            <a:r>
              <a:rPr lang="en-US" dirty="0"/>
              <a:t>Multi-statement title on light</a:t>
            </a:r>
          </a:p>
        </p:txBody>
      </p:sp>
      <p:sp>
        <p:nvSpPr>
          <p:cNvPr id="8" name="Date Placeholder 3">
            <a:extLst>
              <a:ext uri="{FF2B5EF4-FFF2-40B4-BE49-F238E27FC236}">
                <a16:creationId xmlns:a16="http://schemas.microsoft.com/office/drawing/2014/main" id="{B215CC06-6A9B-37FA-76CA-2CC091DA6489}"/>
              </a:ext>
            </a:extLst>
          </p:cNvPr>
          <p:cNvSpPr>
            <a:spLocks noGrp="1"/>
          </p:cNvSpPr>
          <p:nvPr>
            <p:ph type="dt" sz="half" idx="38"/>
          </p:nvPr>
        </p:nvSpPr>
        <p:spPr>
          <a:xfrm>
            <a:off x="5154854" y="4819203"/>
            <a:ext cx="2057400" cy="272625"/>
          </a:xfrm>
        </p:spPr>
        <p:txBody>
          <a:bodyPr/>
          <a:lstStyle>
            <a:lvl1pPr>
              <a:defRPr>
                <a:solidFill>
                  <a:srgbClr val="8B8580"/>
                </a:solidFill>
              </a:defRPr>
            </a:lvl1pPr>
          </a:lstStyle>
          <a:p>
            <a:r>
              <a:rPr lang="en-US"/>
              <a:t>[Date]</a:t>
            </a:r>
            <a:endParaRPr lang="en-US" dirty="0"/>
          </a:p>
        </p:txBody>
      </p:sp>
      <p:sp>
        <p:nvSpPr>
          <p:cNvPr id="4" name="Text Placeholder 2">
            <a:extLst>
              <a:ext uri="{FF2B5EF4-FFF2-40B4-BE49-F238E27FC236}">
                <a16:creationId xmlns:a16="http://schemas.microsoft.com/office/drawing/2014/main" id="{5C2B0510-6C5C-90AE-70B3-465956B421D1}"/>
              </a:ext>
            </a:extLst>
          </p:cNvPr>
          <p:cNvSpPr>
            <a:spLocks noGrp="1"/>
          </p:cNvSpPr>
          <p:nvPr>
            <p:ph type="body" sz="quarter" idx="17" hasCustomPrompt="1"/>
          </p:nvPr>
        </p:nvSpPr>
        <p:spPr>
          <a:xfrm>
            <a:off x="582964" y="1204680"/>
            <a:ext cx="5497607" cy="868928"/>
          </a:xfrm>
        </p:spPr>
        <p:txBody>
          <a:bodyPr anchor="ctr">
            <a:normAutofit/>
          </a:bodyPr>
          <a:lstStyle>
            <a:lvl1pPr>
              <a:lnSpc>
                <a:spcPct val="100000"/>
              </a:lnSpc>
              <a:spcBef>
                <a:spcPts val="0"/>
              </a:spcBef>
              <a:defRPr sz="2100" b="1"/>
            </a:lvl1pPr>
          </a:lstStyle>
          <a:p>
            <a:pPr lvl="0"/>
            <a:r>
              <a:rPr lang="en-US" dirty="0"/>
              <a:t>Click to edit Headline</a:t>
            </a:r>
          </a:p>
        </p:txBody>
      </p:sp>
      <p:sp>
        <p:nvSpPr>
          <p:cNvPr id="6" name="Text Placeholder 4">
            <a:extLst>
              <a:ext uri="{FF2B5EF4-FFF2-40B4-BE49-F238E27FC236}">
                <a16:creationId xmlns:a16="http://schemas.microsoft.com/office/drawing/2014/main" id="{76B77C37-B1EA-98CE-3BB1-8335931ADE8D}"/>
              </a:ext>
            </a:extLst>
          </p:cNvPr>
          <p:cNvSpPr>
            <a:spLocks noGrp="1"/>
          </p:cNvSpPr>
          <p:nvPr>
            <p:ph type="body" sz="quarter" idx="18" hasCustomPrompt="1"/>
          </p:nvPr>
        </p:nvSpPr>
        <p:spPr>
          <a:xfrm>
            <a:off x="582964" y="2298971"/>
            <a:ext cx="5497780" cy="874882"/>
          </a:xfrm>
        </p:spPr>
        <p:txBody>
          <a:bodyPr anchor="ctr">
            <a:normAutofit/>
          </a:bodyPr>
          <a:lstStyle>
            <a:lvl1pPr>
              <a:lnSpc>
                <a:spcPct val="100000"/>
              </a:lnSpc>
              <a:spcBef>
                <a:spcPts val="0"/>
              </a:spcBef>
              <a:defRPr sz="2100" b="1"/>
            </a:lvl1pPr>
          </a:lstStyle>
          <a:p>
            <a:pPr lvl="0"/>
            <a:r>
              <a:rPr lang="en-US" dirty="0"/>
              <a:t>Click to edit Headline</a:t>
            </a:r>
          </a:p>
        </p:txBody>
      </p:sp>
      <p:sp>
        <p:nvSpPr>
          <p:cNvPr id="10" name="Text Placeholder 7">
            <a:extLst>
              <a:ext uri="{FF2B5EF4-FFF2-40B4-BE49-F238E27FC236}">
                <a16:creationId xmlns:a16="http://schemas.microsoft.com/office/drawing/2014/main" id="{CF0D059D-CAF1-75DA-3D0D-5152AA0D0CA7}"/>
              </a:ext>
            </a:extLst>
          </p:cNvPr>
          <p:cNvSpPr>
            <a:spLocks noGrp="1"/>
          </p:cNvSpPr>
          <p:nvPr>
            <p:ph type="body" sz="quarter" idx="19" hasCustomPrompt="1"/>
          </p:nvPr>
        </p:nvSpPr>
        <p:spPr>
          <a:xfrm>
            <a:off x="582963" y="3399215"/>
            <a:ext cx="5497781" cy="887016"/>
          </a:xfrm>
        </p:spPr>
        <p:txBody>
          <a:bodyPr anchor="ctr">
            <a:normAutofit/>
          </a:bodyPr>
          <a:lstStyle>
            <a:lvl1pPr>
              <a:lnSpc>
                <a:spcPct val="100000"/>
              </a:lnSpc>
              <a:spcBef>
                <a:spcPts val="0"/>
              </a:spcBef>
              <a:defRPr sz="2100" b="1"/>
            </a:lvl1pPr>
          </a:lstStyle>
          <a:p>
            <a:pPr lvl="0"/>
            <a:r>
              <a:rPr lang="en-US" dirty="0"/>
              <a:t>Click to edit Headline</a:t>
            </a:r>
          </a:p>
        </p:txBody>
      </p:sp>
      <p:sp>
        <p:nvSpPr>
          <p:cNvPr id="3" name="Slide Number Placeholder 5">
            <a:extLst>
              <a:ext uri="{FF2B5EF4-FFF2-40B4-BE49-F238E27FC236}">
                <a16:creationId xmlns:a16="http://schemas.microsoft.com/office/drawing/2014/main" id="{4CB7A4E7-BA75-2474-D545-863B866F6A23}"/>
              </a:ext>
            </a:extLst>
          </p:cNvPr>
          <p:cNvSpPr>
            <a:spLocks noGrp="1"/>
          </p:cNvSpPr>
          <p:nvPr>
            <p:ph type="sldNum" sz="quarter" idx="40"/>
          </p:nvPr>
        </p:nvSpPr>
        <p:spPr>
          <a:xfrm>
            <a:off x="571500" y="4817745"/>
            <a:ext cx="274320" cy="274320"/>
          </a:xfrm>
        </p:spPr>
        <p:txBody>
          <a:bodyPr/>
          <a:lstStyle>
            <a:lvl1pPr>
              <a:defRPr>
                <a:solidFill>
                  <a:srgbClr val="8B8580"/>
                </a:solidFill>
              </a:defRPr>
            </a:lvl1pPr>
          </a:lstStyle>
          <a:p>
            <a:fld id="{345D60D9-5372-5F40-9443-0F9AE5BDC3C8}" type="slidenum">
              <a:rPr lang="en-US" smtClean="0"/>
              <a:pPr/>
              <a:t>‹#›</a:t>
            </a:fld>
            <a:endParaRPr lang="en-US" dirty="0"/>
          </a:p>
        </p:txBody>
      </p:sp>
      <p:sp>
        <p:nvSpPr>
          <p:cNvPr id="5" name="Footer Placeholder 4">
            <a:extLst>
              <a:ext uri="{FF2B5EF4-FFF2-40B4-BE49-F238E27FC236}">
                <a16:creationId xmlns:a16="http://schemas.microsoft.com/office/drawing/2014/main" id="{5C0E802C-9235-4781-9E8F-2C922A88134B}"/>
              </a:ext>
            </a:extLst>
          </p:cNvPr>
          <p:cNvSpPr>
            <a:spLocks noGrp="1"/>
          </p:cNvSpPr>
          <p:nvPr>
            <p:ph type="ftr" sz="quarter" idx="39"/>
          </p:nvPr>
        </p:nvSpPr>
        <p:spPr>
          <a:xfrm>
            <a:off x="845820" y="4817984"/>
            <a:ext cx="4309034" cy="273844"/>
          </a:xfrm>
        </p:spPr>
        <p:txBody>
          <a:bodyPr/>
          <a:lstStyle>
            <a:lvl1pPr>
              <a:defRPr>
                <a:solidFill>
                  <a:srgbClr val="8B8580"/>
                </a:solidFill>
              </a:defRPr>
            </a:lvl1pPr>
          </a:lstStyle>
          <a:p>
            <a:r>
              <a:rPr lang="en-US"/>
              <a:t>Copyright © 2025, Oracle and/or its affiliates |  Confidential: Internal/Restricted/Highly Restricted</a:t>
            </a:r>
            <a:endParaRPr lang="en-US" dirty="0"/>
          </a:p>
        </p:txBody>
      </p:sp>
    </p:spTree>
    <p:extLst>
      <p:ext uri="{BB962C8B-B14F-4D97-AF65-F5344CB8AC3E}">
        <p14:creationId xmlns:p14="http://schemas.microsoft.com/office/powerpoint/2010/main" val="884719205"/>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peaker_1">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8DD237-1E40-4383-9C51-545B9C5DD604}"/>
              </a:ext>
            </a:extLst>
          </p:cNvPr>
          <p:cNvSpPr>
            <a:spLocks noGrp="1"/>
          </p:cNvSpPr>
          <p:nvPr>
            <p:ph type="title" hasCustomPrompt="1"/>
          </p:nvPr>
        </p:nvSpPr>
        <p:spPr>
          <a:xfrm>
            <a:off x="571500" y="1200151"/>
            <a:ext cx="2773018" cy="990077"/>
          </a:xfrm>
        </p:spPr>
        <p:txBody>
          <a:bodyPr vert="horz" wrap="square" lIns="0" tIns="0" rIns="0" bIns="0" rtlCol="0" anchor="b" anchorCtr="0">
            <a:normAutofit/>
          </a:bodyPr>
          <a:lstStyle>
            <a:lvl1pPr>
              <a:defRPr lang="en-US" sz="2700" b="1" i="0">
                <a:latin typeface="Oracle Sans Tab" panose="020B0503020204020204" pitchFamily="34" charset="0"/>
                <a:ea typeface="+mj-ea"/>
              </a:defRPr>
            </a:lvl1pPr>
          </a:lstStyle>
          <a:p>
            <a:pPr marL="0" lvl="0">
              <a:lnSpc>
                <a:spcPct val="100000"/>
              </a:lnSpc>
            </a:pPr>
            <a:r>
              <a:rPr lang="en-US" dirty="0"/>
              <a:t>Speaker</a:t>
            </a:r>
          </a:p>
        </p:txBody>
      </p:sp>
      <p:sp>
        <p:nvSpPr>
          <p:cNvPr id="19" name="Picture Placeholder 4">
            <a:extLst>
              <a:ext uri="{FF2B5EF4-FFF2-40B4-BE49-F238E27FC236}">
                <a16:creationId xmlns:a16="http://schemas.microsoft.com/office/drawing/2014/main" id="{DEEA7EE7-413E-4F05-94D2-2DA6180164CA}"/>
              </a:ext>
            </a:extLst>
          </p:cNvPr>
          <p:cNvSpPr>
            <a:spLocks noGrp="1"/>
          </p:cNvSpPr>
          <p:nvPr>
            <p:ph type="pic" sz="quarter" idx="10"/>
          </p:nvPr>
        </p:nvSpPr>
        <p:spPr>
          <a:xfrm>
            <a:off x="5048186" y="1199621"/>
            <a:ext cx="2420607" cy="2435339"/>
          </a:xfrm>
          <a:prstGeom prst="ellipse">
            <a:avLst/>
          </a:prstGeom>
        </p:spPr>
        <p:txBody>
          <a:bodyPr/>
          <a:lstStyle>
            <a:lvl1pPr>
              <a:defRPr>
                <a:solidFill>
                  <a:schemeClr val="tx1"/>
                </a:solidFill>
              </a:defRPr>
            </a:lvl1pPr>
          </a:lstStyle>
          <a:p>
            <a:r>
              <a:rPr lang="en-US"/>
              <a:t>Click icon to add picture</a:t>
            </a:r>
            <a:endParaRPr lang="en-US" dirty="0"/>
          </a:p>
        </p:txBody>
      </p:sp>
      <p:sp>
        <p:nvSpPr>
          <p:cNvPr id="37" name="Text Placeholder 33">
            <a:extLst>
              <a:ext uri="{FF2B5EF4-FFF2-40B4-BE49-F238E27FC236}">
                <a16:creationId xmlns:a16="http://schemas.microsoft.com/office/drawing/2014/main" id="{4B94D438-35CF-4631-8709-33AB89A0307E}"/>
              </a:ext>
            </a:extLst>
          </p:cNvPr>
          <p:cNvSpPr>
            <a:spLocks noGrp="1"/>
          </p:cNvSpPr>
          <p:nvPr>
            <p:ph type="body" sz="quarter" idx="12" hasCustomPrompt="1"/>
          </p:nvPr>
        </p:nvSpPr>
        <p:spPr>
          <a:xfrm>
            <a:off x="5048186" y="3859023"/>
            <a:ext cx="2427360" cy="273844"/>
          </a:xfrm>
        </p:spPr>
        <p:txBody>
          <a:bodyPr vert="horz" lIns="0" tIns="0" rIns="0" bIns="0" rtlCol="0" anchor="t" anchorCtr="0">
            <a:noAutofit/>
          </a:bodyPr>
          <a:lstStyle>
            <a:lvl1pPr algn="ctr">
              <a:defRPr lang="en-US" sz="1500" b="0" dirty="0">
                <a:solidFill>
                  <a:schemeClr val="tx1"/>
                </a:solidFill>
                <a:latin typeface="Oracle Sans Extra Bold" panose="020B0803020204020204" pitchFamily="34" charset="0"/>
                <a:ea typeface="+mj-ea"/>
                <a:cs typeface="Oracle Sans Extra Bold" panose="020B0803020204020204" pitchFamily="34" charset="0"/>
              </a:defRPr>
            </a:lvl1pPr>
          </a:lstStyle>
          <a:p>
            <a:pPr lvl="0">
              <a:spcBef>
                <a:spcPct val="0"/>
              </a:spcBef>
            </a:pPr>
            <a:r>
              <a:rPr lang="en-US" dirty="0"/>
              <a:t>Add speaker name</a:t>
            </a:r>
          </a:p>
        </p:txBody>
      </p:sp>
      <p:sp>
        <p:nvSpPr>
          <p:cNvPr id="38" name="Text Placeholder 33">
            <a:extLst>
              <a:ext uri="{FF2B5EF4-FFF2-40B4-BE49-F238E27FC236}">
                <a16:creationId xmlns:a16="http://schemas.microsoft.com/office/drawing/2014/main" id="{F34D25E2-243D-4B96-8C35-F96C56B3482F}"/>
              </a:ext>
            </a:extLst>
          </p:cNvPr>
          <p:cNvSpPr>
            <a:spLocks noGrp="1"/>
          </p:cNvSpPr>
          <p:nvPr>
            <p:ph type="body" sz="quarter" idx="13" hasCustomPrompt="1"/>
          </p:nvPr>
        </p:nvSpPr>
        <p:spPr>
          <a:xfrm>
            <a:off x="5048186" y="4132101"/>
            <a:ext cx="2427360" cy="273844"/>
          </a:xfrm>
        </p:spPr>
        <p:txBody>
          <a:bodyPr vert="horz" lIns="0" tIns="0" rIns="0" bIns="0" rtlCol="0" anchor="t" anchorCtr="0">
            <a:noAutofit/>
          </a:bodyPr>
          <a:lstStyle>
            <a:lvl1pPr algn="ctr">
              <a:defRPr lang="en-US" dirty="0">
                <a:solidFill>
                  <a:schemeClr val="tx1"/>
                </a:solidFill>
                <a:latin typeface="+mn-lt"/>
                <a:ea typeface="+mj-ea"/>
                <a:cs typeface="Oracle Sans Extra Bold" panose="020B0503020204020204" pitchFamily="34" charset="0"/>
              </a:defRPr>
            </a:lvl1pPr>
          </a:lstStyle>
          <a:p>
            <a:pPr lvl="0">
              <a:spcBef>
                <a:spcPct val="0"/>
              </a:spcBef>
            </a:pPr>
            <a:r>
              <a:rPr lang="en-US" dirty="0"/>
              <a:t>Add speaker title</a:t>
            </a:r>
          </a:p>
        </p:txBody>
      </p:sp>
      <p:sp>
        <p:nvSpPr>
          <p:cNvPr id="3" name="Slide Number Placeholder 7">
            <a:extLst>
              <a:ext uri="{FF2B5EF4-FFF2-40B4-BE49-F238E27FC236}">
                <a16:creationId xmlns:a16="http://schemas.microsoft.com/office/drawing/2014/main" id="{372A12C9-976F-C50B-EE5B-FC3F2A92A432}"/>
              </a:ext>
            </a:extLst>
          </p:cNvPr>
          <p:cNvSpPr>
            <a:spLocks noGrp="1"/>
          </p:cNvSpPr>
          <p:nvPr>
            <p:ph type="sldNum" sz="quarter" idx="17"/>
          </p:nvPr>
        </p:nvSpPr>
        <p:spPr>
          <a:xfrm>
            <a:off x="571500" y="4817745"/>
            <a:ext cx="274320" cy="27432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4" name="Footer Placeholder 6">
            <a:extLst>
              <a:ext uri="{FF2B5EF4-FFF2-40B4-BE49-F238E27FC236}">
                <a16:creationId xmlns:a16="http://schemas.microsoft.com/office/drawing/2014/main" id="{6D5DD198-A04A-6BCB-84FC-559437A1F042}"/>
              </a:ext>
            </a:extLst>
          </p:cNvPr>
          <p:cNvSpPr>
            <a:spLocks noGrp="1"/>
          </p:cNvSpPr>
          <p:nvPr>
            <p:ph type="ftr" sz="quarter" idx="16"/>
          </p:nvPr>
        </p:nvSpPr>
        <p:spPr>
          <a:xfrm>
            <a:off x="845820" y="4817984"/>
            <a:ext cx="4309034" cy="273844"/>
          </a:xfrm>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5" name="Date Placeholder 4">
            <a:extLst>
              <a:ext uri="{FF2B5EF4-FFF2-40B4-BE49-F238E27FC236}">
                <a16:creationId xmlns:a16="http://schemas.microsoft.com/office/drawing/2014/main" id="{9D89F2E8-180E-4047-0986-0F230D404FF7}"/>
              </a:ext>
            </a:extLst>
          </p:cNvPr>
          <p:cNvSpPr>
            <a:spLocks noGrp="1"/>
          </p:cNvSpPr>
          <p:nvPr>
            <p:ph type="dt" sz="half" idx="15"/>
          </p:nvPr>
        </p:nvSpPr>
        <p:spPr>
          <a:xfrm>
            <a:off x="5154854" y="4819203"/>
            <a:ext cx="2057400" cy="272625"/>
          </a:xfrm>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1710623718"/>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Speaker_1-Profile">
    <p:bg>
      <p:bgRef idx="1001">
        <a:schemeClr val="bg2"/>
      </p:bgRef>
    </p:bg>
    <p:spTree>
      <p:nvGrpSpPr>
        <p:cNvPr id="1" name=""/>
        <p:cNvGrpSpPr/>
        <p:nvPr/>
      </p:nvGrpSpPr>
      <p:grpSpPr>
        <a:xfrm>
          <a:off x="0" y="0"/>
          <a:ext cx="0" cy="0"/>
          <a:chOff x="0" y="0"/>
          <a:chExt cx="0" cy="0"/>
        </a:xfrm>
      </p:grpSpPr>
      <p:sp>
        <p:nvSpPr>
          <p:cNvPr id="3" name="Title 3">
            <a:extLst>
              <a:ext uri="{FF2B5EF4-FFF2-40B4-BE49-F238E27FC236}">
                <a16:creationId xmlns:a16="http://schemas.microsoft.com/office/drawing/2014/main" id="{7B692C7B-23D2-F815-AA7B-2A7E53056DF4}"/>
              </a:ext>
            </a:extLst>
          </p:cNvPr>
          <p:cNvSpPr>
            <a:spLocks noGrp="1"/>
          </p:cNvSpPr>
          <p:nvPr>
            <p:ph type="title" hasCustomPrompt="1"/>
          </p:nvPr>
        </p:nvSpPr>
        <p:spPr>
          <a:xfrm>
            <a:off x="576656" y="136802"/>
            <a:ext cx="8003286" cy="617220"/>
          </a:xfrm>
        </p:spPr>
        <p:txBody>
          <a:bodyPr/>
          <a:lstStyle>
            <a:lvl1pPr>
              <a:defRPr b="1" i="0">
                <a:latin typeface="Oracle Sans Tab" panose="020B0503020204020204" pitchFamily="34" charset="0"/>
                <a:cs typeface="Oracle Sans Tab" panose="020B0503020204020204" pitchFamily="34" charset="0"/>
              </a:defRPr>
            </a:lvl1pPr>
          </a:lstStyle>
          <a:p>
            <a:r>
              <a:rPr lang="en-US" dirty="0"/>
              <a:t>Title</a:t>
            </a:r>
          </a:p>
        </p:txBody>
      </p:sp>
      <p:sp>
        <p:nvSpPr>
          <p:cNvPr id="19" name="Picture Placeholder 4">
            <a:extLst>
              <a:ext uri="{FF2B5EF4-FFF2-40B4-BE49-F238E27FC236}">
                <a16:creationId xmlns:a16="http://schemas.microsoft.com/office/drawing/2014/main" id="{DEEA7EE7-413E-4F05-94D2-2DA6180164CA}"/>
              </a:ext>
            </a:extLst>
          </p:cNvPr>
          <p:cNvSpPr>
            <a:spLocks noGrp="1"/>
          </p:cNvSpPr>
          <p:nvPr>
            <p:ph type="pic" sz="quarter" idx="10"/>
          </p:nvPr>
        </p:nvSpPr>
        <p:spPr>
          <a:xfrm>
            <a:off x="594404" y="1199621"/>
            <a:ext cx="2420607" cy="2435339"/>
          </a:xfrm>
          <a:prstGeom prst="ellipse">
            <a:avLst/>
          </a:prstGeom>
        </p:spPr>
        <p:txBody>
          <a:bodyPr/>
          <a:lstStyle>
            <a:lvl1pPr>
              <a:defRPr>
                <a:solidFill>
                  <a:schemeClr val="tx1"/>
                </a:solidFill>
              </a:defRPr>
            </a:lvl1pPr>
          </a:lstStyle>
          <a:p>
            <a:r>
              <a:rPr lang="en-US"/>
              <a:t>Click icon to add picture</a:t>
            </a:r>
            <a:endParaRPr lang="en-US" dirty="0"/>
          </a:p>
        </p:txBody>
      </p:sp>
      <p:sp>
        <p:nvSpPr>
          <p:cNvPr id="37" name="Text Placeholder 33">
            <a:extLst>
              <a:ext uri="{FF2B5EF4-FFF2-40B4-BE49-F238E27FC236}">
                <a16:creationId xmlns:a16="http://schemas.microsoft.com/office/drawing/2014/main" id="{4B94D438-35CF-4631-8709-33AB89A0307E}"/>
              </a:ext>
            </a:extLst>
          </p:cNvPr>
          <p:cNvSpPr>
            <a:spLocks noGrp="1"/>
          </p:cNvSpPr>
          <p:nvPr>
            <p:ph type="body" sz="quarter" idx="12" hasCustomPrompt="1"/>
          </p:nvPr>
        </p:nvSpPr>
        <p:spPr>
          <a:xfrm>
            <a:off x="594404" y="3859023"/>
            <a:ext cx="2427360" cy="273844"/>
          </a:xfrm>
        </p:spPr>
        <p:txBody>
          <a:bodyPr vert="horz" lIns="0" tIns="0" rIns="0" bIns="0" rtlCol="0" anchor="t" anchorCtr="0">
            <a:noAutofit/>
          </a:bodyPr>
          <a:lstStyle>
            <a:lvl1pPr algn="ctr">
              <a:defRPr lang="en-US" sz="1500" b="0" dirty="0">
                <a:solidFill>
                  <a:schemeClr val="tx1"/>
                </a:solidFill>
                <a:latin typeface="Oracle Sans Extra Bold" panose="020B0803020204020204" pitchFamily="34" charset="0"/>
                <a:ea typeface="+mj-ea"/>
                <a:cs typeface="Oracle Sans Extra Bold" panose="020B0803020204020204" pitchFamily="34" charset="0"/>
              </a:defRPr>
            </a:lvl1pPr>
          </a:lstStyle>
          <a:p>
            <a:pPr lvl="0">
              <a:spcBef>
                <a:spcPct val="0"/>
              </a:spcBef>
            </a:pPr>
            <a:r>
              <a:rPr lang="en-US" dirty="0"/>
              <a:t>Add speaker name</a:t>
            </a:r>
          </a:p>
        </p:txBody>
      </p:sp>
      <p:sp>
        <p:nvSpPr>
          <p:cNvPr id="38" name="Text Placeholder 33">
            <a:extLst>
              <a:ext uri="{FF2B5EF4-FFF2-40B4-BE49-F238E27FC236}">
                <a16:creationId xmlns:a16="http://schemas.microsoft.com/office/drawing/2014/main" id="{F34D25E2-243D-4B96-8C35-F96C56B3482F}"/>
              </a:ext>
            </a:extLst>
          </p:cNvPr>
          <p:cNvSpPr>
            <a:spLocks noGrp="1"/>
          </p:cNvSpPr>
          <p:nvPr>
            <p:ph type="body" sz="quarter" idx="13" hasCustomPrompt="1"/>
          </p:nvPr>
        </p:nvSpPr>
        <p:spPr>
          <a:xfrm>
            <a:off x="594404" y="4132101"/>
            <a:ext cx="2427360" cy="273844"/>
          </a:xfrm>
        </p:spPr>
        <p:txBody>
          <a:bodyPr vert="horz" lIns="0" tIns="0" rIns="0" bIns="0" rtlCol="0" anchor="t" anchorCtr="0">
            <a:noAutofit/>
          </a:bodyPr>
          <a:lstStyle>
            <a:lvl1pPr algn="ctr">
              <a:defRPr lang="en-US" dirty="0">
                <a:solidFill>
                  <a:schemeClr val="tx1"/>
                </a:solidFill>
                <a:latin typeface="+mn-lt"/>
                <a:ea typeface="+mj-ea"/>
                <a:cs typeface="Oracle Sans Extra Bold" panose="020B0503020204020204" pitchFamily="34" charset="0"/>
              </a:defRPr>
            </a:lvl1pPr>
          </a:lstStyle>
          <a:p>
            <a:pPr lvl="0">
              <a:spcBef>
                <a:spcPct val="0"/>
              </a:spcBef>
            </a:pPr>
            <a:r>
              <a:rPr lang="en-US" dirty="0"/>
              <a:t>Add speaker title</a:t>
            </a:r>
          </a:p>
        </p:txBody>
      </p:sp>
      <p:sp>
        <p:nvSpPr>
          <p:cNvPr id="5" name="Content Placeholder 4">
            <a:extLst>
              <a:ext uri="{FF2B5EF4-FFF2-40B4-BE49-F238E27FC236}">
                <a16:creationId xmlns:a16="http://schemas.microsoft.com/office/drawing/2014/main" id="{746E9417-F0B6-6477-88CA-D06650D0745B}"/>
              </a:ext>
            </a:extLst>
          </p:cNvPr>
          <p:cNvSpPr>
            <a:spLocks noGrp="1"/>
          </p:cNvSpPr>
          <p:nvPr>
            <p:ph sz="quarter" idx="16"/>
          </p:nvPr>
        </p:nvSpPr>
        <p:spPr>
          <a:xfrm>
            <a:off x="3406379" y="1200150"/>
            <a:ext cx="5180409" cy="26741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Slide Number Placeholder 7">
            <a:extLst>
              <a:ext uri="{FF2B5EF4-FFF2-40B4-BE49-F238E27FC236}">
                <a16:creationId xmlns:a16="http://schemas.microsoft.com/office/drawing/2014/main" id="{726CED8E-3269-CBEE-AC17-550ECD6FB69A}"/>
              </a:ext>
            </a:extLst>
          </p:cNvPr>
          <p:cNvSpPr>
            <a:spLocks noGrp="1"/>
          </p:cNvSpPr>
          <p:nvPr>
            <p:ph type="sldNum" sz="quarter" idx="17"/>
          </p:nvPr>
        </p:nvSpPr>
        <p:spPr>
          <a:xfrm>
            <a:off x="571500" y="4817745"/>
            <a:ext cx="274320" cy="27432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4" name="Footer Placeholder 6">
            <a:extLst>
              <a:ext uri="{FF2B5EF4-FFF2-40B4-BE49-F238E27FC236}">
                <a16:creationId xmlns:a16="http://schemas.microsoft.com/office/drawing/2014/main" id="{31110449-8712-D872-C8D5-93B229DFBFDE}"/>
              </a:ext>
            </a:extLst>
          </p:cNvPr>
          <p:cNvSpPr>
            <a:spLocks noGrp="1"/>
          </p:cNvSpPr>
          <p:nvPr>
            <p:ph type="ftr" sz="quarter" idx="18"/>
          </p:nvPr>
        </p:nvSpPr>
        <p:spPr>
          <a:xfrm>
            <a:off x="845820" y="4817984"/>
            <a:ext cx="4309034" cy="273844"/>
          </a:xfrm>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6" name="Date Placeholder 4">
            <a:extLst>
              <a:ext uri="{FF2B5EF4-FFF2-40B4-BE49-F238E27FC236}">
                <a16:creationId xmlns:a16="http://schemas.microsoft.com/office/drawing/2014/main" id="{EF4EF84C-2C31-7D08-88D6-853E01865AA5}"/>
              </a:ext>
            </a:extLst>
          </p:cNvPr>
          <p:cNvSpPr>
            <a:spLocks noGrp="1"/>
          </p:cNvSpPr>
          <p:nvPr>
            <p:ph type="dt" sz="half" idx="15"/>
          </p:nvPr>
        </p:nvSpPr>
        <p:spPr>
          <a:xfrm>
            <a:off x="5154854" y="4819203"/>
            <a:ext cx="2057400" cy="272625"/>
          </a:xfrm>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1795103962"/>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Speaker_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55E47-4DBE-46C5-AA1D-6AC25D117460}"/>
              </a:ext>
            </a:extLst>
          </p:cNvPr>
          <p:cNvSpPr>
            <a:spLocks noGrp="1"/>
          </p:cNvSpPr>
          <p:nvPr>
            <p:ph type="title" hasCustomPrompt="1"/>
          </p:nvPr>
        </p:nvSpPr>
        <p:spPr>
          <a:xfrm>
            <a:off x="571500" y="1200151"/>
            <a:ext cx="1920240" cy="990077"/>
          </a:xfrm>
        </p:spPr>
        <p:txBody>
          <a:bodyPr vert="horz" wrap="square" lIns="0" tIns="0" rIns="0" bIns="0" rtlCol="0" anchor="b" anchorCtr="0">
            <a:normAutofit/>
          </a:bodyPr>
          <a:lstStyle>
            <a:lvl1pPr marL="0" algn="l" defTabSz="685800" rtl="0" eaLnBrk="1" latinLnBrk="0" hangingPunct="1">
              <a:lnSpc>
                <a:spcPct val="100000"/>
              </a:lnSpc>
              <a:spcBef>
                <a:spcPct val="0"/>
              </a:spcBef>
              <a:buNone/>
              <a:defRPr lang="en-US" sz="2700" b="1" i="0" kern="1200" baseline="0" dirty="0">
                <a:solidFill>
                  <a:schemeClr val="tx1"/>
                </a:solidFill>
                <a:latin typeface="Oracle Sans Tab" panose="020B0503020204020204" pitchFamily="34" charset="0"/>
                <a:ea typeface="+mj-ea"/>
                <a:cs typeface="+mj-cs"/>
              </a:defRPr>
            </a:lvl1pPr>
          </a:lstStyle>
          <a:p>
            <a:pPr marL="0" lvl="0">
              <a:lnSpc>
                <a:spcPct val="100000"/>
              </a:lnSpc>
            </a:pPr>
            <a:r>
              <a:rPr lang="en-US" dirty="0"/>
              <a:t>Speakers</a:t>
            </a:r>
          </a:p>
        </p:txBody>
      </p:sp>
      <p:sp>
        <p:nvSpPr>
          <p:cNvPr id="19" name="Picture Placeholder 4">
            <a:extLst>
              <a:ext uri="{FF2B5EF4-FFF2-40B4-BE49-F238E27FC236}">
                <a16:creationId xmlns:a16="http://schemas.microsoft.com/office/drawing/2014/main" id="{DEEA7EE7-413E-4F05-94D2-2DA6180164CA}"/>
              </a:ext>
            </a:extLst>
          </p:cNvPr>
          <p:cNvSpPr>
            <a:spLocks noGrp="1"/>
          </p:cNvSpPr>
          <p:nvPr>
            <p:ph type="pic" sz="quarter" idx="10"/>
          </p:nvPr>
        </p:nvSpPr>
        <p:spPr>
          <a:xfrm>
            <a:off x="3306355" y="1199502"/>
            <a:ext cx="2057400" cy="2057400"/>
          </a:xfrm>
          <a:prstGeom prst="ellipse">
            <a:avLst/>
          </a:prstGeom>
        </p:spPr>
        <p:txBody>
          <a:bodyPr/>
          <a:lstStyle>
            <a:lvl1pPr>
              <a:defRPr>
                <a:solidFill>
                  <a:schemeClr val="tx1"/>
                </a:solidFill>
              </a:defRPr>
            </a:lvl1pPr>
          </a:lstStyle>
          <a:p>
            <a:r>
              <a:rPr lang="en-US"/>
              <a:t>Click icon to add picture</a:t>
            </a:r>
            <a:endParaRPr lang="en-US" dirty="0"/>
          </a:p>
        </p:txBody>
      </p:sp>
      <p:sp>
        <p:nvSpPr>
          <p:cNvPr id="37" name="Text Placeholder 33">
            <a:extLst>
              <a:ext uri="{FF2B5EF4-FFF2-40B4-BE49-F238E27FC236}">
                <a16:creationId xmlns:a16="http://schemas.microsoft.com/office/drawing/2014/main" id="{4B94D438-35CF-4631-8709-33AB89A0307E}"/>
              </a:ext>
            </a:extLst>
          </p:cNvPr>
          <p:cNvSpPr>
            <a:spLocks noGrp="1"/>
          </p:cNvSpPr>
          <p:nvPr>
            <p:ph type="body" sz="quarter" idx="12" hasCustomPrompt="1"/>
          </p:nvPr>
        </p:nvSpPr>
        <p:spPr>
          <a:xfrm>
            <a:off x="3131836" y="3600439"/>
            <a:ext cx="2420874" cy="273844"/>
          </a:xfrm>
        </p:spPr>
        <p:txBody>
          <a:bodyPr vert="horz" lIns="0" tIns="0" rIns="0" bIns="0" rtlCol="0" anchor="t" anchorCtr="0">
            <a:noAutofit/>
          </a:bodyPr>
          <a:lstStyle>
            <a:lvl1pPr algn="l">
              <a:defRPr lang="en-US" sz="1500" b="0" dirty="0">
                <a:solidFill>
                  <a:schemeClr val="tx1"/>
                </a:solidFill>
                <a:latin typeface="Oracle Sans Extra Bold" panose="020B0803020204020204" pitchFamily="34" charset="0"/>
                <a:ea typeface="+mj-ea"/>
                <a:cs typeface="Oracle Sans Extra Bold" panose="020B0803020204020204" pitchFamily="34" charset="0"/>
              </a:defRPr>
            </a:lvl1pPr>
          </a:lstStyle>
          <a:p>
            <a:pPr lvl="0">
              <a:spcBef>
                <a:spcPct val="0"/>
              </a:spcBef>
            </a:pPr>
            <a:r>
              <a:rPr lang="en-US" dirty="0"/>
              <a:t>Add speaker name</a:t>
            </a:r>
          </a:p>
        </p:txBody>
      </p:sp>
      <p:sp>
        <p:nvSpPr>
          <p:cNvPr id="38" name="Text Placeholder 33">
            <a:extLst>
              <a:ext uri="{FF2B5EF4-FFF2-40B4-BE49-F238E27FC236}">
                <a16:creationId xmlns:a16="http://schemas.microsoft.com/office/drawing/2014/main" id="{F34D25E2-243D-4B96-8C35-F96C56B3482F}"/>
              </a:ext>
            </a:extLst>
          </p:cNvPr>
          <p:cNvSpPr>
            <a:spLocks noGrp="1"/>
          </p:cNvSpPr>
          <p:nvPr>
            <p:ph type="body" sz="quarter" idx="13" hasCustomPrompt="1"/>
          </p:nvPr>
        </p:nvSpPr>
        <p:spPr>
          <a:xfrm>
            <a:off x="3131836" y="3873518"/>
            <a:ext cx="2420874" cy="273844"/>
          </a:xfrm>
        </p:spPr>
        <p:txBody>
          <a:bodyPr vert="horz" lIns="0" tIns="0" rIns="0" bIns="0" rtlCol="0" anchor="t" anchorCtr="0">
            <a:noAutofit/>
          </a:bodyPr>
          <a:lstStyle>
            <a:lvl1pPr algn="l">
              <a:defRPr lang="en-US" dirty="0">
                <a:solidFill>
                  <a:schemeClr val="tx1"/>
                </a:solidFill>
                <a:latin typeface="+mn-lt"/>
                <a:ea typeface="+mj-ea"/>
                <a:cs typeface="Oracle Sans Extra Bold" panose="020B0503020204020204" pitchFamily="34" charset="0"/>
              </a:defRPr>
            </a:lvl1pPr>
          </a:lstStyle>
          <a:p>
            <a:pPr lvl="0">
              <a:spcBef>
                <a:spcPct val="0"/>
              </a:spcBef>
            </a:pPr>
            <a:r>
              <a:rPr lang="en-US" dirty="0"/>
              <a:t>Add speaker title</a:t>
            </a:r>
          </a:p>
        </p:txBody>
      </p:sp>
      <p:sp>
        <p:nvSpPr>
          <p:cNvPr id="17" name="Picture Placeholder 4">
            <a:extLst>
              <a:ext uri="{FF2B5EF4-FFF2-40B4-BE49-F238E27FC236}">
                <a16:creationId xmlns:a16="http://schemas.microsoft.com/office/drawing/2014/main" id="{AD80FD35-1640-4598-BFDA-3E05A9FCEBBE}"/>
              </a:ext>
            </a:extLst>
          </p:cNvPr>
          <p:cNvSpPr>
            <a:spLocks noGrp="1"/>
          </p:cNvSpPr>
          <p:nvPr>
            <p:ph type="pic" sz="quarter" idx="19"/>
          </p:nvPr>
        </p:nvSpPr>
        <p:spPr>
          <a:xfrm>
            <a:off x="5956686" y="1199502"/>
            <a:ext cx="2057400" cy="2057400"/>
          </a:xfrm>
          <a:prstGeom prst="ellipse">
            <a:avLst/>
          </a:prstGeom>
        </p:spPr>
        <p:txBody>
          <a:bodyPr/>
          <a:lstStyle>
            <a:lvl1pPr>
              <a:defRPr>
                <a:solidFill>
                  <a:schemeClr val="tx1"/>
                </a:solidFill>
              </a:defRPr>
            </a:lvl1pPr>
          </a:lstStyle>
          <a:p>
            <a:r>
              <a:rPr lang="en-US"/>
              <a:t>Click icon to add picture</a:t>
            </a:r>
          </a:p>
        </p:txBody>
      </p:sp>
      <p:sp>
        <p:nvSpPr>
          <p:cNvPr id="21" name="Text Placeholder 33">
            <a:extLst>
              <a:ext uri="{FF2B5EF4-FFF2-40B4-BE49-F238E27FC236}">
                <a16:creationId xmlns:a16="http://schemas.microsoft.com/office/drawing/2014/main" id="{AF0CFD6E-C443-4D08-B5C0-973C8F72617B}"/>
              </a:ext>
            </a:extLst>
          </p:cNvPr>
          <p:cNvSpPr>
            <a:spLocks noGrp="1"/>
          </p:cNvSpPr>
          <p:nvPr>
            <p:ph type="body" sz="quarter" idx="20" hasCustomPrompt="1"/>
          </p:nvPr>
        </p:nvSpPr>
        <p:spPr>
          <a:xfrm>
            <a:off x="5943585" y="3600439"/>
            <a:ext cx="2420874" cy="273844"/>
          </a:xfrm>
        </p:spPr>
        <p:txBody>
          <a:bodyPr vert="horz" lIns="0" tIns="0" rIns="0" bIns="0" rtlCol="0" anchor="t" anchorCtr="0">
            <a:noAutofit/>
          </a:bodyPr>
          <a:lstStyle>
            <a:lvl1pPr algn="l">
              <a:defRPr lang="en-US" sz="1500" b="0" dirty="0">
                <a:solidFill>
                  <a:schemeClr val="tx1"/>
                </a:solidFill>
                <a:latin typeface="Oracle Sans Extra Bold" panose="020B0803020204020204" pitchFamily="34" charset="0"/>
                <a:ea typeface="+mj-ea"/>
                <a:cs typeface="Oracle Sans Extra Bold" panose="020B0803020204020204" pitchFamily="34" charset="0"/>
              </a:defRPr>
            </a:lvl1pPr>
          </a:lstStyle>
          <a:p>
            <a:pPr lvl="0">
              <a:spcBef>
                <a:spcPct val="0"/>
              </a:spcBef>
            </a:pPr>
            <a:r>
              <a:rPr lang="en-US" dirty="0"/>
              <a:t>Add speaker name</a:t>
            </a:r>
          </a:p>
        </p:txBody>
      </p:sp>
      <p:sp>
        <p:nvSpPr>
          <p:cNvPr id="25" name="Text Placeholder 33">
            <a:extLst>
              <a:ext uri="{FF2B5EF4-FFF2-40B4-BE49-F238E27FC236}">
                <a16:creationId xmlns:a16="http://schemas.microsoft.com/office/drawing/2014/main" id="{F3C3D640-B9ED-4162-9C4F-0F9F774E639B}"/>
              </a:ext>
            </a:extLst>
          </p:cNvPr>
          <p:cNvSpPr>
            <a:spLocks noGrp="1"/>
          </p:cNvSpPr>
          <p:nvPr>
            <p:ph type="body" sz="quarter" idx="21" hasCustomPrompt="1"/>
          </p:nvPr>
        </p:nvSpPr>
        <p:spPr>
          <a:xfrm>
            <a:off x="5943585" y="3873518"/>
            <a:ext cx="2420874" cy="273844"/>
          </a:xfrm>
        </p:spPr>
        <p:txBody>
          <a:bodyPr vert="horz" lIns="0" tIns="0" rIns="0" bIns="0" rtlCol="0" anchor="t" anchorCtr="0">
            <a:noAutofit/>
          </a:bodyPr>
          <a:lstStyle>
            <a:lvl1pPr algn="l">
              <a:defRPr lang="en-US" dirty="0">
                <a:solidFill>
                  <a:schemeClr val="tx1"/>
                </a:solidFill>
                <a:latin typeface="+mn-lt"/>
                <a:ea typeface="+mj-ea"/>
                <a:cs typeface="Oracle Sans Extra Bold" panose="020B0503020204020204" pitchFamily="34" charset="0"/>
              </a:defRPr>
            </a:lvl1pPr>
          </a:lstStyle>
          <a:p>
            <a:pPr lvl="0">
              <a:spcBef>
                <a:spcPct val="0"/>
              </a:spcBef>
            </a:pPr>
            <a:r>
              <a:rPr lang="en-US" dirty="0"/>
              <a:t>Add speaker title</a:t>
            </a:r>
          </a:p>
        </p:txBody>
      </p:sp>
      <p:sp>
        <p:nvSpPr>
          <p:cNvPr id="3" name="Slide Number Placeholder 7">
            <a:extLst>
              <a:ext uri="{FF2B5EF4-FFF2-40B4-BE49-F238E27FC236}">
                <a16:creationId xmlns:a16="http://schemas.microsoft.com/office/drawing/2014/main" id="{90537780-8302-81C2-C045-4F2DEDF594EF}"/>
              </a:ext>
            </a:extLst>
          </p:cNvPr>
          <p:cNvSpPr>
            <a:spLocks noGrp="1"/>
          </p:cNvSpPr>
          <p:nvPr>
            <p:ph type="sldNum" sz="quarter" idx="17"/>
          </p:nvPr>
        </p:nvSpPr>
        <p:spPr>
          <a:xfrm>
            <a:off x="571500" y="4817745"/>
            <a:ext cx="274320" cy="27432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4" name="Footer Placeholder 6">
            <a:extLst>
              <a:ext uri="{FF2B5EF4-FFF2-40B4-BE49-F238E27FC236}">
                <a16:creationId xmlns:a16="http://schemas.microsoft.com/office/drawing/2014/main" id="{A92B0D41-4168-EC0C-ADF5-AC9E34B1653B}"/>
              </a:ext>
            </a:extLst>
          </p:cNvPr>
          <p:cNvSpPr>
            <a:spLocks noGrp="1"/>
          </p:cNvSpPr>
          <p:nvPr>
            <p:ph type="ftr" sz="quarter" idx="16"/>
          </p:nvPr>
        </p:nvSpPr>
        <p:spPr>
          <a:xfrm>
            <a:off x="845820" y="4817984"/>
            <a:ext cx="4309034" cy="273844"/>
          </a:xfrm>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5" name="Date Placeholder 4">
            <a:extLst>
              <a:ext uri="{FF2B5EF4-FFF2-40B4-BE49-F238E27FC236}">
                <a16:creationId xmlns:a16="http://schemas.microsoft.com/office/drawing/2014/main" id="{D753EE4A-4B0D-E70D-3900-1851E13A291D}"/>
              </a:ext>
            </a:extLst>
          </p:cNvPr>
          <p:cNvSpPr>
            <a:spLocks noGrp="1"/>
          </p:cNvSpPr>
          <p:nvPr>
            <p:ph type="dt" sz="half" idx="15"/>
          </p:nvPr>
        </p:nvSpPr>
        <p:spPr>
          <a:xfrm>
            <a:off x="5154854" y="4819203"/>
            <a:ext cx="2057400" cy="272625"/>
          </a:xfrm>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1967776300"/>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Speaker_3">
    <p:bg>
      <p:bgRef idx="1001">
        <a:schemeClr val="bg2"/>
      </p:bgRef>
    </p:bg>
    <p:spTree>
      <p:nvGrpSpPr>
        <p:cNvPr id="1" name=""/>
        <p:cNvGrpSpPr/>
        <p:nvPr/>
      </p:nvGrpSpPr>
      <p:grpSpPr>
        <a:xfrm>
          <a:off x="0" y="0"/>
          <a:ext cx="0" cy="0"/>
          <a:chOff x="0" y="0"/>
          <a:chExt cx="0" cy="0"/>
        </a:xfrm>
      </p:grpSpPr>
      <p:sp>
        <p:nvSpPr>
          <p:cNvPr id="32" name="Title 1">
            <a:extLst>
              <a:ext uri="{FF2B5EF4-FFF2-40B4-BE49-F238E27FC236}">
                <a16:creationId xmlns:a16="http://schemas.microsoft.com/office/drawing/2014/main" id="{F61107A6-7831-4EC7-8264-2809B94682DD}"/>
              </a:ext>
            </a:extLst>
          </p:cNvPr>
          <p:cNvSpPr>
            <a:spLocks noGrp="1"/>
          </p:cNvSpPr>
          <p:nvPr>
            <p:ph type="title" hasCustomPrompt="1"/>
          </p:nvPr>
        </p:nvSpPr>
        <p:spPr>
          <a:xfrm>
            <a:off x="571500" y="1200151"/>
            <a:ext cx="2400300" cy="990077"/>
          </a:xfrm>
        </p:spPr>
        <p:txBody>
          <a:bodyPr vert="horz" wrap="square" lIns="0" tIns="0" rIns="0" bIns="0" rtlCol="0" anchor="b" anchorCtr="0">
            <a:normAutofit/>
          </a:bodyPr>
          <a:lstStyle>
            <a:lvl1pPr marL="0" algn="l" defTabSz="685800" rtl="0" eaLnBrk="1" latinLnBrk="0" hangingPunct="1">
              <a:lnSpc>
                <a:spcPct val="100000"/>
              </a:lnSpc>
              <a:spcBef>
                <a:spcPct val="0"/>
              </a:spcBef>
              <a:buNone/>
              <a:defRPr lang="en-US" sz="2700" b="1" i="0" kern="1200" baseline="0" dirty="0">
                <a:solidFill>
                  <a:schemeClr val="tx1"/>
                </a:solidFill>
                <a:latin typeface="Oracle Sans Tab" panose="020B0503020204020204" pitchFamily="34" charset="0"/>
                <a:ea typeface="+mj-ea"/>
                <a:cs typeface="+mj-cs"/>
              </a:defRPr>
            </a:lvl1pPr>
          </a:lstStyle>
          <a:p>
            <a:pPr marL="0" lvl="0">
              <a:lnSpc>
                <a:spcPct val="100000"/>
              </a:lnSpc>
            </a:pPr>
            <a:r>
              <a:rPr lang="en-US" dirty="0"/>
              <a:t>Speakers</a:t>
            </a:r>
          </a:p>
        </p:txBody>
      </p:sp>
      <p:sp>
        <p:nvSpPr>
          <p:cNvPr id="19" name="Picture Placeholder 4">
            <a:extLst>
              <a:ext uri="{FF2B5EF4-FFF2-40B4-BE49-F238E27FC236}">
                <a16:creationId xmlns:a16="http://schemas.microsoft.com/office/drawing/2014/main" id="{DEEA7EE7-413E-4F05-94D2-2DA6180164CA}"/>
              </a:ext>
            </a:extLst>
          </p:cNvPr>
          <p:cNvSpPr>
            <a:spLocks noGrp="1" noChangeAspect="1"/>
          </p:cNvSpPr>
          <p:nvPr>
            <p:ph type="pic" sz="quarter" idx="10"/>
          </p:nvPr>
        </p:nvSpPr>
        <p:spPr>
          <a:xfrm>
            <a:off x="5052055" y="445793"/>
            <a:ext cx="1508760" cy="1508760"/>
          </a:xfrm>
          <a:prstGeom prst="ellipse">
            <a:avLst/>
          </a:prstGeom>
        </p:spPr>
        <p:txBody>
          <a:bodyPr/>
          <a:lstStyle>
            <a:lvl1pPr>
              <a:defRPr>
                <a:solidFill>
                  <a:schemeClr val="tx1"/>
                </a:solidFill>
              </a:defRPr>
            </a:lvl1pPr>
          </a:lstStyle>
          <a:p>
            <a:r>
              <a:rPr lang="en-US"/>
              <a:t>Click icon to add picture</a:t>
            </a:r>
            <a:endParaRPr lang="en-US" dirty="0"/>
          </a:p>
        </p:txBody>
      </p:sp>
      <p:sp>
        <p:nvSpPr>
          <p:cNvPr id="37" name="Text Placeholder 33">
            <a:extLst>
              <a:ext uri="{FF2B5EF4-FFF2-40B4-BE49-F238E27FC236}">
                <a16:creationId xmlns:a16="http://schemas.microsoft.com/office/drawing/2014/main" id="{4B94D438-35CF-4631-8709-33AB89A0307E}"/>
              </a:ext>
            </a:extLst>
          </p:cNvPr>
          <p:cNvSpPr>
            <a:spLocks noGrp="1"/>
          </p:cNvSpPr>
          <p:nvPr>
            <p:ph type="body" sz="quarter" idx="12" hasCustomPrompt="1"/>
          </p:nvPr>
        </p:nvSpPr>
        <p:spPr>
          <a:xfrm>
            <a:off x="4983476" y="2091695"/>
            <a:ext cx="1776222" cy="234333"/>
          </a:xfrm>
        </p:spPr>
        <p:txBody>
          <a:bodyPr vert="horz" lIns="0" tIns="0" rIns="0" bIns="0" rtlCol="0" anchor="t" anchorCtr="0">
            <a:noAutofit/>
          </a:bodyPr>
          <a:lstStyle>
            <a:lvl1pPr algn="l">
              <a:defRPr lang="en-US" sz="1200" b="0" dirty="0">
                <a:solidFill>
                  <a:schemeClr val="tx1"/>
                </a:solidFill>
                <a:latin typeface="Oracle Sans Extra Bold" panose="020B0803020204020204" pitchFamily="34" charset="0"/>
                <a:ea typeface="+mj-ea"/>
                <a:cs typeface="Oracle Sans Extra Bold" panose="020B0803020204020204" pitchFamily="34" charset="0"/>
              </a:defRPr>
            </a:lvl1pPr>
          </a:lstStyle>
          <a:p>
            <a:pPr lvl="0">
              <a:spcBef>
                <a:spcPct val="0"/>
              </a:spcBef>
            </a:pPr>
            <a:r>
              <a:rPr lang="en-US" dirty="0"/>
              <a:t>Add speaker name</a:t>
            </a:r>
          </a:p>
        </p:txBody>
      </p:sp>
      <p:sp>
        <p:nvSpPr>
          <p:cNvPr id="38" name="Text Placeholder 33">
            <a:extLst>
              <a:ext uri="{FF2B5EF4-FFF2-40B4-BE49-F238E27FC236}">
                <a16:creationId xmlns:a16="http://schemas.microsoft.com/office/drawing/2014/main" id="{F34D25E2-243D-4B96-8C35-F96C56B3482F}"/>
              </a:ext>
            </a:extLst>
          </p:cNvPr>
          <p:cNvSpPr>
            <a:spLocks noGrp="1"/>
          </p:cNvSpPr>
          <p:nvPr>
            <p:ph type="body" sz="quarter" idx="13" hasCustomPrompt="1"/>
          </p:nvPr>
        </p:nvSpPr>
        <p:spPr>
          <a:xfrm>
            <a:off x="4983476" y="2338295"/>
            <a:ext cx="1776222" cy="208823"/>
          </a:xfrm>
        </p:spPr>
        <p:txBody>
          <a:bodyPr vert="horz" lIns="0" tIns="0" rIns="0" bIns="0" rtlCol="0" anchor="t" anchorCtr="0">
            <a:noAutofit/>
          </a:bodyPr>
          <a:lstStyle>
            <a:lvl1pPr algn="l">
              <a:defRPr lang="en-US" sz="1050" dirty="0">
                <a:solidFill>
                  <a:schemeClr val="tx1"/>
                </a:solidFill>
                <a:latin typeface="+mn-lt"/>
                <a:ea typeface="+mj-ea"/>
                <a:cs typeface="Oracle Sans Extra Bold" panose="020B0503020204020204" pitchFamily="34" charset="0"/>
              </a:defRPr>
            </a:lvl1pPr>
          </a:lstStyle>
          <a:p>
            <a:pPr lvl="0">
              <a:spcBef>
                <a:spcPct val="0"/>
              </a:spcBef>
            </a:pPr>
            <a:r>
              <a:rPr lang="en-US" dirty="0"/>
              <a:t>Add speaker title</a:t>
            </a:r>
          </a:p>
        </p:txBody>
      </p:sp>
      <p:sp>
        <p:nvSpPr>
          <p:cNvPr id="31" name="Picture Placeholder 4">
            <a:extLst>
              <a:ext uri="{FF2B5EF4-FFF2-40B4-BE49-F238E27FC236}">
                <a16:creationId xmlns:a16="http://schemas.microsoft.com/office/drawing/2014/main" id="{FDC25F51-F732-4DED-B41F-218C4B09A992}"/>
              </a:ext>
            </a:extLst>
          </p:cNvPr>
          <p:cNvSpPr>
            <a:spLocks noGrp="1" noChangeAspect="1"/>
          </p:cNvSpPr>
          <p:nvPr>
            <p:ph type="pic" sz="quarter" idx="28"/>
          </p:nvPr>
        </p:nvSpPr>
        <p:spPr>
          <a:xfrm>
            <a:off x="3268994" y="2057405"/>
            <a:ext cx="1508760" cy="1508760"/>
          </a:xfrm>
          <a:prstGeom prst="ellipse">
            <a:avLst/>
          </a:prstGeom>
        </p:spPr>
        <p:txBody>
          <a:bodyPr/>
          <a:lstStyle>
            <a:lvl1pPr>
              <a:defRPr>
                <a:solidFill>
                  <a:schemeClr val="tx1"/>
                </a:solidFill>
              </a:defRPr>
            </a:lvl1pPr>
          </a:lstStyle>
          <a:p>
            <a:r>
              <a:rPr lang="en-US"/>
              <a:t>Click icon to add picture</a:t>
            </a:r>
            <a:endParaRPr lang="en-US" dirty="0"/>
          </a:p>
        </p:txBody>
      </p:sp>
      <p:sp>
        <p:nvSpPr>
          <p:cNvPr id="33" name="Text Placeholder 33">
            <a:extLst>
              <a:ext uri="{FF2B5EF4-FFF2-40B4-BE49-F238E27FC236}">
                <a16:creationId xmlns:a16="http://schemas.microsoft.com/office/drawing/2014/main" id="{D1B52A4B-0972-4F91-92C6-8090BEF5CCCB}"/>
              </a:ext>
            </a:extLst>
          </p:cNvPr>
          <p:cNvSpPr>
            <a:spLocks noGrp="1"/>
          </p:cNvSpPr>
          <p:nvPr>
            <p:ph type="body" sz="quarter" idx="29" hasCustomPrompt="1"/>
          </p:nvPr>
        </p:nvSpPr>
        <p:spPr>
          <a:xfrm>
            <a:off x="3131836" y="3669018"/>
            <a:ext cx="1776222" cy="234333"/>
          </a:xfrm>
        </p:spPr>
        <p:txBody>
          <a:bodyPr vert="horz" lIns="0" tIns="0" rIns="0" bIns="0" rtlCol="0" anchor="t" anchorCtr="0">
            <a:noAutofit/>
          </a:bodyPr>
          <a:lstStyle>
            <a:lvl1pPr algn="l">
              <a:defRPr lang="en-US" sz="1200" b="0" dirty="0">
                <a:solidFill>
                  <a:schemeClr val="tx1"/>
                </a:solidFill>
                <a:latin typeface="Oracle Sans Extra Bold" panose="020B0803020204020204" pitchFamily="34" charset="0"/>
                <a:ea typeface="+mj-ea"/>
                <a:cs typeface="Oracle Sans Extra Bold" panose="020B0803020204020204" pitchFamily="34" charset="0"/>
              </a:defRPr>
            </a:lvl1pPr>
          </a:lstStyle>
          <a:p>
            <a:pPr lvl="0">
              <a:spcBef>
                <a:spcPct val="0"/>
              </a:spcBef>
            </a:pPr>
            <a:r>
              <a:rPr lang="en-US" dirty="0"/>
              <a:t>Add speaker name</a:t>
            </a:r>
          </a:p>
        </p:txBody>
      </p:sp>
      <p:sp>
        <p:nvSpPr>
          <p:cNvPr id="34" name="Text Placeholder 33">
            <a:extLst>
              <a:ext uri="{FF2B5EF4-FFF2-40B4-BE49-F238E27FC236}">
                <a16:creationId xmlns:a16="http://schemas.microsoft.com/office/drawing/2014/main" id="{D6D713D8-07E2-4DC7-808A-1A9CD0EBCC6B}"/>
              </a:ext>
            </a:extLst>
          </p:cNvPr>
          <p:cNvSpPr>
            <a:spLocks noGrp="1"/>
          </p:cNvSpPr>
          <p:nvPr>
            <p:ph type="body" sz="quarter" idx="30" hasCustomPrompt="1"/>
          </p:nvPr>
        </p:nvSpPr>
        <p:spPr>
          <a:xfrm>
            <a:off x="3131836" y="3915618"/>
            <a:ext cx="1776222" cy="208823"/>
          </a:xfrm>
        </p:spPr>
        <p:txBody>
          <a:bodyPr vert="horz" lIns="0" tIns="0" rIns="0" bIns="0" rtlCol="0" anchor="t" anchorCtr="0">
            <a:noAutofit/>
          </a:bodyPr>
          <a:lstStyle>
            <a:lvl1pPr algn="l">
              <a:defRPr lang="en-US" sz="1050" dirty="0">
                <a:solidFill>
                  <a:schemeClr val="tx1"/>
                </a:solidFill>
                <a:latin typeface="+mn-lt"/>
                <a:ea typeface="+mj-ea"/>
                <a:cs typeface="Oracle Sans Extra Bold" panose="020B0503020204020204" pitchFamily="34" charset="0"/>
              </a:defRPr>
            </a:lvl1pPr>
          </a:lstStyle>
          <a:p>
            <a:pPr lvl="0">
              <a:spcBef>
                <a:spcPct val="0"/>
              </a:spcBef>
            </a:pPr>
            <a:r>
              <a:rPr lang="en-US" dirty="0"/>
              <a:t>Add speaker title</a:t>
            </a:r>
          </a:p>
        </p:txBody>
      </p:sp>
      <p:sp>
        <p:nvSpPr>
          <p:cNvPr id="35" name="Picture Placeholder 4">
            <a:extLst>
              <a:ext uri="{FF2B5EF4-FFF2-40B4-BE49-F238E27FC236}">
                <a16:creationId xmlns:a16="http://schemas.microsoft.com/office/drawing/2014/main" id="{D54CB0FE-E711-41BE-AE1E-539BC7B7761E}"/>
              </a:ext>
            </a:extLst>
          </p:cNvPr>
          <p:cNvSpPr>
            <a:spLocks noGrp="1" noChangeAspect="1"/>
          </p:cNvSpPr>
          <p:nvPr>
            <p:ph type="pic" sz="quarter" idx="31"/>
          </p:nvPr>
        </p:nvSpPr>
        <p:spPr>
          <a:xfrm>
            <a:off x="7040853" y="2057405"/>
            <a:ext cx="1508760" cy="1508760"/>
          </a:xfrm>
          <a:prstGeom prst="ellipse">
            <a:avLst/>
          </a:prstGeom>
        </p:spPr>
        <p:txBody>
          <a:bodyPr/>
          <a:lstStyle>
            <a:lvl1pPr>
              <a:defRPr>
                <a:solidFill>
                  <a:schemeClr val="tx1"/>
                </a:solidFill>
              </a:defRPr>
            </a:lvl1pPr>
          </a:lstStyle>
          <a:p>
            <a:r>
              <a:rPr lang="en-US"/>
              <a:t>Click icon to add picture</a:t>
            </a:r>
            <a:endParaRPr lang="en-US" dirty="0"/>
          </a:p>
        </p:txBody>
      </p:sp>
      <p:sp>
        <p:nvSpPr>
          <p:cNvPr id="36" name="Text Placeholder 33">
            <a:extLst>
              <a:ext uri="{FF2B5EF4-FFF2-40B4-BE49-F238E27FC236}">
                <a16:creationId xmlns:a16="http://schemas.microsoft.com/office/drawing/2014/main" id="{C9D94F0F-A124-427C-8B51-4EA7A2DA41ED}"/>
              </a:ext>
            </a:extLst>
          </p:cNvPr>
          <p:cNvSpPr>
            <a:spLocks noGrp="1"/>
          </p:cNvSpPr>
          <p:nvPr>
            <p:ph type="body" sz="quarter" idx="32" hasCustomPrompt="1"/>
          </p:nvPr>
        </p:nvSpPr>
        <p:spPr>
          <a:xfrm>
            <a:off x="6972274" y="3669018"/>
            <a:ext cx="1776222" cy="234333"/>
          </a:xfrm>
        </p:spPr>
        <p:txBody>
          <a:bodyPr vert="horz" lIns="0" tIns="0" rIns="0" bIns="0" rtlCol="0" anchor="t" anchorCtr="0">
            <a:noAutofit/>
          </a:bodyPr>
          <a:lstStyle>
            <a:lvl1pPr algn="l">
              <a:defRPr lang="en-US" sz="1200" b="0" dirty="0">
                <a:solidFill>
                  <a:schemeClr val="tx1"/>
                </a:solidFill>
                <a:latin typeface="Oracle Sans Extra Bold" panose="020B0803020204020204" pitchFamily="34" charset="0"/>
                <a:ea typeface="+mj-ea"/>
                <a:cs typeface="Oracle Sans Extra Bold" panose="020B0803020204020204" pitchFamily="34" charset="0"/>
              </a:defRPr>
            </a:lvl1pPr>
          </a:lstStyle>
          <a:p>
            <a:pPr lvl="0">
              <a:spcBef>
                <a:spcPct val="0"/>
              </a:spcBef>
            </a:pPr>
            <a:r>
              <a:rPr lang="en-US" dirty="0"/>
              <a:t>Add speaker name</a:t>
            </a:r>
          </a:p>
        </p:txBody>
      </p:sp>
      <p:sp>
        <p:nvSpPr>
          <p:cNvPr id="39" name="Text Placeholder 33">
            <a:extLst>
              <a:ext uri="{FF2B5EF4-FFF2-40B4-BE49-F238E27FC236}">
                <a16:creationId xmlns:a16="http://schemas.microsoft.com/office/drawing/2014/main" id="{D51FC9E3-DCC2-4D0A-80C8-4CB3924EC6CD}"/>
              </a:ext>
            </a:extLst>
          </p:cNvPr>
          <p:cNvSpPr>
            <a:spLocks noGrp="1"/>
          </p:cNvSpPr>
          <p:nvPr>
            <p:ph type="body" sz="quarter" idx="33" hasCustomPrompt="1"/>
          </p:nvPr>
        </p:nvSpPr>
        <p:spPr>
          <a:xfrm>
            <a:off x="6972274" y="3915618"/>
            <a:ext cx="1776222" cy="208823"/>
          </a:xfrm>
        </p:spPr>
        <p:txBody>
          <a:bodyPr vert="horz" lIns="0" tIns="0" rIns="0" bIns="0" rtlCol="0" anchor="t" anchorCtr="0">
            <a:noAutofit/>
          </a:bodyPr>
          <a:lstStyle>
            <a:lvl1pPr algn="l">
              <a:defRPr lang="en-US" sz="1050" dirty="0">
                <a:solidFill>
                  <a:schemeClr val="tx1"/>
                </a:solidFill>
                <a:latin typeface="+mn-lt"/>
                <a:ea typeface="+mj-ea"/>
                <a:cs typeface="Oracle Sans Extra Bold" panose="020B0503020204020204" pitchFamily="34" charset="0"/>
              </a:defRPr>
            </a:lvl1pPr>
          </a:lstStyle>
          <a:p>
            <a:pPr lvl="0">
              <a:spcBef>
                <a:spcPct val="0"/>
              </a:spcBef>
            </a:pPr>
            <a:r>
              <a:rPr lang="en-US" dirty="0"/>
              <a:t>Add speaker title</a:t>
            </a:r>
          </a:p>
        </p:txBody>
      </p:sp>
      <p:sp>
        <p:nvSpPr>
          <p:cNvPr id="2" name="Slide Number Placeholder 7">
            <a:extLst>
              <a:ext uri="{FF2B5EF4-FFF2-40B4-BE49-F238E27FC236}">
                <a16:creationId xmlns:a16="http://schemas.microsoft.com/office/drawing/2014/main" id="{9551C7D5-93CF-BA74-CCF0-4136B0743763}"/>
              </a:ext>
            </a:extLst>
          </p:cNvPr>
          <p:cNvSpPr>
            <a:spLocks noGrp="1"/>
          </p:cNvSpPr>
          <p:nvPr>
            <p:ph type="sldNum" sz="quarter" idx="17"/>
          </p:nvPr>
        </p:nvSpPr>
        <p:spPr>
          <a:xfrm>
            <a:off x="571500" y="4817745"/>
            <a:ext cx="274320" cy="27432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3" name="Footer Placeholder 6">
            <a:extLst>
              <a:ext uri="{FF2B5EF4-FFF2-40B4-BE49-F238E27FC236}">
                <a16:creationId xmlns:a16="http://schemas.microsoft.com/office/drawing/2014/main" id="{5C84E735-4FBC-11F2-537D-944E6BCA9E45}"/>
              </a:ext>
            </a:extLst>
          </p:cNvPr>
          <p:cNvSpPr>
            <a:spLocks noGrp="1"/>
          </p:cNvSpPr>
          <p:nvPr>
            <p:ph type="ftr" sz="quarter" idx="16"/>
          </p:nvPr>
        </p:nvSpPr>
        <p:spPr>
          <a:xfrm>
            <a:off x="845820" y="4817984"/>
            <a:ext cx="4309034" cy="273844"/>
          </a:xfrm>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4" name="Date Placeholder 4">
            <a:extLst>
              <a:ext uri="{FF2B5EF4-FFF2-40B4-BE49-F238E27FC236}">
                <a16:creationId xmlns:a16="http://schemas.microsoft.com/office/drawing/2014/main" id="{C254BE3A-04D0-D60F-3E47-CF743F973705}"/>
              </a:ext>
            </a:extLst>
          </p:cNvPr>
          <p:cNvSpPr>
            <a:spLocks noGrp="1"/>
          </p:cNvSpPr>
          <p:nvPr>
            <p:ph type="dt" sz="half" idx="15"/>
          </p:nvPr>
        </p:nvSpPr>
        <p:spPr>
          <a:xfrm>
            <a:off x="5154854" y="4819203"/>
            <a:ext cx="2057400" cy="272625"/>
          </a:xfrm>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467487270"/>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pos="7362">
          <p15:clr>
            <a:srgbClr val="FBAE40"/>
          </p15:clr>
        </p15:guide>
        <p15:guide id="2" pos="5676">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Speaker_4">
    <p:bg>
      <p:bgRef idx="1001">
        <a:schemeClr val="bg2"/>
      </p:bgRef>
    </p:bg>
    <p:spTree>
      <p:nvGrpSpPr>
        <p:cNvPr id="1" name=""/>
        <p:cNvGrpSpPr/>
        <p:nvPr/>
      </p:nvGrpSpPr>
      <p:grpSpPr>
        <a:xfrm>
          <a:off x="0" y="0"/>
          <a:ext cx="0" cy="0"/>
          <a:chOff x="0" y="0"/>
          <a:chExt cx="0" cy="0"/>
        </a:xfrm>
      </p:grpSpPr>
      <p:sp>
        <p:nvSpPr>
          <p:cNvPr id="36" name="Title 1">
            <a:extLst>
              <a:ext uri="{FF2B5EF4-FFF2-40B4-BE49-F238E27FC236}">
                <a16:creationId xmlns:a16="http://schemas.microsoft.com/office/drawing/2014/main" id="{AD59539A-0265-4CF1-A242-1D32DF1299D9}"/>
              </a:ext>
            </a:extLst>
          </p:cNvPr>
          <p:cNvSpPr>
            <a:spLocks noGrp="1"/>
          </p:cNvSpPr>
          <p:nvPr>
            <p:ph type="title" hasCustomPrompt="1"/>
          </p:nvPr>
        </p:nvSpPr>
        <p:spPr>
          <a:xfrm>
            <a:off x="571499" y="1200151"/>
            <a:ext cx="2606040" cy="990077"/>
          </a:xfrm>
        </p:spPr>
        <p:txBody>
          <a:bodyPr vert="horz" wrap="square" lIns="0" tIns="0" rIns="0" bIns="0" rtlCol="0" anchor="b" anchorCtr="0">
            <a:normAutofit/>
          </a:bodyPr>
          <a:lstStyle>
            <a:lvl1pPr marL="0" algn="l" defTabSz="685800" rtl="0" eaLnBrk="1" latinLnBrk="0" hangingPunct="1">
              <a:lnSpc>
                <a:spcPct val="100000"/>
              </a:lnSpc>
              <a:spcBef>
                <a:spcPct val="0"/>
              </a:spcBef>
              <a:buNone/>
              <a:defRPr lang="en-US" sz="2700" b="1" i="0" kern="1200" baseline="0" dirty="0">
                <a:solidFill>
                  <a:schemeClr val="tx1"/>
                </a:solidFill>
                <a:latin typeface="Oracle Sans Tab" panose="020B0503020204020204" pitchFamily="34" charset="0"/>
                <a:ea typeface="+mj-ea"/>
                <a:cs typeface="+mj-cs"/>
              </a:defRPr>
            </a:lvl1pPr>
          </a:lstStyle>
          <a:p>
            <a:pPr marL="0" lvl="0">
              <a:lnSpc>
                <a:spcPct val="100000"/>
              </a:lnSpc>
            </a:pPr>
            <a:r>
              <a:rPr lang="en-US" dirty="0"/>
              <a:t>Speakers</a:t>
            </a:r>
          </a:p>
        </p:txBody>
      </p:sp>
      <p:sp>
        <p:nvSpPr>
          <p:cNvPr id="19" name="Picture Placeholder 4">
            <a:extLst>
              <a:ext uri="{FF2B5EF4-FFF2-40B4-BE49-F238E27FC236}">
                <a16:creationId xmlns:a16="http://schemas.microsoft.com/office/drawing/2014/main" id="{DEEA7EE7-413E-4F05-94D2-2DA6180164CA}"/>
              </a:ext>
            </a:extLst>
          </p:cNvPr>
          <p:cNvSpPr>
            <a:spLocks noGrp="1" noChangeAspect="1"/>
          </p:cNvSpPr>
          <p:nvPr>
            <p:ph type="pic" sz="quarter" idx="10"/>
          </p:nvPr>
        </p:nvSpPr>
        <p:spPr>
          <a:xfrm>
            <a:off x="4649913" y="445793"/>
            <a:ext cx="1164949" cy="1165860"/>
          </a:xfrm>
          <a:prstGeom prst="ellipse">
            <a:avLst/>
          </a:prstGeom>
        </p:spPr>
        <p:txBody>
          <a:bodyPr/>
          <a:lstStyle>
            <a:lvl1pPr>
              <a:defRPr>
                <a:solidFill>
                  <a:schemeClr val="tx1"/>
                </a:solidFill>
              </a:defRPr>
            </a:lvl1pPr>
          </a:lstStyle>
          <a:p>
            <a:r>
              <a:rPr lang="en-US"/>
              <a:t>Click icon to add picture</a:t>
            </a:r>
            <a:endParaRPr lang="en-US" dirty="0"/>
          </a:p>
        </p:txBody>
      </p:sp>
      <p:sp>
        <p:nvSpPr>
          <p:cNvPr id="37" name="Text Placeholder 33">
            <a:extLst>
              <a:ext uri="{FF2B5EF4-FFF2-40B4-BE49-F238E27FC236}">
                <a16:creationId xmlns:a16="http://schemas.microsoft.com/office/drawing/2014/main" id="{4B94D438-35CF-4631-8709-33AB89A0307E}"/>
              </a:ext>
            </a:extLst>
          </p:cNvPr>
          <p:cNvSpPr>
            <a:spLocks noGrp="1"/>
          </p:cNvSpPr>
          <p:nvPr>
            <p:ph type="body" sz="quarter" idx="12" hasCustomPrompt="1"/>
          </p:nvPr>
        </p:nvSpPr>
        <p:spPr>
          <a:xfrm>
            <a:off x="4580823" y="1712676"/>
            <a:ext cx="1440180" cy="223548"/>
          </a:xfrm>
        </p:spPr>
        <p:txBody>
          <a:bodyPr vert="horz" lIns="0" tIns="0" rIns="0" bIns="0" rtlCol="0" anchor="t" anchorCtr="0">
            <a:noAutofit/>
          </a:bodyPr>
          <a:lstStyle>
            <a:lvl1pPr algn="l">
              <a:defRPr lang="en-US" sz="1200" b="0" dirty="0">
                <a:solidFill>
                  <a:schemeClr val="tx1"/>
                </a:solidFill>
                <a:latin typeface="Oracle Sans Extra Bold" panose="020B0803020204020204" pitchFamily="34" charset="0"/>
                <a:ea typeface="+mj-ea"/>
                <a:cs typeface="Oracle Sans Extra Bold" panose="020B0803020204020204" pitchFamily="34" charset="0"/>
              </a:defRPr>
            </a:lvl1pPr>
          </a:lstStyle>
          <a:p>
            <a:pPr lvl="0">
              <a:spcBef>
                <a:spcPct val="0"/>
              </a:spcBef>
            </a:pPr>
            <a:r>
              <a:rPr lang="en-US" dirty="0"/>
              <a:t>Add speaker name</a:t>
            </a:r>
          </a:p>
        </p:txBody>
      </p:sp>
      <p:sp>
        <p:nvSpPr>
          <p:cNvPr id="38" name="Text Placeholder 33">
            <a:extLst>
              <a:ext uri="{FF2B5EF4-FFF2-40B4-BE49-F238E27FC236}">
                <a16:creationId xmlns:a16="http://schemas.microsoft.com/office/drawing/2014/main" id="{F34D25E2-243D-4B96-8C35-F96C56B3482F}"/>
              </a:ext>
            </a:extLst>
          </p:cNvPr>
          <p:cNvSpPr>
            <a:spLocks noGrp="1"/>
          </p:cNvSpPr>
          <p:nvPr>
            <p:ph type="body" sz="quarter" idx="13" hasCustomPrompt="1"/>
          </p:nvPr>
        </p:nvSpPr>
        <p:spPr>
          <a:xfrm>
            <a:off x="4580823" y="1973531"/>
            <a:ext cx="1440180" cy="186744"/>
          </a:xfrm>
        </p:spPr>
        <p:txBody>
          <a:bodyPr vert="horz" lIns="0" tIns="0" rIns="0" bIns="0" rtlCol="0" anchor="t" anchorCtr="0">
            <a:noAutofit/>
          </a:bodyPr>
          <a:lstStyle>
            <a:lvl1pPr algn="l">
              <a:defRPr lang="en-US" sz="1050" dirty="0">
                <a:solidFill>
                  <a:schemeClr val="tx1"/>
                </a:solidFill>
                <a:latin typeface="+mn-lt"/>
                <a:ea typeface="+mj-ea"/>
                <a:cs typeface="Oracle Sans Extra Bold" panose="020B0503020204020204" pitchFamily="34" charset="0"/>
              </a:defRPr>
            </a:lvl1pPr>
          </a:lstStyle>
          <a:p>
            <a:pPr lvl="0">
              <a:spcBef>
                <a:spcPct val="0"/>
              </a:spcBef>
            </a:pPr>
            <a:r>
              <a:rPr lang="en-US" dirty="0"/>
              <a:t>Add speaker title</a:t>
            </a:r>
          </a:p>
        </p:txBody>
      </p:sp>
      <p:sp>
        <p:nvSpPr>
          <p:cNvPr id="50" name="Picture Placeholder 4">
            <a:extLst>
              <a:ext uri="{FF2B5EF4-FFF2-40B4-BE49-F238E27FC236}">
                <a16:creationId xmlns:a16="http://schemas.microsoft.com/office/drawing/2014/main" id="{13E21815-6A02-4A6A-80C9-0617BE9066A4}"/>
              </a:ext>
            </a:extLst>
          </p:cNvPr>
          <p:cNvSpPr>
            <a:spLocks noGrp="1" noChangeAspect="1"/>
          </p:cNvSpPr>
          <p:nvPr>
            <p:ph type="pic" sz="quarter" idx="16"/>
          </p:nvPr>
        </p:nvSpPr>
        <p:spPr>
          <a:xfrm>
            <a:off x="6758223" y="445793"/>
            <a:ext cx="1164949" cy="1165860"/>
          </a:xfrm>
          <a:prstGeom prst="ellipse">
            <a:avLst/>
          </a:prstGeom>
        </p:spPr>
        <p:txBody>
          <a:bodyPr/>
          <a:lstStyle>
            <a:lvl1pPr>
              <a:defRPr>
                <a:solidFill>
                  <a:schemeClr val="tx1"/>
                </a:solidFill>
              </a:defRPr>
            </a:lvl1pPr>
          </a:lstStyle>
          <a:p>
            <a:r>
              <a:rPr lang="en-US"/>
              <a:t>Click icon to add picture</a:t>
            </a:r>
            <a:endParaRPr lang="en-US" dirty="0"/>
          </a:p>
        </p:txBody>
      </p:sp>
      <p:sp>
        <p:nvSpPr>
          <p:cNvPr id="22" name="Text Placeholder 33">
            <a:extLst>
              <a:ext uri="{FF2B5EF4-FFF2-40B4-BE49-F238E27FC236}">
                <a16:creationId xmlns:a16="http://schemas.microsoft.com/office/drawing/2014/main" id="{B1E285A0-A2E7-DE49-A7D9-B15F13096B4D}"/>
              </a:ext>
            </a:extLst>
          </p:cNvPr>
          <p:cNvSpPr>
            <a:spLocks noGrp="1"/>
          </p:cNvSpPr>
          <p:nvPr>
            <p:ph type="body" sz="quarter" idx="23" hasCustomPrompt="1"/>
          </p:nvPr>
        </p:nvSpPr>
        <p:spPr>
          <a:xfrm>
            <a:off x="6689133" y="1712676"/>
            <a:ext cx="1440180" cy="223548"/>
          </a:xfrm>
        </p:spPr>
        <p:txBody>
          <a:bodyPr vert="horz" lIns="0" tIns="0" rIns="0" bIns="0" rtlCol="0" anchor="t" anchorCtr="0">
            <a:noAutofit/>
          </a:bodyPr>
          <a:lstStyle>
            <a:lvl1pPr algn="l">
              <a:defRPr lang="en-US" sz="1200" b="0" dirty="0">
                <a:solidFill>
                  <a:schemeClr val="tx1"/>
                </a:solidFill>
                <a:latin typeface="Oracle Sans Extra Bold" panose="020B0803020204020204" pitchFamily="34" charset="0"/>
                <a:ea typeface="+mj-ea"/>
                <a:cs typeface="Oracle Sans Extra Bold" panose="020B0803020204020204" pitchFamily="34" charset="0"/>
              </a:defRPr>
            </a:lvl1pPr>
          </a:lstStyle>
          <a:p>
            <a:pPr lvl="0">
              <a:spcBef>
                <a:spcPct val="0"/>
              </a:spcBef>
            </a:pPr>
            <a:r>
              <a:rPr lang="en-US" dirty="0"/>
              <a:t>Add speaker name</a:t>
            </a:r>
          </a:p>
        </p:txBody>
      </p:sp>
      <p:sp>
        <p:nvSpPr>
          <p:cNvPr id="23" name="Text Placeholder 33">
            <a:extLst>
              <a:ext uri="{FF2B5EF4-FFF2-40B4-BE49-F238E27FC236}">
                <a16:creationId xmlns:a16="http://schemas.microsoft.com/office/drawing/2014/main" id="{824EDADA-2643-C24E-A532-5AF7FDEFBB0A}"/>
              </a:ext>
            </a:extLst>
          </p:cNvPr>
          <p:cNvSpPr>
            <a:spLocks noGrp="1"/>
          </p:cNvSpPr>
          <p:nvPr>
            <p:ph type="body" sz="quarter" idx="24" hasCustomPrompt="1"/>
          </p:nvPr>
        </p:nvSpPr>
        <p:spPr>
          <a:xfrm>
            <a:off x="6689133" y="1973531"/>
            <a:ext cx="1440180" cy="186744"/>
          </a:xfrm>
        </p:spPr>
        <p:txBody>
          <a:bodyPr vert="horz" lIns="0" tIns="0" rIns="0" bIns="0" rtlCol="0" anchor="t" anchorCtr="0">
            <a:noAutofit/>
          </a:bodyPr>
          <a:lstStyle>
            <a:lvl1pPr algn="l">
              <a:defRPr lang="en-US" sz="1050" dirty="0">
                <a:solidFill>
                  <a:schemeClr val="tx1"/>
                </a:solidFill>
                <a:latin typeface="+mn-lt"/>
                <a:ea typeface="+mj-ea"/>
                <a:cs typeface="Oracle Sans Extra Bold" panose="020B0503020204020204" pitchFamily="34" charset="0"/>
              </a:defRPr>
            </a:lvl1pPr>
          </a:lstStyle>
          <a:p>
            <a:pPr lvl="0">
              <a:spcBef>
                <a:spcPct val="0"/>
              </a:spcBef>
            </a:pPr>
            <a:r>
              <a:rPr lang="en-US" dirty="0"/>
              <a:t>Add speaker title</a:t>
            </a:r>
          </a:p>
        </p:txBody>
      </p:sp>
      <p:sp>
        <p:nvSpPr>
          <p:cNvPr id="30" name="Picture Placeholder 4">
            <a:extLst>
              <a:ext uri="{FF2B5EF4-FFF2-40B4-BE49-F238E27FC236}">
                <a16:creationId xmlns:a16="http://schemas.microsoft.com/office/drawing/2014/main" id="{EFC6E2D0-3B2A-2942-B1BA-2FB20BD0EEC6}"/>
              </a:ext>
            </a:extLst>
          </p:cNvPr>
          <p:cNvSpPr>
            <a:spLocks noGrp="1" noChangeAspect="1"/>
          </p:cNvSpPr>
          <p:nvPr>
            <p:ph type="pic" sz="quarter" idx="27"/>
          </p:nvPr>
        </p:nvSpPr>
        <p:spPr>
          <a:xfrm>
            <a:off x="4649913" y="2571750"/>
            <a:ext cx="1164949" cy="1165860"/>
          </a:xfrm>
          <a:prstGeom prst="ellipse">
            <a:avLst/>
          </a:prstGeom>
        </p:spPr>
        <p:txBody>
          <a:bodyPr/>
          <a:lstStyle>
            <a:lvl1pPr>
              <a:defRPr>
                <a:solidFill>
                  <a:schemeClr val="tx1"/>
                </a:solidFill>
              </a:defRPr>
            </a:lvl1pPr>
          </a:lstStyle>
          <a:p>
            <a:r>
              <a:rPr lang="en-US"/>
              <a:t>Click icon to add picture</a:t>
            </a:r>
            <a:endParaRPr lang="en-US" dirty="0"/>
          </a:p>
        </p:txBody>
      </p:sp>
      <p:sp>
        <p:nvSpPr>
          <p:cNvPr id="28" name="Text Placeholder 33">
            <a:extLst>
              <a:ext uri="{FF2B5EF4-FFF2-40B4-BE49-F238E27FC236}">
                <a16:creationId xmlns:a16="http://schemas.microsoft.com/office/drawing/2014/main" id="{C58C0826-10EF-F849-A3C1-413E3484114A}"/>
              </a:ext>
            </a:extLst>
          </p:cNvPr>
          <p:cNvSpPr>
            <a:spLocks noGrp="1"/>
          </p:cNvSpPr>
          <p:nvPr>
            <p:ph type="body" sz="quarter" idx="25" hasCustomPrompt="1"/>
          </p:nvPr>
        </p:nvSpPr>
        <p:spPr>
          <a:xfrm>
            <a:off x="4589647" y="3838633"/>
            <a:ext cx="1440180" cy="223548"/>
          </a:xfrm>
        </p:spPr>
        <p:txBody>
          <a:bodyPr vert="horz" lIns="0" tIns="0" rIns="0" bIns="0" rtlCol="0" anchor="t" anchorCtr="0">
            <a:noAutofit/>
          </a:bodyPr>
          <a:lstStyle>
            <a:lvl1pPr algn="l">
              <a:defRPr lang="en-US" sz="1200" b="0" dirty="0">
                <a:solidFill>
                  <a:schemeClr val="tx1"/>
                </a:solidFill>
                <a:latin typeface="Oracle Sans Extra Bold" panose="020B0803020204020204" pitchFamily="34" charset="0"/>
                <a:ea typeface="+mj-ea"/>
                <a:cs typeface="Oracle Sans Extra Bold" panose="020B0803020204020204" pitchFamily="34" charset="0"/>
              </a:defRPr>
            </a:lvl1pPr>
          </a:lstStyle>
          <a:p>
            <a:pPr lvl="0">
              <a:spcBef>
                <a:spcPct val="0"/>
              </a:spcBef>
            </a:pPr>
            <a:r>
              <a:rPr lang="en-US" dirty="0"/>
              <a:t>Add speaker name</a:t>
            </a:r>
          </a:p>
        </p:txBody>
      </p:sp>
      <p:sp>
        <p:nvSpPr>
          <p:cNvPr id="29" name="Text Placeholder 33">
            <a:extLst>
              <a:ext uri="{FF2B5EF4-FFF2-40B4-BE49-F238E27FC236}">
                <a16:creationId xmlns:a16="http://schemas.microsoft.com/office/drawing/2014/main" id="{31FE92C1-9507-1C45-8CA1-FA2A0EA3FCED}"/>
              </a:ext>
            </a:extLst>
          </p:cNvPr>
          <p:cNvSpPr>
            <a:spLocks noGrp="1"/>
          </p:cNvSpPr>
          <p:nvPr>
            <p:ph type="body" sz="quarter" idx="26" hasCustomPrompt="1"/>
          </p:nvPr>
        </p:nvSpPr>
        <p:spPr>
          <a:xfrm>
            <a:off x="4580823" y="4099487"/>
            <a:ext cx="1440180" cy="186744"/>
          </a:xfrm>
        </p:spPr>
        <p:txBody>
          <a:bodyPr vert="horz" lIns="0" tIns="0" rIns="0" bIns="0" rtlCol="0" anchor="t" anchorCtr="0">
            <a:noAutofit/>
          </a:bodyPr>
          <a:lstStyle>
            <a:lvl1pPr algn="l">
              <a:defRPr lang="en-US" sz="1050" dirty="0">
                <a:solidFill>
                  <a:schemeClr val="tx1"/>
                </a:solidFill>
                <a:latin typeface="+mn-lt"/>
                <a:ea typeface="+mj-ea"/>
                <a:cs typeface="Oracle Sans Extra Bold" panose="020B0503020204020204" pitchFamily="34" charset="0"/>
              </a:defRPr>
            </a:lvl1pPr>
          </a:lstStyle>
          <a:p>
            <a:pPr lvl="0">
              <a:spcBef>
                <a:spcPct val="0"/>
              </a:spcBef>
            </a:pPr>
            <a:r>
              <a:rPr lang="en-US" dirty="0"/>
              <a:t>Add speaker title</a:t>
            </a:r>
          </a:p>
        </p:txBody>
      </p:sp>
      <p:sp>
        <p:nvSpPr>
          <p:cNvPr id="31" name="Picture Placeholder 4">
            <a:extLst>
              <a:ext uri="{FF2B5EF4-FFF2-40B4-BE49-F238E27FC236}">
                <a16:creationId xmlns:a16="http://schemas.microsoft.com/office/drawing/2014/main" id="{ED40B0E3-F4BB-EC49-8D7A-713B54016EEA}"/>
              </a:ext>
            </a:extLst>
          </p:cNvPr>
          <p:cNvSpPr>
            <a:spLocks noGrp="1" noChangeAspect="1"/>
          </p:cNvSpPr>
          <p:nvPr>
            <p:ph type="pic" sz="quarter" idx="28"/>
          </p:nvPr>
        </p:nvSpPr>
        <p:spPr>
          <a:xfrm>
            <a:off x="6758223" y="2571750"/>
            <a:ext cx="1164949" cy="1165860"/>
          </a:xfrm>
          <a:prstGeom prst="ellipse">
            <a:avLst/>
          </a:prstGeom>
        </p:spPr>
        <p:txBody>
          <a:bodyPr/>
          <a:lstStyle>
            <a:lvl1pPr>
              <a:defRPr>
                <a:solidFill>
                  <a:schemeClr val="tx1"/>
                </a:solidFill>
              </a:defRPr>
            </a:lvl1pPr>
          </a:lstStyle>
          <a:p>
            <a:r>
              <a:rPr lang="en-US"/>
              <a:t>Click icon to add picture</a:t>
            </a:r>
          </a:p>
        </p:txBody>
      </p:sp>
      <p:sp>
        <p:nvSpPr>
          <p:cNvPr id="32" name="Text Placeholder 33">
            <a:extLst>
              <a:ext uri="{FF2B5EF4-FFF2-40B4-BE49-F238E27FC236}">
                <a16:creationId xmlns:a16="http://schemas.microsoft.com/office/drawing/2014/main" id="{75EA1EAA-9631-6446-9C35-80FDF680DE0B}"/>
              </a:ext>
            </a:extLst>
          </p:cNvPr>
          <p:cNvSpPr>
            <a:spLocks noGrp="1"/>
          </p:cNvSpPr>
          <p:nvPr>
            <p:ph type="body" sz="quarter" idx="29" hasCustomPrompt="1"/>
          </p:nvPr>
        </p:nvSpPr>
        <p:spPr>
          <a:xfrm>
            <a:off x="6689133" y="3838633"/>
            <a:ext cx="1440180" cy="223548"/>
          </a:xfrm>
        </p:spPr>
        <p:txBody>
          <a:bodyPr vert="horz" lIns="0" tIns="0" rIns="0" bIns="0" rtlCol="0" anchor="t" anchorCtr="0">
            <a:noAutofit/>
          </a:bodyPr>
          <a:lstStyle>
            <a:lvl1pPr algn="l">
              <a:defRPr lang="en-US" sz="1200" b="0" dirty="0">
                <a:solidFill>
                  <a:schemeClr val="tx1"/>
                </a:solidFill>
                <a:latin typeface="Oracle Sans Extra Bold" panose="020B0803020204020204" pitchFamily="34" charset="0"/>
                <a:ea typeface="+mj-ea"/>
                <a:cs typeface="Oracle Sans Extra Bold" panose="020B0803020204020204" pitchFamily="34" charset="0"/>
              </a:defRPr>
            </a:lvl1pPr>
          </a:lstStyle>
          <a:p>
            <a:pPr lvl="0">
              <a:spcBef>
                <a:spcPct val="0"/>
              </a:spcBef>
            </a:pPr>
            <a:r>
              <a:rPr lang="en-US" dirty="0"/>
              <a:t>Add speaker name</a:t>
            </a:r>
          </a:p>
        </p:txBody>
      </p:sp>
      <p:sp>
        <p:nvSpPr>
          <p:cNvPr id="33" name="Text Placeholder 33">
            <a:extLst>
              <a:ext uri="{FF2B5EF4-FFF2-40B4-BE49-F238E27FC236}">
                <a16:creationId xmlns:a16="http://schemas.microsoft.com/office/drawing/2014/main" id="{D9FA6B46-487D-254B-8AB6-DCB6C449BF8B}"/>
              </a:ext>
            </a:extLst>
          </p:cNvPr>
          <p:cNvSpPr>
            <a:spLocks noGrp="1"/>
          </p:cNvSpPr>
          <p:nvPr>
            <p:ph type="body" sz="quarter" idx="30" hasCustomPrompt="1"/>
          </p:nvPr>
        </p:nvSpPr>
        <p:spPr>
          <a:xfrm>
            <a:off x="6689133" y="4099487"/>
            <a:ext cx="1440180" cy="186744"/>
          </a:xfrm>
        </p:spPr>
        <p:txBody>
          <a:bodyPr vert="horz" lIns="0" tIns="0" rIns="0" bIns="0" rtlCol="0" anchor="t" anchorCtr="0">
            <a:noAutofit/>
          </a:bodyPr>
          <a:lstStyle>
            <a:lvl1pPr algn="l">
              <a:defRPr lang="en-US" sz="1050" dirty="0">
                <a:solidFill>
                  <a:schemeClr val="tx1"/>
                </a:solidFill>
                <a:latin typeface="+mn-lt"/>
                <a:ea typeface="+mj-ea"/>
                <a:cs typeface="Oracle Sans Extra Bold" panose="020B0503020204020204" pitchFamily="34" charset="0"/>
              </a:defRPr>
            </a:lvl1pPr>
          </a:lstStyle>
          <a:p>
            <a:pPr lvl="0">
              <a:spcBef>
                <a:spcPct val="0"/>
              </a:spcBef>
            </a:pPr>
            <a:r>
              <a:rPr lang="en-US" dirty="0"/>
              <a:t>Add speaker title</a:t>
            </a:r>
          </a:p>
        </p:txBody>
      </p:sp>
      <p:sp>
        <p:nvSpPr>
          <p:cNvPr id="2" name="Slide Number Placeholder 7">
            <a:extLst>
              <a:ext uri="{FF2B5EF4-FFF2-40B4-BE49-F238E27FC236}">
                <a16:creationId xmlns:a16="http://schemas.microsoft.com/office/drawing/2014/main" id="{6B2BB980-4E85-2D86-1EAC-45585EEE7C2C}"/>
              </a:ext>
            </a:extLst>
          </p:cNvPr>
          <p:cNvSpPr>
            <a:spLocks noGrp="1"/>
          </p:cNvSpPr>
          <p:nvPr>
            <p:ph type="sldNum" sz="quarter" idx="17"/>
          </p:nvPr>
        </p:nvSpPr>
        <p:spPr>
          <a:xfrm>
            <a:off x="571500" y="4817745"/>
            <a:ext cx="274320" cy="27432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3" name="Footer Placeholder 6">
            <a:extLst>
              <a:ext uri="{FF2B5EF4-FFF2-40B4-BE49-F238E27FC236}">
                <a16:creationId xmlns:a16="http://schemas.microsoft.com/office/drawing/2014/main" id="{B0DB2D8A-6704-C1D6-5725-30487909476A}"/>
              </a:ext>
            </a:extLst>
          </p:cNvPr>
          <p:cNvSpPr>
            <a:spLocks noGrp="1"/>
          </p:cNvSpPr>
          <p:nvPr>
            <p:ph type="ftr" sz="quarter" idx="31"/>
          </p:nvPr>
        </p:nvSpPr>
        <p:spPr>
          <a:xfrm>
            <a:off x="845820" y="4817984"/>
            <a:ext cx="4309034" cy="273844"/>
          </a:xfrm>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4" name="Date Placeholder 4">
            <a:extLst>
              <a:ext uri="{FF2B5EF4-FFF2-40B4-BE49-F238E27FC236}">
                <a16:creationId xmlns:a16="http://schemas.microsoft.com/office/drawing/2014/main" id="{F6440522-CAB7-F461-F5BF-51C3530983D3}"/>
              </a:ext>
            </a:extLst>
          </p:cNvPr>
          <p:cNvSpPr>
            <a:spLocks noGrp="1"/>
          </p:cNvSpPr>
          <p:nvPr>
            <p:ph type="dt" sz="half" idx="15"/>
          </p:nvPr>
        </p:nvSpPr>
        <p:spPr>
          <a:xfrm>
            <a:off x="5154854" y="4819203"/>
            <a:ext cx="2057400" cy="272625"/>
          </a:xfrm>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1562825462"/>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Title + 3points Dark">
    <p:bg>
      <p:bgRef idx="1001">
        <a:schemeClr val="bg2"/>
      </p:bgRef>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CBACFFD5-83BF-87FD-D788-AC6EFCBE79E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2" name="Title 1">
            <a:extLst>
              <a:ext uri="{FF2B5EF4-FFF2-40B4-BE49-F238E27FC236}">
                <a16:creationId xmlns:a16="http://schemas.microsoft.com/office/drawing/2014/main" id="{FCA127B8-6459-BEBA-D16E-9D17C5D2578E}"/>
              </a:ext>
            </a:extLst>
          </p:cNvPr>
          <p:cNvSpPr>
            <a:spLocks noGrp="1"/>
          </p:cNvSpPr>
          <p:nvPr>
            <p:ph type="title"/>
          </p:nvPr>
        </p:nvSpPr>
        <p:spPr>
          <a:xfrm>
            <a:off x="583805" y="842963"/>
            <a:ext cx="3706327" cy="3457575"/>
          </a:xfrm>
          <a:prstGeom prst="rect">
            <a:avLst/>
          </a:prstGeom>
        </p:spPr>
        <p:txBody>
          <a:bodyPr anchor="ctr"/>
          <a:lstStyle>
            <a:lvl1pPr>
              <a:defRPr sz="2700" b="1">
                <a:solidFill>
                  <a:schemeClr val="tx1"/>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4A36FF17-F9F3-0957-AD05-F18D3D5D9623}"/>
              </a:ext>
            </a:extLst>
          </p:cNvPr>
          <p:cNvSpPr>
            <a:spLocks noGrp="1"/>
          </p:cNvSpPr>
          <p:nvPr>
            <p:ph type="body" sz="quarter" idx="12" hasCustomPrompt="1"/>
          </p:nvPr>
        </p:nvSpPr>
        <p:spPr>
          <a:xfrm>
            <a:off x="4571704" y="981426"/>
            <a:ext cx="3958490" cy="750094"/>
          </a:xfrm>
          <a:prstGeom prst="rect">
            <a:avLst/>
          </a:prstGeom>
        </p:spPr>
        <p:txBody>
          <a:bodyPr>
            <a:noAutofit/>
          </a:bodyPr>
          <a:lstStyle>
            <a:lvl1pPr marL="0" indent="0">
              <a:lnSpc>
                <a:spcPct val="110000"/>
              </a:lnSpc>
              <a:buNone/>
              <a:defRPr sz="1350" b="0" i="0">
                <a:solidFill>
                  <a:srgbClr val="F0CC71"/>
                </a:solidFill>
                <a:latin typeface="Oracle Sans" panose="020B0503020204020204" pitchFamily="34" charset="0"/>
                <a:cs typeface="Oracle Sans" panose="020B0503020204020204" pitchFamily="34" charset="0"/>
              </a:defRPr>
            </a:lvl1pPr>
          </a:lstStyle>
          <a:p>
            <a:pPr lvl="0"/>
            <a:r>
              <a:rPr lang="en-US" dirty="0"/>
              <a:t>Intro copy or subhead copy goes here, no more than 3 lines</a:t>
            </a:r>
          </a:p>
        </p:txBody>
      </p:sp>
      <p:sp>
        <p:nvSpPr>
          <p:cNvPr id="8" name="Picture Placeholder 7">
            <a:extLst>
              <a:ext uri="{FF2B5EF4-FFF2-40B4-BE49-F238E27FC236}">
                <a16:creationId xmlns:a16="http://schemas.microsoft.com/office/drawing/2014/main" id="{30B7A9DC-8DB8-E382-172A-A425B0E9AA9C}"/>
              </a:ext>
            </a:extLst>
          </p:cNvPr>
          <p:cNvSpPr>
            <a:spLocks noGrp="1"/>
          </p:cNvSpPr>
          <p:nvPr>
            <p:ph type="pic" sz="quarter" idx="13" hasCustomPrompt="1"/>
          </p:nvPr>
        </p:nvSpPr>
        <p:spPr>
          <a:xfrm>
            <a:off x="4571703" y="1785938"/>
            <a:ext cx="500690" cy="500658"/>
          </a:xfrm>
          <a:prstGeom prst="rect">
            <a:avLst/>
          </a:prstGeom>
        </p:spPr>
        <p:txBody>
          <a:bodyPr anchor="ctr">
            <a:normAutofit/>
          </a:bodyPr>
          <a:lstStyle>
            <a:lvl1pPr marL="0" indent="0" algn="ctr">
              <a:buNone/>
              <a:defRPr sz="1200">
                <a:solidFill>
                  <a:srgbClr val="8EE1F0"/>
                </a:solidFill>
              </a:defRPr>
            </a:lvl1pPr>
          </a:lstStyle>
          <a:p>
            <a:r>
              <a:rPr lang="en-US" dirty="0"/>
              <a:t>Icon</a:t>
            </a:r>
          </a:p>
        </p:txBody>
      </p:sp>
      <p:sp>
        <p:nvSpPr>
          <p:cNvPr id="10" name="Text Placeholder 9">
            <a:extLst>
              <a:ext uri="{FF2B5EF4-FFF2-40B4-BE49-F238E27FC236}">
                <a16:creationId xmlns:a16="http://schemas.microsoft.com/office/drawing/2014/main" id="{566D40C5-F7F2-3539-6999-2D283256E3C1}"/>
              </a:ext>
            </a:extLst>
          </p:cNvPr>
          <p:cNvSpPr>
            <a:spLocks noGrp="1"/>
          </p:cNvSpPr>
          <p:nvPr>
            <p:ph type="body" sz="quarter" idx="14" hasCustomPrompt="1"/>
          </p:nvPr>
        </p:nvSpPr>
        <p:spPr>
          <a:xfrm>
            <a:off x="5258142" y="1896876"/>
            <a:ext cx="3586396" cy="500658"/>
          </a:xfrm>
          <a:prstGeom prst="rect">
            <a:avLst/>
          </a:prstGeom>
        </p:spPr>
        <p:txBody>
          <a:bodyPr>
            <a:noAutofit/>
          </a:bodyPr>
          <a:lstStyle>
            <a:lvl1pPr marL="0" indent="0">
              <a:lnSpc>
                <a:spcPct val="110000"/>
              </a:lnSpc>
              <a:buNone/>
              <a:defRPr sz="1350">
                <a:solidFill>
                  <a:schemeClr val="tx1"/>
                </a:solidFill>
              </a:defRPr>
            </a:lvl1pPr>
          </a:lstStyle>
          <a:p>
            <a:pPr lvl="0"/>
            <a:r>
              <a:rPr lang="en-US" dirty="0"/>
              <a:t>Copy goes here, do not exceed 2 lines of copy</a:t>
            </a:r>
          </a:p>
        </p:txBody>
      </p:sp>
      <p:sp>
        <p:nvSpPr>
          <p:cNvPr id="11" name="Picture Placeholder 7">
            <a:extLst>
              <a:ext uri="{FF2B5EF4-FFF2-40B4-BE49-F238E27FC236}">
                <a16:creationId xmlns:a16="http://schemas.microsoft.com/office/drawing/2014/main" id="{0991BEB9-51BB-F077-EC9E-195DA698686E}"/>
              </a:ext>
            </a:extLst>
          </p:cNvPr>
          <p:cNvSpPr>
            <a:spLocks noGrp="1"/>
          </p:cNvSpPr>
          <p:nvPr>
            <p:ph type="pic" sz="quarter" idx="15" hasCustomPrompt="1"/>
          </p:nvPr>
        </p:nvSpPr>
        <p:spPr>
          <a:xfrm>
            <a:off x="4571703" y="2571751"/>
            <a:ext cx="500690" cy="500658"/>
          </a:xfrm>
          <a:prstGeom prst="rect">
            <a:avLst/>
          </a:prstGeom>
        </p:spPr>
        <p:txBody>
          <a:bodyPr anchor="ctr">
            <a:normAutofit/>
          </a:bodyPr>
          <a:lstStyle>
            <a:lvl1pPr marL="0" indent="0" algn="ctr">
              <a:buNone/>
              <a:defRPr sz="1200">
                <a:solidFill>
                  <a:srgbClr val="8EE1F0"/>
                </a:solidFill>
              </a:defRPr>
            </a:lvl1pPr>
          </a:lstStyle>
          <a:p>
            <a:r>
              <a:rPr lang="en-US" dirty="0"/>
              <a:t>Icon</a:t>
            </a:r>
          </a:p>
        </p:txBody>
      </p:sp>
      <p:sp>
        <p:nvSpPr>
          <p:cNvPr id="12" name="Text Placeholder 9">
            <a:extLst>
              <a:ext uri="{FF2B5EF4-FFF2-40B4-BE49-F238E27FC236}">
                <a16:creationId xmlns:a16="http://schemas.microsoft.com/office/drawing/2014/main" id="{6D1033AF-581A-B853-652D-A540146FD490}"/>
              </a:ext>
            </a:extLst>
          </p:cNvPr>
          <p:cNvSpPr>
            <a:spLocks noGrp="1"/>
          </p:cNvSpPr>
          <p:nvPr>
            <p:ph type="body" sz="quarter" idx="16" hasCustomPrompt="1"/>
          </p:nvPr>
        </p:nvSpPr>
        <p:spPr>
          <a:xfrm>
            <a:off x="5258142" y="2682689"/>
            <a:ext cx="3586396" cy="500658"/>
          </a:xfrm>
          <a:prstGeom prst="rect">
            <a:avLst/>
          </a:prstGeom>
        </p:spPr>
        <p:txBody>
          <a:bodyPr>
            <a:noAutofit/>
          </a:bodyPr>
          <a:lstStyle>
            <a:lvl1pPr marL="0" indent="0">
              <a:lnSpc>
                <a:spcPct val="110000"/>
              </a:lnSpc>
              <a:buNone/>
              <a:defRPr sz="1350">
                <a:solidFill>
                  <a:schemeClr val="tx1"/>
                </a:solidFill>
              </a:defRPr>
            </a:lvl1pPr>
          </a:lstStyle>
          <a:p>
            <a:pPr lvl="0"/>
            <a:r>
              <a:rPr lang="en-US" dirty="0"/>
              <a:t>Copy goes here, do not exceed 2 lines of copy</a:t>
            </a:r>
          </a:p>
        </p:txBody>
      </p:sp>
      <p:sp>
        <p:nvSpPr>
          <p:cNvPr id="13" name="Picture Placeholder 7">
            <a:extLst>
              <a:ext uri="{FF2B5EF4-FFF2-40B4-BE49-F238E27FC236}">
                <a16:creationId xmlns:a16="http://schemas.microsoft.com/office/drawing/2014/main" id="{CC3296DC-4AB5-F02C-2B70-0A1223A2FA07}"/>
              </a:ext>
            </a:extLst>
          </p:cNvPr>
          <p:cNvSpPr>
            <a:spLocks noGrp="1"/>
          </p:cNvSpPr>
          <p:nvPr>
            <p:ph type="pic" sz="quarter" idx="17" hasCustomPrompt="1"/>
          </p:nvPr>
        </p:nvSpPr>
        <p:spPr>
          <a:xfrm>
            <a:off x="4571703" y="3357563"/>
            <a:ext cx="500690" cy="500658"/>
          </a:xfrm>
          <a:prstGeom prst="rect">
            <a:avLst/>
          </a:prstGeom>
        </p:spPr>
        <p:txBody>
          <a:bodyPr anchor="ctr">
            <a:normAutofit/>
          </a:bodyPr>
          <a:lstStyle>
            <a:lvl1pPr marL="0" indent="0" algn="ctr">
              <a:buNone/>
              <a:defRPr sz="1200">
                <a:solidFill>
                  <a:srgbClr val="8EE1F0"/>
                </a:solidFill>
              </a:defRPr>
            </a:lvl1pPr>
          </a:lstStyle>
          <a:p>
            <a:r>
              <a:rPr lang="en-US" dirty="0"/>
              <a:t>Icon</a:t>
            </a:r>
          </a:p>
        </p:txBody>
      </p:sp>
      <p:sp>
        <p:nvSpPr>
          <p:cNvPr id="14" name="Text Placeholder 9">
            <a:extLst>
              <a:ext uri="{FF2B5EF4-FFF2-40B4-BE49-F238E27FC236}">
                <a16:creationId xmlns:a16="http://schemas.microsoft.com/office/drawing/2014/main" id="{D1ACBBE6-39A5-38B2-48B9-953EF0B15CAA}"/>
              </a:ext>
            </a:extLst>
          </p:cNvPr>
          <p:cNvSpPr>
            <a:spLocks noGrp="1"/>
          </p:cNvSpPr>
          <p:nvPr>
            <p:ph type="body" sz="quarter" idx="18" hasCustomPrompt="1"/>
          </p:nvPr>
        </p:nvSpPr>
        <p:spPr>
          <a:xfrm>
            <a:off x="5258142" y="3468501"/>
            <a:ext cx="3586396" cy="500658"/>
          </a:xfrm>
          <a:prstGeom prst="rect">
            <a:avLst/>
          </a:prstGeom>
        </p:spPr>
        <p:txBody>
          <a:bodyPr>
            <a:noAutofit/>
          </a:bodyPr>
          <a:lstStyle>
            <a:lvl1pPr marL="0" indent="0">
              <a:lnSpc>
                <a:spcPct val="110000"/>
              </a:lnSpc>
              <a:buNone/>
              <a:defRPr sz="1350">
                <a:solidFill>
                  <a:schemeClr val="tx1"/>
                </a:solidFill>
              </a:defRPr>
            </a:lvl1pPr>
          </a:lstStyle>
          <a:p>
            <a:pPr lvl="0"/>
            <a:r>
              <a:rPr lang="en-US" dirty="0"/>
              <a:t>Copy goes here, do not exceed 2 lines of copy</a:t>
            </a:r>
          </a:p>
        </p:txBody>
      </p:sp>
      <p:sp>
        <p:nvSpPr>
          <p:cNvPr id="3" name="Slide Number Placeholder 7">
            <a:extLst>
              <a:ext uri="{FF2B5EF4-FFF2-40B4-BE49-F238E27FC236}">
                <a16:creationId xmlns:a16="http://schemas.microsoft.com/office/drawing/2014/main" id="{078EDBF4-4572-9C4C-E41C-E1E983604489}"/>
              </a:ext>
            </a:extLst>
          </p:cNvPr>
          <p:cNvSpPr>
            <a:spLocks noGrp="1"/>
          </p:cNvSpPr>
          <p:nvPr>
            <p:ph type="sldNum" sz="quarter" idx="19"/>
          </p:nvPr>
        </p:nvSpPr>
        <p:spPr>
          <a:xfrm>
            <a:off x="571500" y="4817745"/>
            <a:ext cx="274320" cy="27432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5" name="Footer Placeholder 6">
            <a:extLst>
              <a:ext uri="{FF2B5EF4-FFF2-40B4-BE49-F238E27FC236}">
                <a16:creationId xmlns:a16="http://schemas.microsoft.com/office/drawing/2014/main" id="{61D48B0E-456F-5DCD-376F-269C834D75B5}"/>
              </a:ext>
            </a:extLst>
          </p:cNvPr>
          <p:cNvSpPr>
            <a:spLocks noGrp="1"/>
          </p:cNvSpPr>
          <p:nvPr>
            <p:ph type="ftr" sz="quarter" idx="20"/>
          </p:nvPr>
        </p:nvSpPr>
        <p:spPr>
          <a:xfrm>
            <a:off x="845820" y="4817984"/>
            <a:ext cx="4309034" cy="273844"/>
          </a:xfrm>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7" name="Date Placeholder 4">
            <a:extLst>
              <a:ext uri="{FF2B5EF4-FFF2-40B4-BE49-F238E27FC236}">
                <a16:creationId xmlns:a16="http://schemas.microsoft.com/office/drawing/2014/main" id="{D731EE9A-4B53-7299-F019-2DC3997655E4}"/>
              </a:ext>
            </a:extLst>
          </p:cNvPr>
          <p:cNvSpPr>
            <a:spLocks noGrp="1"/>
          </p:cNvSpPr>
          <p:nvPr>
            <p:ph type="dt" sz="half" idx="21"/>
          </p:nvPr>
        </p:nvSpPr>
        <p:spPr>
          <a:xfrm>
            <a:off x="5154854" y="4819203"/>
            <a:ext cx="2057400" cy="272625"/>
          </a:xfrm>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1248277334"/>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itle + 3points Light">
    <p:bg>
      <p:bgRef idx="1001">
        <a:schemeClr val="bg2"/>
      </p:bgRef>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67BD0CDE-EF86-D206-6160-3A96FBCEB49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2" name="Title 1">
            <a:extLst>
              <a:ext uri="{FF2B5EF4-FFF2-40B4-BE49-F238E27FC236}">
                <a16:creationId xmlns:a16="http://schemas.microsoft.com/office/drawing/2014/main" id="{FCA127B8-6459-BEBA-D16E-9D17C5D2578E}"/>
              </a:ext>
            </a:extLst>
          </p:cNvPr>
          <p:cNvSpPr>
            <a:spLocks noGrp="1"/>
          </p:cNvSpPr>
          <p:nvPr>
            <p:ph type="title"/>
          </p:nvPr>
        </p:nvSpPr>
        <p:spPr>
          <a:xfrm>
            <a:off x="583805" y="842963"/>
            <a:ext cx="3706327" cy="3457575"/>
          </a:xfrm>
          <a:prstGeom prst="rect">
            <a:avLst/>
          </a:prstGeom>
        </p:spPr>
        <p:txBody>
          <a:bodyPr anchor="ctr"/>
          <a:lstStyle>
            <a:lvl1pPr>
              <a:defRPr sz="2700" b="1">
                <a:solidFill>
                  <a:schemeClr val="tx1"/>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4A36FF17-F9F3-0957-AD05-F18D3D5D9623}"/>
              </a:ext>
            </a:extLst>
          </p:cNvPr>
          <p:cNvSpPr>
            <a:spLocks noGrp="1"/>
          </p:cNvSpPr>
          <p:nvPr>
            <p:ph type="body" sz="quarter" idx="12" hasCustomPrompt="1"/>
          </p:nvPr>
        </p:nvSpPr>
        <p:spPr>
          <a:xfrm>
            <a:off x="4571704" y="981426"/>
            <a:ext cx="3958490" cy="750094"/>
          </a:xfrm>
          <a:prstGeom prst="rect">
            <a:avLst/>
          </a:prstGeom>
        </p:spPr>
        <p:txBody>
          <a:bodyPr>
            <a:noAutofit/>
          </a:bodyPr>
          <a:lstStyle>
            <a:lvl1pPr marL="0" indent="0">
              <a:lnSpc>
                <a:spcPct val="110000"/>
              </a:lnSpc>
              <a:buNone/>
              <a:defRPr sz="1350" b="0" i="0">
                <a:solidFill>
                  <a:schemeClr val="tx1"/>
                </a:solidFill>
                <a:latin typeface="Oracle Sans" panose="020B0503020204020204" pitchFamily="34" charset="0"/>
                <a:cs typeface="Oracle Sans" panose="020B0503020204020204" pitchFamily="34" charset="0"/>
              </a:defRPr>
            </a:lvl1pPr>
          </a:lstStyle>
          <a:p>
            <a:pPr lvl="0"/>
            <a:r>
              <a:rPr lang="en-US" dirty="0"/>
              <a:t>Intro copy or subhead copy goes here, no more than 3 lines</a:t>
            </a:r>
          </a:p>
        </p:txBody>
      </p:sp>
      <p:sp>
        <p:nvSpPr>
          <p:cNvPr id="8" name="Picture Placeholder 7">
            <a:extLst>
              <a:ext uri="{FF2B5EF4-FFF2-40B4-BE49-F238E27FC236}">
                <a16:creationId xmlns:a16="http://schemas.microsoft.com/office/drawing/2014/main" id="{30B7A9DC-8DB8-E382-172A-A425B0E9AA9C}"/>
              </a:ext>
            </a:extLst>
          </p:cNvPr>
          <p:cNvSpPr>
            <a:spLocks noGrp="1"/>
          </p:cNvSpPr>
          <p:nvPr>
            <p:ph type="pic" sz="quarter" idx="13" hasCustomPrompt="1"/>
          </p:nvPr>
        </p:nvSpPr>
        <p:spPr>
          <a:xfrm>
            <a:off x="4571703" y="1785938"/>
            <a:ext cx="500690" cy="500658"/>
          </a:xfrm>
          <a:prstGeom prst="rect">
            <a:avLst/>
          </a:prstGeom>
        </p:spPr>
        <p:txBody>
          <a:bodyPr anchor="ctr">
            <a:normAutofit/>
          </a:bodyPr>
          <a:lstStyle>
            <a:lvl1pPr marL="0" indent="0" algn="ctr">
              <a:buNone/>
              <a:defRPr sz="1200">
                <a:solidFill>
                  <a:srgbClr val="8EE1F0"/>
                </a:solidFill>
              </a:defRPr>
            </a:lvl1pPr>
          </a:lstStyle>
          <a:p>
            <a:r>
              <a:rPr lang="en-US" dirty="0"/>
              <a:t>Icon</a:t>
            </a:r>
          </a:p>
        </p:txBody>
      </p:sp>
      <p:sp>
        <p:nvSpPr>
          <p:cNvPr id="10" name="Text Placeholder 9">
            <a:extLst>
              <a:ext uri="{FF2B5EF4-FFF2-40B4-BE49-F238E27FC236}">
                <a16:creationId xmlns:a16="http://schemas.microsoft.com/office/drawing/2014/main" id="{566D40C5-F7F2-3539-6999-2D283256E3C1}"/>
              </a:ext>
            </a:extLst>
          </p:cNvPr>
          <p:cNvSpPr>
            <a:spLocks noGrp="1"/>
          </p:cNvSpPr>
          <p:nvPr>
            <p:ph type="body" sz="quarter" idx="14" hasCustomPrompt="1"/>
          </p:nvPr>
        </p:nvSpPr>
        <p:spPr>
          <a:xfrm>
            <a:off x="5258142" y="1896876"/>
            <a:ext cx="3586396" cy="500658"/>
          </a:xfrm>
          <a:prstGeom prst="rect">
            <a:avLst/>
          </a:prstGeom>
        </p:spPr>
        <p:txBody>
          <a:bodyPr>
            <a:noAutofit/>
          </a:bodyPr>
          <a:lstStyle>
            <a:lvl1pPr marL="0" indent="0">
              <a:lnSpc>
                <a:spcPct val="110000"/>
              </a:lnSpc>
              <a:buNone/>
              <a:defRPr sz="1350">
                <a:solidFill>
                  <a:schemeClr val="tx1"/>
                </a:solidFill>
              </a:defRPr>
            </a:lvl1pPr>
          </a:lstStyle>
          <a:p>
            <a:pPr lvl="0"/>
            <a:r>
              <a:rPr lang="en-US" dirty="0"/>
              <a:t>Copy goes here, do not exceed 2 lines of copy</a:t>
            </a:r>
          </a:p>
        </p:txBody>
      </p:sp>
      <p:sp>
        <p:nvSpPr>
          <p:cNvPr id="11" name="Picture Placeholder 7">
            <a:extLst>
              <a:ext uri="{FF2B5EF4-FFF2-40B4-BE49-F238E27FC236}">
                <a16:creationId xmlns:a16="http://schemas.microsoft.com/office/drawing/2014/main" id="{0991BEB9-51BB-F077-EC9E-195DA698686E}"/>
              </a:ext>
            </a:extLst>
          </p:cNvPr>
          <p:cNvSpPr>
            <a:spLocks noGrp="1"/>
          </p:cNvSpPr>
          <p:nvPr>
            <p:ph type="pic" sz="quarter" idx="15" hasCustomPrompt="1"/>
          </p:nvPr>
        </p:nvSpPr>
        <p:spPr>
          <a:xfrm>
            <a:off x="4571703" y="2571751"/>
            <a:ext cx="500690" cy="500658"/>
          </a:xfrm>
          <a:prstGeom prst="rect">
            <a:avLst/>
          </a:prstGeom>
        </p:spPr>
        <p:txBody>
          <a:bodyPr anchor="ctr">
            <a:normAutofit/>
          </a:bodyPr>
          <a:lstStyle>
            <a:lvl1pPr marL="0" indent="0" algn="ctr">
              <a:buNone/>
              <a:defRPr sz="1200">
                <a:solidFill>
                  <a:srgbClr val="8EE1F0"/>
                </a:solidFill>
              </a:defRPr>
            </a:lvl1pPr>
          </a:lstStyle>
          <a:p>
            <a:r>
              <a:rPr lang="en-US" dirty="0"/>
              <a:t>Icon</a:t>
            </a:r>
          </a:p>
        </p:txBody>
      </p:sp>
      <p:sp>
        <p:nvSpPr>
          <p:cNvPr id="12" name="Text Placeholder 9">
            <a:extLst>
              <a:ext uri="{FF2B5EF4-FFF2-40B4-BE49-F238E27FC236}">
                <a16:creationId xmlns:a16="http://schemas.microsoft.com/office/drawing/2014/main" id="{6D1033AF-581A-B853-652D-A540146FD490}"/>
              </a:ext>
            </a:extLst>
          </p:cNvPr>
          <p:cNvSpPr>
            <a:spLocks noGrp="1"/>
          </p:cNvSpPr>
          <p:nvPr>
            <p:ph type="body" sz="quarter" idx="16" hasCustomPrompt="1"/>
          </p:nvPr>
        </p:nvSpPr>
        <p:spPr>
          <a:xfrm>
            <a:off x="5258142" y="2682689"/>
            <a:ext cx="3586396" cy="500658"/>
          </a:xfrm>
          <a:prstGeom prst="rect">
            <a:avLst/>
          </a:prstGeom>
        </p:spPr>
        <p:txBody>
          <a:bodyPr>
            <a:noAutofit/>
          </a:bodyPr>
          <a:lstStyle>
            <a:lvl1pPr marL="0" indent="0">
              <a:lnSpc>
                <a:spcPct val="110000"/>
              </a:lnSpc>
              <a:buNone/>
              <a:defRPr sz="1350">
                <a:solidFill>
                  <a:schemeClr val="tx1"/>
                </a:solidFill>
              </a:defRPr>
            </a:lvl1pPr>
          </a:lstStyle>
          <a:p>
            <a:pPr lvl="0"/>
            <a:r>
              <a:rPr lang="en-US" dirty="0"/>
              <a:t>Copy goes here, do not exceed 2 lines of copy</a:t>
            </a:r>
          </a:p>
        </p:txBody>
      </p:sp>
      <p:sp>
        <p:nvSpPr>
          <p:cNvPr id="13" name="Picture Placeholder 7">
            <a:extLst>
              <a:ext uri="{FF2B5EF4-FFF2-40B4-BE49-F238E27FC236}">
                <a16:creationId xmlns:a16="http://schemas.microsoft.com/office/drawing/2014/main" id="{CC3296DC-4AB5-F02C-2B70-0A1223A2FA07}"/>
              </a:ext>
            </a:extLst>
          </p:cNvPr>
          <p:cNvSpPr>
            <a:spLocks noGrp="1"/>
          </p:cNvSpPr>
          <p:nvPr>
            <p:ph type="pic" sz="quarter" idx="17" hasCustomPrompt="1"/>
          </p:nvPr>
        </p:nvSpPr>
        <p:spPr>
          <a:xfrm>
            <a:off x="4571703" y="3357563"/>
            <a:ext cx="500690" cy="500658"/>
          </a:xfrm>
          <a:prstGeom prst="rect">
            <a:avLst/>
          </a:prstGeom>
        </p:spPr>
        <p:txBody>
          <a:bodyPr anchor="ctr">
            <a:normAutofit/>
          </a:bodyPr>
          <a:lstStyle>
            <a:lvl1pPr marL="0" indent="0" algn="ctr">
              <a:buNone/>
              <a:defRPr sz="1200">
                <a:solidFill>
                  <a:srgbClr val="8EE1F0"/>
                </a:solidFill>
              </a:defRPr>
            </a:lvl1pPr>
          </a:lstStyle>
          <a:p>
            <a:r>
              <a:rPr lang="en-US" dirty="0"/>
              <a:t>Icon</a:t>
            </a:r>
          </a:p>
        </p:txBody>
      </p:sp>
      <p:sp>
        <p:nvSpPr>
          <p:cNvPr id="14" name="Text Placeholder 9">
            <a:extLst>
              <a:ext uri="{FF2B5EF4-FFF2-40B4-BE49-F238E27FC236}">
                <a16:creationId xmlns:a16="http://schemas.microsoft.com/office/drawing/2014/main" id="{D1ACBBE6-39A5-38B2-48B9-953EF0B15CAA}"/>
              </a:ext>
            </a:extLst>
          </p:cNvPr>
          <p:cNvSpPr>
            <a:spLocks noGrp="1"/>
          </p:cNvSpPr>
          <p:nvPr>
            <p:ph type="body" sz="quarter" idx="18" hasCustomPrompt="1"/>
          </p:nvPr>
        </p:nvSpPr>
        <p:spPr>
          <a:xfrm>
            <a:off x="5258142" y="3468501"/>
            <a:ext cx="3586396" cy="500658"/>
          </a:xfrm>
          <a:prstGeom prst="rect">
            <a:avLst/>
          </a:prstGeom>
        </p:spPr>
        <p:txBody>
          <a:bodyPr>
            <a:noAutofit/>
          </a:bodyPr>
          <a:lstStyle>
            <a:lvl1pPr marL="0" indent="0">
              <a:lnSpc>
                <a:spcPct val="110000"/>
              </a:lnSpc>
              <a:buNone/>
              <a:defRPr sz="1350">
                <a:solidFill>
                  <a:schemeClr val="tx1"/>
                </a:solidFill>
              </a:defRPr>
            </a:lvl1pPr>
          </a:lstStyle>
          <a:p>
            <a:pPr lvl="0"/>
            <a:r>
              <a:rPr lang="en-US" dirty="0"/>
              <a:t>Copy goes here, do not exceed 2 lines of copy</a:t>
            </a:r>
          </a:p>
        </p:txBody>
      </p:sp>
      <p:sp>
        <p:nvSpPr>
          <p:cNvPr id="3" name="Slide Number Placeholder 5">
            <a:extLst>
              <a:ext uri="{FF2B5EF4-FFF2-40B4-BE49-F238E27FC236}">
                <a16:creationId xmlns:a16="http://schemas.microsoft.com/office/drawing/2014/main" id="{28FB87FE-17B5-F9E9-709A-0B45CF7A69A0}"/>
              </a:ext>
            </a:extLst>
          </p:cNvPr>
          <p:cNvSpPr>
            <a:spLocks noGrp="1"/>
          </p:cNvSpPr>
          <p:nvPr>
            <p:ph type="sldNum" sz="quarter" idx="40"/>
          </p:nvPr>
        </p:nvSpPr>
        <p:spPr>
          <a:xfrm>
            <a:off x="571500" y="4817745"/>
            <a:ext cx="274320" cy="274320"/>
          </a:xfrm>
        </p:spPr>
        <p:txBody>
          <a:bodyPr/>
          <a:lstStyle>
            <a:lvl1pPr>
              <a:defRPr>
                <a:solidFill>
                  <a:srgbClr val="8B8580"/>
                </a:solidFill>
              </a:defRPr>
            </a:lvl1pPr>
          </a:lstStyle>
          <a:p>
            <a:fld id="{345D60D9-5372-5F40-9443-0F9AE5BDC3C8}" type="slidenum">
              <a:rPr lang="en-US" smtClean="0"/>
              <a:pPr/>
              <a:t>‹#›</a:t>
            </a:fld>
            <a:endParaRPr lang="en-US" dirty="0"/>
          </a:p>
        </p:txBody>
      </p:sp>
      <p:sp>
        <p:nvSpPr>
          <p:cNvPr id="5" name="Footer Placeholder 4">
            <a:extLst>
              <a:ext uri="{FF2B5EF4-FFF2-40B4-BE49-F238E27FC236}">
                <a16:creationId xmlns:a16="http://schemas.microsoft.com/office/drawing/2014/main" id="{149EA8E9-ED27-F122-7091-4B0663BBD452}"/>
              </a:ext>
            </a:extLst>
          </p:cNvPr>
          <p:cNvSpPr>
            <a:spLocks noGrp="1"/>
          </p:cNvSpPr>
          <p:nvPr>
            <p:ph type="ftr" sz="quarter" idx="39"/>
          </p:nvPr>
        </p:nvSpPr>
        <p:spPr>
          <a:xfrm>
            <a:off x="845820" y="4817984"/>
            <a:ext cx="4309034" cy="273844"/>
          </a:xfrm>
        </p:spPr>
        <p:txBody>
          <a:bodyPr/>
          <a:lstStyle>
            <a:lvl1pPr>
              <a:defRPr>
                <a:solidFill>
                  <a:srgbClr val="8B8580"/>
                </a:solidFill>
              </a:defRPr>
            </a:lvl1pPr>
          </a:lstStyle>
          <a:p>
            <a:r>
              <a:rPr lang="en-US"/>
              <a:t>Copyright © 2025, Oracle and/or its affiliates |  Confidential: Internal/Restricted/Highly Restricted</a:t>
            </a:r>
            <a:endParaRPr lang="en-US" dirty="0"/>
          </a:p>
        </p:txBody>
      </p:sp>
      <p:sp>
        <p:nvSpPr>
          <p:cNvPr id="7" name="Date Placeholder 3">
            <a:extLst>
              <a:ext uri="{FF2B5EF4-FFF2-40B4-BE49-F238E27FC236}">
                <a16:creationId xmlns:a16="http://schemas.microsoft.com/office/drawing/2014/main" id="{54DD5434-5084-63C2-861B-6F2CF4BBA245}"/>
              </a:ext>
            </a:extLst>
          </p:cNvPr>
          <p:cNvSpPr>
            <a:spLocks noGrp="1"/>
          </p:cNvSpPr>
          <p:nvPr>
            <p:ph type="dt" sz="half" idx="38"/>
          </p:nvPr>
        </p:nvSpPr>
        <p:spPr>
          <a:xfrm>
            <a:off x="5154854" y="4819203"/>
            <a:ext cx="2057400" cy="272625"/>
          </a:xfrm>
        </p:spPr>
        <p:txBody>
          <a:bodyPr/>
          <a:lstStyle>
            <a:lvl1pPr>
              <a:defRPr>
                <a:solidFill>
                  <a:srgbClr val="8B8580"/>
                </a:solidFill>
              </a:defRPr>
            </a:lvl1pPr>
          </a:lstStyle>
          <a:p>
            <a:r>
              <a:rPr lang="en-US"/>
              <a:t>[Date]</a:t>
            </a:r>
            <a:endParaRPr lang="en-US" dirty="0"/>
          </a:p>
        </p:txBody>
      </p:sp>
    </p:spTree>
    <p:extLst>
      <p:ext uri="{BB962C8B-B14F-4D97-AF65-F5344CB8AC3E}">
        <p14:creationId xmlns:p14="http://schemas.microsoft.com/office/powerpoint/2010/main" val="2000786862"/>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Dark - Split content with lin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Slide Number Placeholder 7">
            <a:extLst>
              <a:ext uri="{FF2B5EF4-FFF2-40B4-BE49-F238E27FC236}">
                <a16:creationId xmlns:a16="http://schemas.microsoft.com/office/drawing/2014/main" id="{E1B5D46F-65FA-89E8-E05A-6E937CA1C2EC}"/>
              </a:ext>
            </a:extLst>
          </p:cNvPr>
          <p:cNvSpPr>
            <a:spLocks noGrp="1"/>
          </p:cNvSpPr>
          <p:nvPr>
            <p:ph type="sldNum" sz="quarter" idx="17"/>
          </p:nvPr>
        </p:nvSpPr>
        <p:spPr>
          <a:xfrm>
            <a:off x="571500" y="4817745"/>
            <a:ext cx="274320" cy="27432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6" name="Footer Placeholder 6">
            <a:extLst>
              <a:ext uri="{FF2B5EF4-FFF2-40B4-BE49-F238E27FC236}">
                <a16:creationId xmlns:a16="http://schemas.microsoft.com/office/drawing/2014/main" id="{4D9122D4-F69F-A7AA-EEA8-7C5565E7647C}"/>
              </a:ext>
            </a:extLst>
          </p:cNvPr>
          <p:cNvSpPr>
            <a:spLocks noGrp="1"/>
          </p:cNvSpPr>
          <p:nvPr>
            <p:ph type="ftr" sz="quarter" idx="16"/>
          </p:nvPr>
        </p:nvSpPr>
        <p:spPr>
          <a:xfrm>
            <a:off x="845820" y="4817984"/>
            <a:ext cx="4309034" cy="273844"/>
          </a:xfrm>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7" name="Date Placeholder 4">
            <a:extLst>
              <a:ext uri="{FF2B5EF4-FFF2-40B4-BE49-F238E27FC236}">
                <a16:creationId xmlns:a16="http://schemas.microsoft.com/office/drawing/2014/main" id="{CA222E66-0FD4-1E10-21D6-748A24D406C5}"/>
              </a:ext>
            </a:extLst>
          </p:cNvPr>
          <p:cNvSpPr>
            <a:spLocks noGrp="1"/>
          </p:cNvSpPr>
          <p:nvPr>
            <p:ph type="dt" sz="half" idx="15"/>
          </p:nvPr>
        </p:nvSpPr>
        <p:spPr>
          <a:xfrm>
            <a:off x="5154854" y="4819203"/>
            <a:ext cx="2057400" cy="272625"/>
          </a:xfrm>
        </p:spPr>
        <p:txBody>
          <a:bodyPr/>
          <a:lstStyle>
            <a:lvl1pPr>
              <a:defRPr>
                <a:solidFill>
                  <a:srgbClr val="AEA8A2"/>
                </a:solidFill>
              </a:defRPr>
            </a:lvl1pPr>
          </a:lstStyle>
          <a:p>
            <a:r>
              <a:rPr lang="en-US"/>
              <a:t>[Date]</a:t>
            </a:r>
            <a:endParaRPr lang="en-US" dirty="0"/>
          </a:p>
        </p:txBody>
      </p:sp>
      <p:sp>
        <p:nvSpPr>
          <p:cNvPr id="3" name="Title 12">
            <a:extLst>
              <a:ext uri="{FF2B5EF4-FFF2-40B4-BE49-F238E27FC236}">
                <a16:creationId xmlns:a16="http://schemas.microsoft.com/office/drawing/2014/main" id="{6B0DF820-DA27-4A53-F431-314E40C10345}"/>
              </a:ext>
            </a:extLst>
          </p:cNvPr>
          <p:cNvSpPr>
            <a:spLocks noGrp="1"/>
          </p:cNvSpPr>
          <p:nvPr>
            <p:ph type="title" hasCustomPrompt="1"/>
          </p:nvPr>
        </p:nvSpPr>
        <p:spPr>
          <a:xfrm>
            <a:off x="576657" y="2263140"/>
            <a:ext cx="2349439" cy="617220"/>
          </a:xfrm>
        </p:spPr>
        <p:txBody>
          <a:bodyPr anchor="ctr"/>
          <a:lstStyle>
            <a:lvl1pPr>
              <a:defRPr sz="2700" b="1" i="0">
                <a:latin typeface="Oracle Sans Tab" panose="020B0503020204020204" pitchFamily="34" charset="0"/>
                <a:cs typeface="Oracle Sans Tab" panose="020B0503020204020204" pitchFamily="34" charset="0"/>
              </a:defRPr>
            </a:lvl1pPr>
          </a:lstStyle>
          <a:p>
            <a:r>
              <a:rPr lang="en-US" dirty="0"/>
              <a:t>Title</a:t>
            </a:r>
          </a:p>
        </p:txBody>
      </p:sp>
      <p:sp>
        <p:nvSpPr>
          <p:cNvPr id="5" name="Subtitle">
            <a:extLst>
              <a:ext uri="{FF2B5EF4-FFF2-40B4-BE49-F238E27FC236}">
                <a16:creationId xmlns:a16="http://schemas.microsoft.com/office/drawing/2014/main" id="{72D292EF-93B3-0F2E-7BED-9B5FDD1F1B94}"/>
              </a:ext>
            </a:extLst>
          </p:cNvPr>
          <p:cNvSpPr>
            <a:spLocks noGrp="1"/>
          </p:cNvSpPr>
          <p:nvPr>
            <p:ph type="body" sz="quarter" idx="11" hasCustomPrompt="1"/>
          </p:nvPr>
        </p:nvSpPr>
        <p:spPr>
          <a:xfrm>
            <a:off x="3531649" y="1973196"/>
            <a:ext cx="5046710" cy="1197109"/>
          </a:xfrm>
          <a:prstGeom prst="rect">
            <a:avLst/>
          </a:prstGeom>
        </p:spPr>
        <p:txBody>
          <a:bodyPr lIns="0" anchor="ctr">
            <a:noAutofit/>
          </a:bodyPr>
          <a:lstStyle>
            <a:lvl1pPr marL="0" indent="0">
              <a:spcAft>
                <a:spcPts val="0"/>
              </a:spcAft>
              <a:buNone/>
              <a:defRPr sz="1800" b="0" i="0">
                <a:latin typeface="Oracle Sans Tab" panose="020B0503020204020204" pitchFamily="34" charset="0"/>
                <a:cs typeface="Oracle Sans Tab" panose="020B0503020204020204" pitchFamily="34" charset="0"/>
              </a:defRPr>
            </a:lvl1pPr>
          </a:lstStyle>
          <a:p>
            <a:pPr lvl="0"/>
            <a:r>
              <a:rPr lang="en-US" dirty="0"/>
              <a:t>Subtitle</a:t>
            </a:r>
          </a:p>
        </p:txBody>
      </p:sp>
    </p:spTree>
    <p:extLst>
      <p:ext uri="{BB962C8B-B14F-4D97-AF65-F5344CB8AC3E}">
        <p14:creationId xmlns:p14="http://schemas.microsoft.com/office/powerpoint/2010/main" val="2076253988"/>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Light - Split content with lin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Subtitle">
            <a:extLst>
              <a:ext uri="{FF2B5EF4-FFF2-40B4-BE49-F238E27FC236}">
                <a16:creationId xmlns:a16="http://schemas.microsoft.com/office/drawing/2014/main" id="{C8ADFC4F-C961-366D-5252-9B4CC4102CB3}"/>
              </a:ext>
            </a:extLst>
          </p:cNvPr>
          <p:cNvSpPr>
            <a:spLocks noGrp="1"/>
          </p:cNvSpPr>
          <p:nvPr>
            <p:ph type="body" sz="quarter" idx="11" hasCustomPrompt="1"/>
          </p:nvPr>
        </p:nvSpPr>
        <p:spPr>
          <a:xfrm>
            <a:off x="3531649" y="1973196"/>
            <a:ext cx="5046710" cy="1197109"/>
          </a:xfrm>
          <a:prstGeom prst="rect">
            <a:avLst/>
          </a:prstGeom>
        </p:spPr>
        <p:txBody>
          <a:bodyPr lIns="0" anchor="ctr">
            <a:noAutofit/>
          </a:bodyPr>
          <a:lstStyle>
            <a:lvl1pPr marL="0" indent="0">
              <a:spcAft>
                <a:spcPts val="0"/>
              </a:spcAft>
              <a:buNone/>
              <a:defRPr sz="1800" b="0" i="0">
                <a:latin typeface="Oracle Sans Tab" panose="020B0503020204020204" pitchFamily="34" charset="0"/>
                <a:cs typeface="Oracle Sans Tab" panose="020B0503020204020204" pitchFamily="34" charset="0"/>
              </a:defRPr>
            </a:lvl1pPr>
          </a:lstStyle>
          <a:p>
            <a:pPr lvl="0"/>
            <a:r>
              <a:rPr lang="en-US" dirty="0"/>
              <a:t>Subtitle</a:t>
            </a:r>
          </a:p>
        </p:txBody>
      </p:sp>
      <p:cxnSp>
        <p:nvCxnSpPr>
          <p:cNvPr id="4" name="Straight Connector 3">
            <a:extLst>
              <a:ext uri="{FF2B5EF4-FFF2-40B4-BE49-F238E27FC236}">
                <a16:creationId xmlns:a16="http://schemas.microsoft.com/office/drawing/2014/main" id="{8B0F18C2-26A3-3D50-75B9-DA01B720938C}"/>
              </a:ext>
              <a:ext uri="{C183D7F6-B498-43B3-948B-1728B52AA6E4}">
                <adec:decorative xmlns:adec="http://schemas.microsoft.com/office/drawing/2017/decorative" val="1"/>
              </a:ext>
            </a:extLst>
          </p:cNvPr>
          <p:cNvCxnSpPr>
            <a:cxnSpLocks/>
          </p:cNvCxnSpPr>
          <p:nvPr userDrawn="1"/>
        </p:nvCxnSpPr>
        <p:spPr>
          <a:xfrm>
            <a:off x="3057425" y="1200158"/>
            <a:ext cx="0" cy="274318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Slide Number Placeholder 5">
            <a:extLst>
              <a:ext uri="{FF2B5EF4-FFF2-40B4-BE49-F238E27FC236}">
                <a16:creationId xmlns:a16="http://schemas.microsoft.com/office/drawing/2014/main" id="{FDA8E918-B2CE-9B3B-6306-4B5A17E9A430}"/>
              </a:ext>
            </a:extLst>
          </p:cNvPr>
          <p:cNvSpPr>
            <a:spLocks noGrp="1"/>
          </p:cNvSpPr>
          <p:nvPr>
            <p:ph type="sldNum" sz="quarter" idx="40"/>
          </p:nvPr>
        </p:nvSpPr>
        <p:spPr>
          <a:xfrm>
            <a:off x="571500" y="4817745"/>
            <a:ext cx="274320" cy="274320"/>
          </a:xfrm>
        </p:spPr>
        <p:txBody>
          <a:bodyPr/>
          <a:lstStyle>
            <a:lvl1pPr>
              <a:defRPr>
                <a:solidFill>
                  <a:srgbClr val="8B8580"/>
                </a:solidFill>
              </a:defRPr>
            </a:lvl1pPr>
          </a:lstStyle>
          <a:p>
            <a:fld id="{345D60D9-5372-5F40-9443-0F9AE5BDC3C8}" type="slidenum">
              <a:rPr lang="en-US" smtClean="0"/>
              <a:pPr/>
              <a:t>‹#›</a:t>
            </a:fld>
            <a:endParaRPr lang="en-US" dirty="0"/>
          </a:p>
        </p:txBody>
      </p:sp>
      <p:sp>
        <p:nvSpPr>
          <p:cNvPr id="6" name="Footer Placeholder 4">
            <a:extLst>
              <a:ext uri="{FF2B5EF4-FFF2-40B4-BE49-F238E27FC236}">
                <a16:creationId xmlns:a16="http://schemas.microsoft.com/office/drawing/2014/main" id="{3C072B30-0FE5-8289-77F0-1D24085A4EF2}"/>
              </a:ext>
            </a:extLst>
          </p:cNvPr>
          <p:cNvSpPr>
            <a:spLocks noGrp="1"/>
          </p:cNvSpPr>
          <p:nvPr>
            <p:ph type="ftr" sz="quarter" idx="39"/>
          </p:nvPr>
        </p:nvSpPr>
        <p:spPr>
          <a:xfrm>
            <a:off x="845820" y="4817984"/>
            <a:ext cx="4309034" cy="273844"/>
          </a:xfrm>
        </p:spPr>
        <p:txBody>
          <a:bodyPr/>
          <a:lstStyle>
            <a:lvl1pPr>
              <a:defRPr>
                <a:solidFill>
                  <a:srgbClr val="8B8580"/>
                </a:solidFill>
              </a:defRPr>
            </a:lvl1pPr>
          </a:lstStyle>
          <a:p>
            <a:r>
              <a:rPr lang="en-US"/>
              <a:t>Copyright © 2025, Oracle and/or its affiliates |  Confidential: Internal/Restricted/Highly Restricted</a:t>
            </a:r>
            <a:endParaRPr lang="en-US" dirty="0"/>
          </a:p>
        </p:txBody>
      </p:sp>
      <p:sp>
        <p:nvSpPr>
          <p:cNvPr id="7" name="Date Placeholder 3">
            <a:extLst>
              <a:ext uri="{FF2B5EF4-FFF2-40B4-BE49-F238E27FC236}">
                <a16:creationId xmlns:a16="http://schemas.microsoft.com/office/drawing/2014/main" id="{B54B9E9C-E71A-D85E-B49A-0603C0A1552B}"/>
              </a:ext>
            </a:extLst>
          </p:cNvPr>
          <p:cNvSpPr>
            <a:spLocks noGrp="1"/>
          </p:cNvSpPr>
          <p:nvPr>
            <p:ph type="dt" sz="half" idx="38"/>
          </p:nvPr>
        </p:nvSpPr>
        <p:spPr>
          <a:xfrm>
            <a:off x="5154854" y="4819203"/>
            <a:ext cx="2057400" cy="272625"/>
          </a:xfrm>
        </p:spPr>
        <p:txBody>
          <a:bodyPr/>
          <a:lstStyle>
            <a:lvl1pPr>
              <a:defRPr>
                <a:solidFill>
                  <a:srgbClr val="8B8580"/>
                </a:solidFill>
              </a:defRPr>
            </a:lvl1pPr>
          </a:lstStyle>
          <a:p>
            <a:r>
              <a:rPr lang="en-US"/>
              <a:t>[Date]</a:t>
            </a:r>
            <a:endParaRPr lang="en-US" dirty="0"/>
          </a:p>
        </p:txBody>
      </p:sp>
      <p:sp>
        <p:nvSpPr>
          <p:cNvPr id="9" name="Title 12">
            <a:extLst>
              <a:ext uri="{FF2B5EF4-FFF2-40B4-BE49-F238E27FC236}">
                <a16:creationId xmlns:a16="http://schemas.microsoft.com/office/drawing/2014/main" id="{C2D0AE67-1167-2B52-146F-5E0AA0D86441}"/>
              </a:ext>
            </a:extLst>
          </p:cNvPr>
          <p:cNvSpPr>
            <a:spLocks noGrp="1"/>
          </p:cNvSpPr>
          <p:nvPr>
            <p:ph type="title" hasCustomPrompt="1"/>
          </p:nvPr>
        </p:nvSpPr>
        <p:spPr>
          <a:xfrm>
            <a:off x="576657" y="2263140"/>
            <a:ext cx="2349439" cy="617220"/>
          </a:xfrm>
        </p:spPr>
        <p:txBody>
          <a:bodyPr anchor="ctr"/>
          <a:lstStyle>
            <a:lvl1pPr>
              <a:defRPr sz="2700" b="1" i="0">
                <a:latin typeface="Oracle Sans Tab" panose="020B0503020204020204" pitchFamily="34" charset="0"/>
                <a:cs typeface="Oracle Sans Tab" panose="020B0503020204020204" pitchFamily="34" charset="0"/>
              </a:defRPr>
            </a:lvl1pPr>
          </a:lstStyle>
          <a:p>
            <a:r>
              <a:rPr lang="en-US" dirty="0"/>
              <a:t>Title</a:t>
            </a:r>
          </a:p>
        </p:txBody>
      </p:sp>
    </p:spTree>
    <p:extLst>
      <p:ext uri="{BB962C8B-B14F-4D97-AF65-F5344CB8AC3E}">
        <p14:creationId xmlns:p14="http://schemas.microsoft.com/office/powerpoint/2010/main" val="1954184741"/>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Abstract Background_Pillar ">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Slide Number Placeholder 7">
            <a:extLst>
              <a:ext uri="{FF2B5EF4-FFF2-40B4-BE49-F238E27FC236}">
                <a16:creationId xmlns:a16="http://schemas.microsoft.com/office/drawing/2014/main" id="{BF29FA1D-6116-1543-C528-2DA2C8F180C3}"/>
              </a:ext>
            </a:extLst>
          </p:cNvPr>
          <p:cNvSpPr>
            <a:spLocks noGrp="1"/>
          </p:cNvSpPr>
          <p:nvPr>
            <p:ph type="sldNum" sz="quarter" idx="17"/>
          </p:nvPr>
        </p:nvSpPr>
        <p:spPr>
          <a:xfrm>
            <a:off x="571500" y="4817745"/>
            <a:ext cx="274320" cy="27432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4" name="Footer Placeholder 6">
            <a:extLst>
              <a:ext uri="{FF2B5EF4-FFF2-40B4-BE49-F238E27FC236}">
                <a16:creationId xmlns:a16="http://schemas.microsoft.com/office/drawing/2014/main" id="{7D96ACA1-4090-ECF0-97A5-CB057330DE6F}"/>
              </a:ext>
            </a:extLst>
          </p:cNvPr>
          <p:cNvSpPr>
            <a:spLocks noGrp="1"/>
          </p:cNvSpPr>
          <p:nvPr>
            <p:ph type="ftr" sz="quarter" idx="16"/>
          </p:nvPr>
        </p:nvSpPr>
        <p:spPr>
          <a:xfrm>
            <a:off x="845820" y="4817984"/>
            <a:ext cx="4309034" cy="273844"/>
          </a:xfrm>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5" name="Date Placeholder 4">
            <a:extLst>
              <a:ext uri="{FF2B5EF4-FFF2-40B4-BE49-F238E27FC236}">
                <a16:creationId xmlns:a16="http://schemas.microsoft.com/office/drawing/2014/main" id="{F75BC1E5-7624-3B26-2B5D-56E880F7525C}"/>
              </a:ext>
            </a:extLst>
          </p:cNvPr>
          <p:cNvSpPr>
            <a:spLocks noGrp="1"/>
          </p:cNvSpPr>
          <p:nvPr>
            <p:ph type="dt" sz="half" idx="15"/>
          </p:nvPr>
        </p:nvSpPr>
        <p:spPr>
          <a:xfrm>
            <a:off x="5154854" y="4819203"/>
            <a:ext cx="2057400" cy="272625"/>
          </a:xfrm>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414330614"/>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Abstract Background_Pilla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3F15AD11-5859-98B3-2F15-B362186970C3}"/>
              </a:ext>
            </a:extLst>
          </p:cNvPr>
          <p:cNvSpPr>
            <a:spLocks noGrp="1"/>
          </p:cNvSpPr>
          <p:nvPr>
            <p:ph type="sldNum" sz="quarter" idx="40"/>
          </p:nvPr>
        </p:nvSpPr>
        <p:spPr>
          <a:xfrm>
            <a:off x="571500" y="4817745"/>
            <a:ext cx="274320" cy="274320"/>
          </a:xfrm>
        </p:spPr>
        <p:txBody>
          <a:bodyPr/>
          <a:lstStyle>
            <a:lvl1pPr>
              <a:defRPr>
                <a:solidFill>
                  <a:srgbClr val="8B8580"/>
                </a:solidFill>
              </a:defRPr>
            </a:lvl1pPr>
          </a:lstStyle>
          <a:p>
            <a:fld id="{345D60D9-5372-5F40-9443-0F9AE5BDC3C8}" type="slidenum">
              <a:rPr lang="en-US" smtClean="0"/>
              <a:pPr/>
              <a:t>‹#›</a:t>
            </a:fld>
            <a:endParaRPr lang="en-US" dirty="0"/>
          </a:p>
        </p:txBody>
      </p:sp>
      <p:sp>
        <p:nvSpPr>
          <p:cNvPr id="4" name="Footer Placeholder 4">
            <a:extLst>
              <a:ext uri="{FF2B5EF4-FFF2-40B4-BE49-F238E27FC236}">
                <a16:creationId xmlns:a16="http://schemas.microsoft.com/office/drawing/2014/main" id="{318CD77B-3831-065A-CC2D-CCE7D9358637}"/>
              </a:ext>
            </a:extLst>
          </p:cNvPr>
          <p:cNvSpPr>
            <a:spLocks noGrp="1"/>
          </p:cNvSpPr>
          <p:nvPr>
            <p:ph type="ftr" sz="quarter" idx="39"/>
          </p:nvPr>
        </p:nvSpPr>
        <p:spPr>
          <a:xfrm>
            <a:off x="845820" y="4817984"/>
            <a:ext cx="4309034" cy="273844"/>
          </a:xfrm>
        </p:spPr>
        <p:txBody>
          <a:bodyPr/>
          <a:lstStyle>
            <a:lvl1pPr>
              <a:defRPr>
                <a:solidFill>
                  <a:srgbClr val="8B8580"/>
                </a:solidFill>
              </a:defRPr>
            </a:lvl1pPr>
          </a:lstStyle>
          <a:p>
            <a:r>
              <a:rPr lang="en-US"/>
              <a:t>Copyright © 2025, Oracle and/or its affiliates |  Confidential: Internal/Restricted/Highly Restricted</a:t>
            </a:r>
            <a:endParaRPr lang="en-US" dirty="0"/>
          </a:p>
        </p:txBody>
      </p:sp>
      <p:sp>
        <p:nvSpPr>
          <p:cNvPr id="5" name="Date Placeholder 3">
            <a:extLst>
              <a:ext uri="{FF2B5EF4-FFF2-40B4-BE49-F238E27FC236}">
                <a16:creationId xmlns:a16="http://schemas.microsoft.com/office/drawing/2014/main" id="{087C7066-B8AF-14CC-26C3-FB68D2391813}"/>
              </a:ext>
            </a:extLst>
          </p:cNvPr>
          <p:cNvSpPr>
            <a:spLocks noGrp="1"/>
          </p:cNvSpPr>
          <p:nvPr>
            <p:ph type="dt" sz="half" idx="38"/>
          </p:nvPr>
        </p:nvSpPr>
        <p:spPr>
          <a:xfrm>
            <a:off x="5154854" y="4819203"/>
            <a:ext cx="2057400" cy="272625"/>
          </a:xfrm>
        </p:spPr>
        <p:txBody>
          <a:bodyPr/>
          <a:lstStyle>
            <a:lvl1pPr>
              <a:defRPr>
                <a:solidFill>
                  <a:srgbClr val="8B8580"/>
                </a:solidFill>
              </a:defRPr>
            </a:lvl1pPr>
          </a:lstStyle>
          <a:p>
            <a:r>
              <a:rPr lang="en-US"/>
              <a:t>[Date]</a:t>
            </a:r>
            <a:endParaRPr lang="en-US" dirty="0"/>
          </a:p>
        </p:txBody>
      </p:sp>
    </p:spTree>
    <p:extLst>
      <p:ext uri="{BB962C8B-B14F-4D97-AF65-F5344CB8AC3E}">
        <p14:creationId xmlns:p14="http://schemas.microsoft.com/office/powerpoint/2010/main" val="1980083695"/>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Light - Title 2 Column">
    <p:bg>
      <p:bgRef idx="1001">
        <a:schemeClr val="bg2"/>
      </p:bgRef>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69740FE-E1B8-466B-970A-4E081BCA3143}"/>
              </a:ext>
            </a:extLst>
          </p:cNvPr>
          <p:cNvSpPr>
            <a:spLocks noGrp="1"/>
          </p:cNvSpPr>
          <p:nvPr>
            <p:ph type="title" hasCustomPrompt="1"/>
          </p:nvPr>
        </p:nvSpPr>
        <p:spPr/>
        <p:txBody>
          <a:bodyPr/>
          <a:lstStyle>
            <a:lvl1pPr>
              <a:defRPr b="1" i="0">
                <a:solidFill>
                  <a:schemeClr val="tx1"/>
                </a:solidFill>
                <a:latin typeface="Oracle Sans Tab" panose="020B0503020204020204" pitchFamily="34" charset="0"/>
                <a:cs typeface="Oracle Sans Tab" panose="020B0503020204020204" pitchFamily="34" charset="0"/>
              </a:defRPr>
            </a:lvl1pPr>
          </a:lstStyle>
          <a:p>
            <a:r>
              <a:rPr lang="en-US" dirty="0"/>
              <a:t>Title</a:t>
            </a:r>
          </a:p>
        </p:txBody>
      </p:sp>
      <p:cxnSp>
        <p:nvCxnSpPr>
          <p:cNvPr id="15" name="Column Divider">
            <a:extLst>
              <a:ext uri="{FF2B5EF4-FFF2-40B4-BE49-F238E27FC236}">
                <a16:creationId xmlns:a16="http://schemas.microsoft.com/office/drawing/2014/main" id="{C3377C95-3E35-473F-8E81-1FDFBEBC758A}"/>
              </a:ext>
              <a:ext uri="{C183D7F6-B498-43B3-948B-1728B52AA6E4}">
                <adec:decorative xmlns:adec="http://schemas.microsoft.com/office/drawing/2017/decorative" val="1"/>
              </a:ext>
            </a:extLst>
          </p:cNvPr>
          <p:cNvCxnSpPr>
            <a:cxnSpLocks/>
          </p:cNvCxnSpPr>
          <p:nvPr userDrawn="1"/>
        </p:nvCxnSpPr>
        <p:spPr>
          <a:xfrm>
            <a:off x="4582183" y="1206431"/>
            <a:ext cx="0" cy="3380994"/>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9" name="Slide Number Placeholder 8">
            <a:extLst>
              <a:ext uri="{FF2B5EF4-FFF2-40B4-BE49-F238E27FC236}">
                <a16:creationId xmlns:a16="http://schemas.microsoft.com/office/drawing/2014/main" id="{424C32FC-D616-45B7-A051-90859CE92D73}"/>
              </a:ext>
            </a:extLst>
          </p:cNvPr>
          <p:cNvSpPr>
            <a:spLocks noGrp="1"/>
          </p:cNvSpPr>
          <p:nvPr>
            <p:ph type="sldNum" sz="quarter" idx="18"/>
          </p:nvPr>
        </p:nvSpPr>
        <p:spPr/>
        <p:txBody>
          <a:bodyPr/>
          <a:lstStyle/>
          <a:p>
            <a:fld id="{345D60D9-5372-5F40-9443-0F9AE5BDC3C8}" type="slidenum">
              <a:rPr lang="en-US" smtClean="0"/>
              <a:pPr/>
              <a:t>‹#›</a:t>
            </a:fld>
            <a:endParaRPr lang="en-US" dirty="0"/>
          </a:p>
        </p:txBody>
      </p:sp>
      <p:sp>
        <p:nvSpPr>
          <p:cNvPr id="8" name="Footer Placeholder 7">
            <a:extLst>
              <a:ext uri="{FF2B5EF4-FFF2-40B4-BE49-F238E27FC236}">
                <a16:creationId xmlns:a16="http://schemas.microsoft.com/office/drawing/2014/main" id="{48F71CDA-982A-476F-ADB7-47031714FD6F}"/>
              </a:ext>
            </a:extLst>
          </p:cNvPr>
          <p:cNvSpPr>
            <a:spLocks noGrp="1"/>
          </p:cNvSpPr>
          <p:nvPr>
            <p:ph type="ftr" sz="quarter" idx="17"/>
          </p:nvPr>
        </p:nvSpPr>
        <p:spPr/>
        <p:txBody>
          <a:bodyPr/>
          <a:lstStyle/>
          <a:p>
            <a:r>
              <a:rPr lang="en-US"/>
              <a:t>Copyright © 2025, Oracle and/or its affiliates |  Confidential: Internal/Restricted/Highly Restricted</a:t>
            </a:r>
            <a:endParaRPr lang="en-US" dirty="0"/>
          </a:p>
        </p:txBody>
      </p:sp>
      <p:sp>
        <p:nvSpPr>
          <p:cNvPr id="4" name="Date Placeholder 3">
            <a:extLst>
              <a:ext uri="{FF2B5EF4-FFF2-40B4-BE49-F238E27FC236}">
                <a16:creationId xmlns:a16="http://schemas.microsoft.com/office/drawing/2014/main" id="{4B5A409C-CB05-4133-9F5F-1D2097DE34E0}"/>
              </a:ext>
            </a:extLst>
          </p:cNvPr>
          <p:cNvSpPr>
            <a:spLocks noGrp="1"/>
          </p:cNvSpPr>
          <p:nvPr>
            <p:ph type="dt" sz="half" idx="16"/>
          </p:nvPr>
        </p:nvSpPr>
        <p:spPr/>
        <p:txBody>
          <a:bodyPr/>
          <a:lstStyle/>
          <a:p>
            <a:r>
              <a:rPr lang="en-US"/>
              <a:t>[Date]</a:t>
            </a:r>
            <a:endParaRPr lang="en-US" dirty="0"/>
          </a:p>
        </p:txBody>
      </p:sp>
      <p:sp>
        <p:nvSpPr>
          <p:cNvPr id="2" name="Content">
            <a:extLst>
              <a:ext uri="{FF2B5EF4-FFF2-40B4-BE49-F238E27FC236}">
                <a16:creationId xmlns:a16="http://schemas.microsoft.com/office/drawing/2014/main" id="{002F888E-0FBB-6617-9462-4201B11F2A44}"/>
              </a:ext>
            </a:extLst>
          </p:cNvPr>
          <p:cNvSpPr>
            <a:spLocks noGrp="1"/>
          </p:cNvSpPr>
          <p:nvPr>
            <p:ph sz="quarter" idx="14"/>
          </p:nvPr>
        </p:nvSpPr>
        <p:spPr>
          <a:xfrm>
            <a:off x="575072" y="1200149"/>
            <a:ext cx="3813048" cy="338099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Content">
            <a:extLst>
              <a:ext uri="{FF2B5EF4-FFF2-40B4-BE49-F238E27FC236}">
                <a16:creationId xmlns:a16="http://schemas.microsoft.com/office/drawing/2014/main" id="{4F57E862-706F-9432-1E5B-C66745958B78}"/>
              </a:ext>
            </a:extLst>
          </p:cNvPr>
          <p:cNvSpPr>
            <a:spLocks noGrp="1"/>
          </p:cNvSpPr>
          <p:nvPr>
            <p:ph sz="quarter" idx="19"/>
          </p:nvPr>
        </p:nvSpPr>
        <p:spPr>
          <a:xfrm>
            <a:off x="4777738" y="1200165"/>
            <a:ext cx="3813048" cy="338099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622122060"/>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Dark - Title 2 Column">
    <p:bg>
      <p:bgRef idx="1001">
        <a:schemeClr val="bg1"/>
      </p:bgRef>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F59826-0B3C-4973-B5FA-B18F68758F38}"/>
              </a:ext>
            </a:extLst>
          </p:cNvPr>
          <p:cNvSpPr>
            <a:spLocks noGrp="1"/>
          </p:cNvSpPr>
          <p:nvPr>
            <p:ph type="title" hasCustomPrompt="1"/>
          </p:nvPr>
        </p:nvSpPr>
        <p:spPr/>
        <p:txBody>
          <a:bodyPr/>
          <a:lstStyle>
            <a:lvl1pPr>
              <a:defRPr b="1" i="0">
                <a:latin typeface="Oracle Sans Tab" panose="020B0503020204020204" pitchFamily="34" charset="0"/>
                <a:cs typeface="Oracle Sans Tab" panose="020B0503020204020204" pitchFamily="34" charset="0"/>
              </a:defRPr>
            </a:lvl1pPr>
          </a:lstStyle>
          <a:p>
            <a:r>
              <a:rPr lang="en-US" dirty="0"/>
              <a:t>Title</a:t>
            </a:r>
          </a:p>
        </p:txBody>
      </p:sp>
      <p:cxnSp>
        <p:nvCxnSpPr>
          <p:cNvPr id="15" name="Column Divider">
            <a:extLst>
              <a:ext uri="{FF2B5EF4-FFF2-40B4-BE49-F238E27FC236}">
                <a16:creationId xmlns:a16="http://schemas.microsoft.com/office/drawing/2014/main" id="{C3377C95-3E35-473F-8E81-1FDFBEBC758A}"/>
              </a:ext>
              <a:ext uri="{C183D7F6-B498-43B3-948B-1728B52AA6E4}">
                <adec:decorative xmlns:adec="http://schemas.microsoft.com/office/drawing/2017/decorative" val="1"/>
              </a:ext>
            </a:extLst>
          </p:cNvPr>
          <p:cNvCxnSpPr>
            <a:cxnSpLocks/>
          </p:cNvCxnSpPr>
          <p:nvPr userDrawn="1"/>
        </p:nvCxnSpPr>
        <p:spPr>
          <a:xfrm>
            <a:off x="4582183" y="1206431"/>
            <a:ext cx="0" cy="3380994"/>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4" name="Content">
            <a:extLst>
              <a:ext uri="{FF2B5EF4-FFF2-40B4-BE49-F238E27FC236}">
                <a16:creationId xmlns:a16="http://schemas.microsoft.com/office/drawing/2014/main" id="{FA05E257-5557-514A-2025-3EF63D1140D3}"/>
              </a:ext>
            </a:extLst>
          </p:cNvPr>
          <p:cNvSpPr>
            <a:spLocks noGrp="1"/>
          </p:cNvSpPr>
          <p:nvPr>
            <p:ph sz="quarter" idx="14"/>
          </p:nvPr>
        </p:nvSpPr>
        <p:spPr>
          <a:xfrm>
            <a:off x="575072" y="1200149"/>
            <a:ext cx="3813048" cy="33809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Content">
            <a:extLst>
              <a:ext uri="{FF2B5EF4-FFF2-40B4-BE49-F238E27FC236}">
                <a16:creationId xmlns:a16="http://schemas.microsoft.com/office/drawing/2014/main" id="{1A8D2713-0A2C-B9EC-921A-E43EBB54D7F1}"/>
              </a:ext>
            </a:extLst>
          </p:cNvPr>
          <p:cNvSpPr>
            <a:spLocks noGrp="1"/>
          </p:cNvSpPr>
          <p:nvPr>
            <p:ph sz="quarter" idx="19"/>
          </p:nvPr>
        </p:nvSpPr>
        <p:spPr>
          <a:xfrm>
            <a:off x="4777738" y="1200165"/>
            <a:ext cx="3813048" cy="33809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Slide Number Placeholder 7">
            <a:extLst>
              <a:ext uri="{FF2B5EF4-FFF2-40B4-BE49-F238E27FC236}">
                <a16:creationId xmlns:a16="http://schemas.microsoft.com/office/drawing/2014/main" id="{7F0F3812-0E62-2E09-C9AB-79F13108F9A8}"/>
              </a:ext>
            </a:extLst>
          </p:cNvPr>
          <p:cNvSpPr>
            <a:spLocks noGrp="1"/>
          </p:cNvSpPr>
          <p:nvPr>
            <p:ph type="sldNum" sz="quarter" idx="17"/>
          </p:nvPr>
        </p:nvSpPr>
        <p:spPr>
          <a:xfrm>
            <a:off x="571500" y="4817745"/>
            <a:ext cx="274320" cy="27432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5" name="Footer Placeholder 6">
            <a:extLst>
              <a:ext uri="{FF2B5EF4-FFF2-40B4-BE49-F238E27FC236}">
                <a16:creationId xmlns:a16="http://schemas.microsoft.com/office/drawing/2014/main" id="{4D96D9B3-827E-BCDB-1DEF-84EB5E7E90C2}"/>
              </a:ext>
            </a:extLst>
          </p:cNvPr>
          <p:cNvSpPr>
            <a:spLocks noGrp="1"/>
          </p:cNvSpPr>
          <p:nvPr>
            <p:ph type="ftr" sz="quarter" idx="16"/>
          </p:nvPr>
        </p:nvSpPr>
        <p:spPr>
          <a:xfrm>
            <a:off x="845820" y="4817984"/>
            <a:ext cx="4309034" cy="273844"/>
          </a:xfrm>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7" name="Date Placeholder 4">
            <a:extLst>
              <a:ext uri="{FF2B5EF4-FFF2-40B4-BE49-F238E27FC236}">
                <a16:creationId xmlns:a16="http://schemas.microsoft.com/office/drawing/2014/main" id="{6FBD1657-DE16-5859-6047-8B20D7971D48}"/>
              </a:ext>
            </a:extLst>
          </p:cNvPr>
          <p:cNvSpPr>
            <a:spLocks noGrp="1"/>
          </p:cNvSpPr>
          <p:nvPr>
            <p:ph type="dt" sz="half" idx="15"/>
          </p:nvPr>
        </p:nvSpPr>
        <p:spPr>
          <a:xfrm>
            <a:off x="5154854" y="4819203"/>
            <a:ext cx="2057400" cy="272625"/>
          </a:xfrm>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1624279585"/>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Light - Title/Subtitle 1 Colum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E4D9CD-CDC4-4642-8CDA-7351404FC2D2}"/>
              </a:ext>
            </a:extLst>
          </p:cNvPr>
          <p:cNvSpPr>
            <a:spLocks noGrp="1"/>
          </p:cNvSpPr>
          <p:nvPr>
            <p:ph type="title" hasCustomPrompt="1"/>
          </p:nvPr>
        </p:nvSpPr>
        <p:spPr/>
        <p:txBody>
          <a:bodyPr/>
          <a:lstStyle>
            <a:lvl1pPr>
              <a:defRPr b="1" i="0">
                <a:latin typeface="Oracle Sans Tab" panose="020B0503020204020204" pitchFamily="34" charset="0"/>
                <a:cs typeface="Oracle Sans Tab" panose="020B0503020204020204" pitchFamily="34" charset="0"/>
              </a:defRPr>
            </a:lvl1pPr>
          </a:lstStyle>
          <a:p>
            <a:r>
              <a:rPr lang="en-US" dirty="0"/>
              <a:t>Title</a:t>
            </a:r>
          </a:p>
        </p:txBody>
      </p:sp>
      <p:sp>
        <p:nvSpPr>
          <p:cNvPr id="8" name="Slide Number Placeholder 7">
            <a:extLst>
              <a:ext uri="{FF2B5EF4-FFF2-40B4-BE49-F238E27FC236}">
                <a16:creationId xmlns:a16="http://schemas.microsoft.com/office/drawing/2014/main" id="{7A59FA82-C146-45DF-AE7B-4B5698706BEA}"/>
              </a:ext>
            </a:extLst>
          </p:cNvPr>
          <p:cNvSpPr>
            <a:spLocks noGrp="1"/>
          </p:cNvSpPr>
          <p:nvPr>
            <p:ph type="sldNum" sz="quarter" idx="17"/>
          </p:nvPr>
        </p:nvSpPr>
        <p:spPr/>
        <p:txBody>
          <a:bodyPr/>
          <a:lstStyle>
            <a:lvl1pPr>
              <a:defRPr>
                <a:solidFill>
                  <a:srgbClr val="8B8580"/>
                </a:solidFill>
              </a:defRPr>
            </a:lvl1pPr>
          </a:lstStyle>
          <a:p>
            <a:fld id="{345D60D9-5372-5F40-9443-0F9AE5BDC3C8}" type="slidenum">
              <a:rPr lang="en-US" smtClean="0"/>
              <a:pPr/>
              <a:t>‹#›</a:t>
            </a:fld>
            <a:endParaRPr lang="en-US" dirty="0"/>
          </a:p>
        </p:txBody>
      </p:sp>
      <p:sp>
        <p:nvSpPr>
          <p:cNvPr id="7" name="Footer Placeholder 6">
            <a:extLst>
              <a:ext uri="{FF2B5EF4-FFF2-40B4-BE49-F238E27FC236}">
                <a16:creationId xmlns:a16="http://schemas.microsoft.com/office/drawing/2014/main" id="{E2CE12F3-375D-4B05-A71D-DA14DF8ADB8E}"/>
              </a:ext>
            </a:extLst>
          </p:cNvPr>
          <p:cNvSpPr>
            <a:spLocks noGrp="1"/>
          </p:cNvSpPr>
          <p:nvPr>
            <p:ph type="ftr" sz="quarter" idx="16"/>
          </p:nvPr>
        </p:nvSpPr>
        <p:spPr/>
        <p:txBody>
          <a:bodyPr/>
          <a:lstStyle>
            <a:lvl1pPr>
              <a:defRPr>
                <a:solidFill>
                  <a:srgbClr val="8B8580"/>
                </a:solidFill>
              </a:defRPr>
            </a:lvl1pPr>
          </a:lstStyle>
          <a:p>
            <a:r>
              <a:rPr lang="en-US"/>
              <a:t>Copyright © 2025, Oracle and/or its affiliates |  Confidential: Internal/Restricted/Highly Restricted</a:t>
            </a:r>
            <a:endParaRPr lang="en-US" dirty="0"/>
          </a:p>
        </p:txBody>
      </p:sp>
      <p:sp>
        <p:nvSpPr>
          <p:cNvPr id="5" name="Date Placeholder 4">
            <a:extLst>
              <a:ext uri="{FF2B5EF4-FFF2-40B4-BE49-F238E27FC236}">
                <a16:creationId xmlns:a16="http://schemas.microsoft.com/office/drawing/2014/main" id="{48C5C278-52DE-4C8A-933B-1109B3282E51}"/>
              </a:ext>
            </a:extLst>
          </p:cNvPr>
          <p:cNvSpPr>
            <a:spLocks noGrp="1"/>
          </p:cNvSpPr>
          <p:nvPr>
            <p:ph type="dt" sz="half" idx="15"/>
          </p:nvPr>
        </p:nvSpPr>
        <p:spPr/>
        <p:txBody>
          <a:bodyPr/>
          <a:lstStyle/>
          <a:p>
            <a:r>
              <a:rPr lang="en-US"/>
              <a:t>[Date]</a:t>
            </a:r>
            <a:endParaRPr lang="en-US" dirty="0"/>
          </a:p>
        </p:txBody>
      </p:sp>
      <p:sp>
        <p:nvSpPr>
          <p:cNvPr id="4" name="Subtitle">
            <a:extLst>
              <a:ext uri="{FF2B5EF4-FFF2-40B4-BE49-F238E27FC236}">
                <a16:creationId xmlns:a16="http://schemas.microsoft.com/office/drawing/2014/main" id="{04A3DC4D-863F-59EA-783E-AF49D784110E}"/>
              </a:ext>
            </a:extLst>
          </p:cNvPr>
          <p:cNvSpPr>
            <a:spLocks noGrp="1"/>
          </p:cNvSpPr>
          <p:nvPr>
            <p:ph type="body" sz="quarter" idx="11" hasCustomPrompt="1"/>
          </p:nvPr>
        </p:nvSpPr>
        <p:spPr>
          <a:xfrm>
            <a:off x="571500" y="768176"/>
            <a:ext cx="8003286" cy="247905"/>
          </a:xfrm>
          <a:prstGeom prst="rect">
            <a:avLst/>
          </a:prstGeom>
        </p:spPr>
        <p:txBody>
          <a:bodyPr lIns="0">
            <a:noAutofit/>
          </a:bodyPr>
          <a:lstStyle>
            <a:lvl1pPr marL="0" indent="0">
              <a:spcAft>
                <a:spcPts val="0"/>
              </a:spcAft>
              <a:buNone/>
              <a:defRPr sz="15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9" name="Content">
            <a:extLst>
              <a:ext uri="{FF2B5EF4-FFF2-40B4-BE49-F238E27FC236}">
                <a16:creationId xmlns:a16="http://schemas.microsoft.com/office/drawing/2014/main" id="{B95271D6-CF2C-D8C3-F7FB-D555FC2D9469}"/>
              </a:ext>
            </a:extLst>
          </p:cNvPr>
          <p:cNvSpPr>
            <a:spLocks noGrp="1"/>
          </p:cNvSpPr>
          <p:nvPr>
            <p:ph sz="quarter" idx="14"/>
          </p:nvPr>
        </p:nvSpPr>
        <p:spPr>
          <a:xfrm>
            <a:off x="575072" y="1200149"/>
            <a:ext cx="8003286" cy="33809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135752577"/>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Dark - Title/Subtitle 1 Colum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E68516-E3E0-4F22-9EB7-1A85E1D3B5A1}"/>
              </a:ext>
            </a:extLst>
          </p:cNvPr>
          <p:cNvSpPr>
            <a:spLocks noGrp="1"/>
          </p:cNvSpPr>
          <p:nvPr>
            <p:ph type="title" hasCustomPrompt="1"/>
          </p:nvPr>
        </p:nvSpPr>
        <p:spPr/>
        <p:txBody>
          <a:bodyPr/>
          <a:lstStyle>
            <a:lvl1pPr>
              <a:defRPr b="1" i="0">
                <a:latin typeface="Oracle Sans Tab" panose="020B0503020204020204" pitchFamily="34" charset="0"/>
                <a:cs typeface="Oracle Sans Tab" panose="020B0503020204020204" pitchFamily="34" charset="0"/>
              </a:defRPr>
            </a:lvl1pPr>
          </a:lstStyle>
          <a:p>
            <a:r>
              <a:rPr lang="en-US" dirty="0"/>
              <a:t>Title</a:t>
            </a:r>
          </a:p>
        </p:txBody>
      </p:sp>
      <p:sp>
        <p:nvSpPr>
          <p:cNvPr id="3" name="Subtitle">
            <a:extLst>
              <a:ext uri="{FF2B5EF4-FFF2-40B4-BE49-F238E27FC236}">
                <a16:creationId xmlns:a16="http://schemas.microsoft.com/office/drawing/2014/main" id="{46A3BF75-E03A-3149-A8B6-C22593F32B62}"/>
              </a:ext>
            </a:extLst>
          </p:cNvPr>
          <p:cNvSpPr>
            <a:spLocks noGrp="1"/>
          </p:cNvSpPr>
          <p:nvPr>
            <p:ph type="body" sz="quarter" idx="11" hasCustomPrompt="1"/>
          </p:nvPr>
        </p:nvSpPr>
        <p:spPr>
          <a:xfrm>
            <a:off x="575072" y="757428"/>
            <a:ext cx="8003286" cy="247905"/>
          </a:xfrm>
          <a:prstGeom prst="rect">
            <a:avLst/>
          </a:prstGeom>
        </p:spPr>
        <p:txBody>
          <a:bodyPr lIns="0">
            <a:noAutofit/>
          </a:bodyPr>
          <a:lstStyle>
            <a:lvl1pPr marL="0" indent="0">
              <a:spcAft>
                <a:spcPts val="0"/>
              </a:spcAft>
              <a:buNone/>
              <a:defRPr sz="15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6" name="Content">
            <a:extLst>
              <a:ext uri="{FF2B5EF4-FFF2-40B4-BE49-F238E27FC236}">
                <a16:creationId xmlns:a16="http://schemas.microsoft.com/office/drawing/2014/main" id="{238CEDEE-F37B-4496-9270-0479A31C9762}"/>
              </a:ext>
            </a:extLst>
          </p:cNvPr>
          <p:cNvSpPr>
            <a:spLocks noGrp="1"/>
          </p:cNvSpPr>
          <p:nvPr>
            <p:ph sz="quarter" idx="14"/>
          </p:nvPr>
        </p:nvSpPr>
        <p:spPr>
          <a:xfrm>
            <a:off x="575073" y="1200149"/>
            <a:ext cx="8003381" cy="33809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7">
            <a:extLst>
              <a:ext uri="{FF2B5EF4-FFF2-40B4-BE49-F238E27FC236}">
                <a16:creationId xmlns:a16="http://schemas.microsoft.com/office/drawing/2014/main" id="{657290E2-8EA8-4572-BB48-C18007201785}"/>
              </a:ext>
            </a:extLst>
          </p:cNvPr>
          <p:cNvSpPr>
            <a:spLocks noGrp="1"/>
          </p:cNvSpPr>
          <p:nvPr>
            <p:ph type="sldNum" sz="quarter" idx="17"/>
          </p:nvPr>
        </p:nvSpPr>
        <p:spPr/>
        <p:txBody>
          <a:bodyPr/>
          <a:lstStyle>
            <a:lvl1pPr>
              <a:defRPr>
                <a:solidFill>
                  <a:srgbClr val="AEA8A2"/>
                </a:solidFill>
              </a:defRPr>
            </a:lvl1pPr>
          </a:lstStyle>
          <a:p>
            <a:fld id="{345D60D9-5372-5F40-9443-0F9AE5BDC3C8}" type="slidenum">
              <a:rPr lang="en-US" smtClean="0"/>
              <a:pPr/>
              <a:t>‹#›</a:t>
            </a:fld>
            <a:endParaRPr lang="en-US" dirty="0"/>
          </a:p>
        </p:txBody>
      </p:sp>
      <p:sp>
        <p:nvSpPr>
          <p:cNvPr id="7" name="Footer Placeholder 6">
            <a:extLst>
              <a:ext uri="{FF2B5EF4-FFF2-40B4-BE49-F238E27FC236}">
                <a16:creationId xmlns:a16="http://schemas.microsoft.com/office/drawing/2014/main" id="{C1A7F3B8-F794-4AF5-B07B-32A3084A6AB2}"/>
              </a:ext>
            </a:extLst>
          </p:cNvPr>
          <p:cNvSpPr>
            <a:spLocks noGrp="1"/>
          </p:cNvSpPr>
          <p:nvPr>
            <p:ph type="ftr" sz="quarter" idx="16"/>
          </p:nvPr>
        </p:nvSpPr>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5" name="Date Placeholder 4">
            <a:extLst>
              <a:ext uri="{FF2B5EF4-FFF2-40B4-BE49-F238E27FC236}">
                <a16:creationId xmlns:a16="http://schemas.microsoft.com/office/drawing/2014/main" id="{7A72FE7D-30FF-45E2-9F8B-D073887C33E8}"/>
              </a:ext>
            </a:extLst>
          </p:cNvPr>
          <p:cNvSpPr>
            <a:spLocks noGrp="1"/>
          </p:cNvSpPr>
          <p:nvPr>
            <p:ph type="dt" sz="half" idx="15"/>
          </p:nvPr>
        </p:nvSpPr>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31317344"/>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Light - Quote with Picture">
    <p:bg>
      <p:bgRef idx="1001">
        <a:schemeClr val="bg2"/>
      </p:bgRef>
    </p:bg>
    <p:spTree>
      <p:nvGrpSpPr>
        <p:cNvPr id="1" name=""/>
        <p:cNvGrpSpPr/>
        <p:nvPr/>
      </p:nvGrpSpPr>
      <p:grpSpPr>
        <a:xfrm>
          <a:off x="0" y="0"/>
          <a:ext cx="0" cy="0"/>
          <a:chOff x="0" y="0"/>
          <a:chExt cx="0" cy="0"/>
        </a:xfrm>
      </p:grpSpPr>
      <p:sp>
        <p:nvSpPr>
          <p:cNvPr id="3" name="Quote">
            <a:extLst>
              <a:ext uri="{FF2B5EF4-FFF2-40B4-BE49-F238E27FC236}">
                <a16:creationId xmlns:a16="http://schemas.microsoft.com/office/drawing/2014/main" id="{A13E52A3-3B72-407D-BD94-ADB27B9FCE9C}"/>
              </a:ext>
            </a:extLst>
          </p:cNvPr>
          <p:cNvSpPr>
            <a:spLocks noGrp="1"/>
          </p:cNvSpPr>
          <p:nvPr>
            <p:ph type="title" hasCustomPrompt="1"/>
          </p:nvPr>
        </p:nvSpPr>
        <p:spPr>
          <a:xfrm>
            <a:off x="3915439" y="2172145"/>
            <a:ext cx="4664516" cy="1038746"/>
          </a:xfrm>
          <a:noFill/>
        </p:spPr>
        <p:txBody>
          <a:bodyPr vert="horz" wrap="square" lIns="0" tIns="0" rIns="0" bIns="0" rtlCol="0" anchor="b" anchorCtr="0">
            <a:spAutoFit/>
          </a:bodyPr>
          <a:lstStyle>
            <a:lvl1pPr marL="134541" indent="-134541">
              <a:lnSpc>
                <a:spcPct val="100000"/>
              </a:lnSpc>
              <a:tabLst/>
              <a:defRPr lang="en-US" sz="2250" b="0" i="0" dirty="0">
                <a:latin typeface="+mj-lt"/>
                <a:cs typeface="Oracle Sans Tab" panose="020B0503020204020204" pitchFamily="34" charset="0"/>
              </a:defRPr>
            </a:lvl1pPr>
          </a:lstStyle>
          <a:p>
            <a:pPr lvl="0"/>
            <a:r>
              <a:rPr lang="en-US" dirty="0"/>
              <a:t>“Click to type customer or</a:t>
            </a:r>
            <a:br>
              <a:rPr lang="en-US" dirty="0"/>
            </a:br>
            <a:r>
              <a:rPr lang="en-US" dirty="0"/>
              <a:t>partner quote surrounded</a:t>
            </a:r>
            <a:br>
              <a:rPr lang="en-US" dirty="0"/>
            </a:br>
            <a:r>
              <a:rPr lang="en-US" dirty="0"/>
              <a:t>by quotation marks.”</a:t>
            </a:r>
          </a:p>
        </p:txBody>
      </p:sp>
      <p:sp>
        <p:nvSpPr>
          <p:cNvPr id="13" name="Text Field">
            <a:extLst>
              <a:ext uri="{FF2B5EF4-FFF2-40B4-BE49-F238E27FC236}">
                <a16:creationId xmlns:a16="http://schemas.microsoft.com/office/drawing/2014/main" id="{04A571F4-71E4-264A-BBD5-0475995E681B}"/>
              </a:ext>
            </a:extLst>
          </p:cNvPr>
          <p:cNvSpPr>
            <a:spLocks noGrp="1"/>
          </p:cNvSpPr>
          <p:nvPr>
            <p:ph type="body" sz="quarter" idx="37" hasCustomPrompt="1"/>
          </p:nvPr>
        </p:nvSpPr>
        <p:spPr>
          <a:xfrm>
            <a:off x="4029633" y="3737352"/>
            <a:ext cx="4540972" cy="199718"/>
          </a:xfrm>
          <a:prstGeom prst="rect">
            <a:avLst/>
          </a:prstGeom>
        </p:spPr>
        <p:txBody>
          <a:bodyPr>
            <a:noAutofit/>
          </a:bodyPr>
          <a:lstStyle>
            <a:lvl1pPr>
              <a:defRPr b="1"/>
            </a:lvl1pPr>
          </a:lstStyle>
          <a:p>
            <a:pPr lvl="0"/>
            <a:r>
              <a:rPr lang="en-US" dirty="0"/>
              <a:t>Name of person quoted</a:t>
            </a:r>
          </a:p>
        </p:txBody>
      </p:sp>
      <p:sp>
        <p:nvSpPr>
          <p:cNvPr id="11" name="Text Field 2">
            <a:extLst>
              <a:ext uri="{FF2B5EF4-FFF2-40B4-BE49-F238E27FC236}">
                <a16:creationId xmlns:a16="http://schemas.microsoft.com/office/drawing/2014/main" id="{CBFB97F9-F988-C34C-8B6D-BB4A4D881736}"/>
              </a:ext>
            </a:extLst>
          </p:cNvPr>
          <p:cNvSpPr>
            <a:spLocks noGrp="1"/>
          </p:cNvSpPr>
          <p:nvPr>
            <p:ph type="body" sz="quarter" idx="36" hasCustomPrompt="1"/>
          </p:nvPr>
        </p:nvSpPr>
        <p:spPr>
          <a:xfrm>
            <a:off x="4029633" y="3990546"/>
            <a:ext cx="4540972" cy="589789"/>
          </a:xfrm>
          <a:prstGeom prst="rect">
            <a:avLst/>
          </a:prstGeom>
        </p:spPr>
        <p:txBody>
          <a:bodyPr>
            <a:noAutofit/>
          </a:bodyPr>
          <a:lstStyle>
            <a:lvl1pPr>
              <a:defRPr/>
            </a:lvl1pPr>
          </a:lstStyle>
          <a:p>
            <a:pPr lvl="0"/>
            <a:r>
              <a:rPr lang="en-US" dirty="0"/>
              <a:t>Additional information if needed</a:t>
            </a:r>
          </a:p>
        </p:txBody>
      </p:sp>
      <p:sp>
        <p:nvSpPr>
          <p:cNvPr id="2" name="Content Placeholder 2">
            <a:extLst>
              <a:ext uri="{FF2B5EF4-FFF2-40B4-BE49-F238E27FC236}">
                <a16:creationId xmlns:a16="http://schemas.microsoft.com/office/drawing/2014/main" id="{6190524B-9853-A3B5-6016-2D547D457D4C}"/>
              </a:ext>
            </a:extLst>
          </p:cNvPr>
          <p:cNvSpPr>
            <a:spLocks noGrp="1" noChangeAspect="1"/>
          </p:cNvSpPr>
          <p:nvPr>
            <p:ph sz="quarter" idx="47" hasCustomPrompt="1"/>
          </p:nvPr>
        </p:nvSpPr>
        <p:spPr>
          <a:xfrm>
            <a:off x="4029633" y="902554"/>
            <a:ext cx="1835688" cy="505307"/>
          </a:xfrm>
        </p:spPr>
        <p:txBody>
          <a:bodyPr/>
          <a:lstStyle>
            <a:lvl5pPr marL="548640" indent="0">
              <a:buNone/>
              <a:defRPr/>
            </a:lvl5pPr>
          </a:lstStyle>
          <a:p>
            <a:pPr lvl="0"/>
            <a:r>
              <a:rPr lang="en-US" dirty="0"/>
              <a:t>Click to add logo</a:t>
            </a:r>
          </a:p>
        </p:txBody>
      </p:sp>
      <p:sp>
        <p:nvSpPr>
          <p:cNvPr id="7" name="Picture Placeholder 6">
            <a:extLst>
              <a:ext uri="{FF2B5EF4-FFF2-40B4-BE49-F238E27FC236}">
                <a16:creationId xmlns:a16="http://schemas.microsoft.com/office/drawing/2014/main" id="{6145069B-D056-45AF-BC91-ABDBFD0C3D17}"/>
              </a:ext>
            </a:extLst>
          </p:cNvPr>
          <p:cNvSpPr>
            <a:spLocks noGrp="1"/>
          </p:cNvSpPr>
          <p:nvPr>
            <p:ph type="pic" sz="quarter" idx="42" hasCustomPrompt="1"/>
          </p:nvPr>
        </p:nvSpPr>
        <p:spPr>
          <a:xfrm>
            <a:off x="0" y="-2"/>
            <a:ext cx="3657600" cy="5143500"/>
          </a:xfrm>
        </p:spPr>
        <p:txBody>
          <a:bodyPr anchor="ctr" anchorCtr="1"/>
          <a:lstStyle>
            <a:lvl1pPr>
              <a:defRPr/>
            </a:lvl1pPr>
          </a:lstStyle>
          <a:p>
            <a:r>
              <a:rPr lang="en-US" dirty="0"/>
              <a:t>Click to add image</a:t>
            </a:r>
          </a:p>
        </p:txBody>
      </p:sp>
      <p:cxnSp>
        <p:nvCxnSpPr>
          <p:cNvPr id="6" name="Accent Mark">
            <a:extLst>
              <a:ext uri="{FF2B5EF4-FFF2-40B4-BE49-F238E27FC236}">
                <a16:creationId xmlns:a16="http://schemas.microsoft.com/office/drawing/2014/main" id="{364D363B-9D8A-8861-ACAD-1C4D7415A8BD}"/>
              </a:ext>
              <a:ext uri="{C183D7F6-B498-43B3-948B-1728B52AA6E4}">
                <adec:decorative xmlns:adec="http://schemas.microsoft.com/office/drawing/2017/decorative" val="1"/>
              </a:ext>
            </a:extLst>
          </p:cNvPr>
          <p:cNvCxnSpPr>
            <a:cxnSpLocks/>
          </p:cNvCxnSpPr>
          <p:nvPr userDrawn="1"/>
        </p:nvCxnSpPr>
        <p:spPr>
          <a:xfrm flipH="1">
            <a:off x="4016208" y="3492656"/>
            <a:ext cx="281178" cy="0"/>
          </a:xfrm>
          <a:prstGeom prst="line">
            <a:avLst/>
          </a:prstGeom>
          <a:ln w="38100" cap="flat">
            <a:solidFill>
              <a:srgbClr val="C74634"/>
            </a:solidFill>
            <a:prstDash val="solid"/>
          </a:ln>
        </p:spPr>
        <p:style>
          <a:lnRef idx="1">
            <a:schemeClr val="accent1"/>
          </a:lnRef>
          <a:fillRef idx="0">
            <a:schemeClr val="accent1"/>
          </a:fillRef>
          <a:effectRef idx="0">
            <a:schemeClr val="accent1"/>
          </a:effectRef>
          <a:fontRef idx="minor">
            <a:schemeClr val="tx1"/>
          </a:fontRef>
        </p:style>
      </p:cxnSp>
      <p:sp>
        <p:nvSpPr>
          <p:cNvPr id="9" name="Slide Number Placeholder 5">
            <a:extLst>
              <a:ext uri="{FF2B5EF4-FFF2-40B4-BE49-F238E27FC236}">
                <a16:creationId xmlns:a16="http://schemas.microsoft.com/office/drawing/2014/main" id="{6D383948-15D7-7125-EC6C-CB63EC77CA18}"/>
              </a:ext>
            </a:extLst>
          </p:cNvPr>
          <p:cNvSpPr>
            <a:spLocks noGrp="1"/>
          </p:cNvSpPr>
          <p:nvPr>
            <p:ph type="sldNum" sz="quarter" idx="40"/>
          </p:nvPr>
        </p:nvSpPr>
        <p:spPr>
          <a:xfrm>
            <a:off x="571500" y="4817745"/>
            <a:ext cx="274320" cy="274320"/>
          </a:xfrm>
        </p:spPr>
        <p:txBody>
          <a:bodyPr/>
          <a:lstStyle>
            <a:lvl1pPr>
              <a:defRPr>
                <a:solidFill>
                  <a:srgbClr val="8B8580"/>
                </a:solidFill>
              </a:defRPr>
            </a:lvl1pPr>
          </a:lstStyle>
          <a:p>
            <a:fld id="{345D60D9-5372-5F40-9443-0F9AE5BDC3C8}" type="slidenum">
              <a:rPr lang="en-US" smtClean="0"/>
              <a:pPr/>
              <a:t>‹#›</a:t>
            </a:fld>
            <a:endParaRPr lang="en-US" dirty="0"/>
          </a:p>
        </p:txBody>
      </p:sp>
      <p:sp>
        <p:nvSpPr>
          <p:cNvPr id="10" name="Footer Placeholder 4">
            <a:extLst>
              <a:ext uri="{FF2B5EF4-FFF2-40B4-BE49-F238E27FC236}">
                <a16:creationId xmlns:a16="http://schemas.microsoft.com/office/drawing/2014/main" id="{FD46CC1D-F4C5-32B1-5BBE-B6CFF28BAB96}"/>
              </a:ext>
            </a:extLst>
          </p:cNvPr>
          <p:cNvSpPr>
            <a:spLocks noGrp="1"/>
          </p:cNvSpPr>
          <p:nvPr>
            <p:ph type="ftr" sz="quarter" idx="39"/>
          </p:nvPr>
        </p:nvSpPr>
        <p:spPr>
          <a:xfrm>
            <a:off x="845820" y="4817984"/>
            <a:ext cx="4309034" cy="273844"/>
          </a:xfrm>
        </p:spPr>
        <p:txBody>
          <a:bodyPr/>
          <a:lstStyle>
            <a:lvl1pPr>
              <a:defRPr>
                <a:solidFill>
                  <a:srgbClr val="8B8580"/>
                </a:solidFill>
              </a:defRPr>
            </a:lvl1pPr>
          </a:lstStyle>
          <a:p>
            <a:r>
              <a:rPr lang="en-US"/>
              <a:t>Copyright © 2025, Oracle and/or its affiliates |  Confidential: Internal/Restricted/Highly Restricted</a:t>
            </a:r>
            <a:endParaRPr lang="en-US" dirty="0"/>
          </a:p>
        </p:txBody>
      </p:sp>
      <p:sp>
        <p:nvSpPr>
          <p:cNvPr id="12" name="Date Placeholder 3">
            <a:extLst>
              <a:ext uri="{FF2B5EF4-FFF2-40B4-BE49-F238E27FC236}">
                <a16:creationId xmlns:a16="http://schemas.microsoft.com/office/drawing/2014/main" id="{9D38F3F9-78BB-AD8B-F9E3-58010BFE256F}"/>
              </a:ext>
            </a:extLst>
          </p:cNvPr>
          <p:cNvSpPr>
            <a:spLocks noGrp="1"/>
          </p:cNvSpPr>
          <p:nvPr>
            <p:ph type="dt" sz="half" idx="38"/>
          </p:nvPr>
        </p:nvSpPr>
        <p:spPr>
          <a:xfrm>
            <a:off x="5154854" y="4819203"/>
            <a:ext cx="2057400" cy="272625"/>
          </a:xfrm>
        </p:spPr>
        <p:txBody>
          <a:bodyPr/>
          <a:lstStyle>
            <a:lvl1pPr>
              <a:defRPr>
                <a:solidFill>
                  <a:srgbClr val="8B8580"/>
                </a:solidFill>
              </a:defRPr>
            </a:lvl1pPr>
          </a:lstStyle>
          <a:p>
            <a:r>
              <a:rPr lang="en-US"/>
              <a:t>[Date]</a:t>
            </a:r>
            <a:endParaRPr lang="en-US" dirty="0"/>
          </a:p>
        </p:txBody>
      </p:sp>
    </p:spTree>
    <p:extLst>
      <p:ext uri="{BB962C8B-B14F-4D97-AF65-F5344CB8AC3E}">
        <p14:creationId xmlns:p14="http://schemas.microsoft.com/office/powerpoint/2010/main" val="2261359065"/>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Dark - Quote with Pictur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Quote">
            <a:extLst>
              <a:ext uri="{FF2B5EF4-FFF2-40B4-BE49-F238E27FC236}">
                <a16:creationId xmlns:a16="http://schemas.microsoft.com/office/drawing/2014/main" id="{04AE5B2A-AF85-83D6-EC24-EFCB6E567112}"/>
              </a:ext>
            </a:extLst>
          </p:cNvPr>
          <p:cNvSpPr>
            <a:spLocks noGrp="1"/>
          </p:cNvSpPr>
          <p:nvPr>
            <p:ph type="title" hasCustomPrompt="1"/>
          </p:nvPr>
        </p:nvSpPr>
        <p:spPr>
          <a:xfrm>
            <a:off x="3915439" y="2172145"/>
            <a:ext cx="4664516" cy="1038746"/>
          </a:xfrm>
          <a:noFill/>
        </p:spPr>
        <p:txBody>
          <a:bodyPr vert="horz" wrap="square" lIns="0" tIns="0" rIns="0" bIns="0" rtlCol="0" anchor="b" anchorCtr="0">
            <a:spAutoFit/>
          </a:bodyPr>
          <a:lstStyle>
            <a:lvl1pPr marL="134541" indent="-134541">
              <a:lnSpc>
                <a:spcPct val="100000"/>
              </a:lnSpc>
              <a:tabLst/>
              <a:defRPr lang="en-US" sz="2250" b="0" i="0" dirty="0">
                <a:latin typeface="+mj-lt"/>
                <a:cs typeface="Oracle Sans Tab" panose="020B0503020204020204" pitchFamily="34" charset="0"/>
              </a:defRPr>
            </a:lvl1pPr>
          </a:lstStyle>
          <a:p>
            <a:pPr lvl="0"/>
            <a:r>
              <a:rPr lang="en-US" dirty="0"/>
              <a:t>“Click to type customer or</a:t>
            </a:r>
            <a:br>
              <a:rPr lang="en-US" dirty="0"/>
            </a:br>
            <a:r>
              <a:rPr lang="en-US" dirty="0"/>
              <a:t>partner quote surrounded</a:t>
            </a:r>
            <a:br>
              <a:rPr lang="en-US" dirty="0"/>
            </a:br>
            <a:r>
              <a:rPr lang="en-US" dirty="0"/>
              <a:t>by quotation marks.”</a:t>
            </a:r>
          </a:p>
        </p:txBody>
      </p:sp>
      <p:sp>
        <p:nvSpPr>
          <p:cNvPr id="13" name="Text Field">
            <a:extLst>
              <a:ext uri="{FF2B5EF4-FFF2-40B4-BE49-F238E27FC236}">
                <a16:creationId xmlns:a16="http://schemas.microsoft.com/office/drawing/2014/main" id="{04A571F4-71E4-264A-BBD5-0475995E681B}"/>
              </a:ext>
            </a:extLst>
          </p:cNvPr>
          <p:cNvSpPr>
            <a:spLocks noGrp="1"/>
          </p:cNvSpPr>
          <p:nvPr>
            <p:ph type="body" sz="quarter" idx="37" hasCustomPrompt="1"/>
          </p:nvPr>
        </p:nvSpPr>
        <p:spPr>
          <a:xfrm>
            <a:off x="4039362" y="3737352"/>
            <a:ext cx="4538454" cy="199718"/>
          </a:xfrm>
          <a:prstGeom prst="rect">
            <a:avLst/>
          </a:prstGeom>
        </p:spPr>
        <p:txBody>
          <a:bodyPr>
            <a:noAutofit/>
          </a:bodyPr>
          <a:lstStyle>
            <a:lvl1pPr>
              <a:defRPr b="1"/>
            </a:lvl1pPr>
          </a:lstStyle>
          <a:p>
            <a:pPr lvl="0"/>
            <a:r>
              <a:rPr lang="en-US" dirty="0"/>
              <a:t>Name of person quoted</a:t>
            </a:r>
          </a:p>
        </p:txBody>
      </p:sp>
      <p:sp>
        <p:nvSpPr>
          <p:cNvPr id="11" name="Text Field 2">
            <a:extLst>
              <a:ext uri="{FF2B5EF4-FFF2-40B4-BE49-F238E27FC236}">
                <a16:creationId xmlns:a16="http://schemas.microsoft.com/office/drawing/2014/main" id="{CBFB97F9-F988-C34C-8B6D-BB4A4D881736}"/>
              </a:ext>
            </a:extLst>
          </p:cNvPr>
          <p:cNvSpPr>
            <a:spLocks noGrp="1"/>
          </p:cNvSpPr>
          <p:nvPr>
            <p:ph type="body" sz="quarter" idx="36" hasCustomPrompt="1"/>
          </p:nvPr>
        </p:nvSpPr>
        <p:spPr>
          <a:xfrm>
            <a:off x="4039362" y="3990546"/>
            <a:ext cx="4538454" cy="589789"/>
          </a:xfrm>
          <a:prstGeom prst="rect">
            <a:avLst/>
          </a:prstGeom>
        </p:spPr>
        <p:txBody>
          <a:bodyPr>
            <a:noAutofit/>
          </a:bodyPr>
          <a:lstStyle>
            <a:lvl1pPr>
              <a:defRPr/>
            </a:lvl1pPr>
          </a:lstStyle>
          <a:p>
            <a:pPr lvl="0"/>
            <a:r>
              <a:rPr lang="en-US" dirty="0"/>
              <a:t>Additional information if needed</a:t>
            </a:r>
          </a:p>
        </p:txBody>
      </p:sp>
      <p:sp>
        <p:nvSpPr>
          <p:cNvPr id="2" name="Content Placeholder 2">
            <a:extLst>
              <a:ext uri="{FF2B5EF4-FFF2-40B4-BE49-F238E27FC236}">
                <a16:creationId xmlns:a16="http://schemas.microsoft.com/office/drawing/2014/main" id="{3CB52BCF-4E23-BA44-5C50-AFEA7DFA337E}"/>
              </a:ext>
            </a:extLst>
          </p:cNvPr>
          <p:cNvSpPr>
            <a:spLocks noGrp="1" noChangeAspect="1"/>
          </p:cNvSpPr>
          <p:nvPr>
            <p:ph sz="quarter" idx="47" hasCustomPrompt="1"/>
          </p:nvPr>
        </p:nvSpPr>
        <p:spPr>
          <a:xfrm>
            <a:off x="4029633" y="902554"/>
            <a:ext cx="1835688" cy="505307"/>
          </a:xfrm>
        </p:spPr>
        <p:txBody>
          <a:bodyPr/>
          <a:lstStyle>
            <a:lvl5pPr marL="548640" indent="0">
              <a:buNone/>
              <a:defRPr/>
            </a:lvl5pPr>
          </a:lstStyle>
          <a:p>
            <a:pPr lvl="0"/>
            <a:r>
              <a:rPr lang="en-US" dirty="0"/>
              <a:t>Click to add logo</a:t>
            </a:r>
          </a:p>
        </p:txBody>
      </p:sp>
      <p:sp>
        <p:nvSpPr>
          <p:cNvPr id="5" name="Picture Placeholder 4">
            <a:extLst>
              <a:ext uri="{FF2B5EF4-FFF2-40B4-BE49-F238E27FC236}">
                <a16:creationId xmlns:a16="http://schemas.microsoft.com/office/drawing/2014/main" id="{EF3D1FF3-649D-46E2-9FDF-D1A77643F22A}"/>
              </a:ext>
            </a:extLst>
          </p:cNvPr>
          <p:cNvSpPr>
            <a:spLocks noGrp="1"/>
          </p:cNvSpPr>
          <p:nvPr>
            <p:ph type="pic" sz="quarter" idx="42" hasCustomPrompt="1"/>
          </p:nvPr>
        </p:nvSpPr>
        <p:spPr>
          <a:xfrm>
            <a:off x="0" y="0"/>
            <a:ext cx="3657600" cy="5143500"/>
          </a:xfrm>
        </p:spPr>
        <p:txBody>
          <a:bodyPr anchor="ctr" anchorCtr="1"/>
          <a:lstStyle>
            <a:lvl1pPr marL="0" marR="0" indent="0" algn="l" defTabSz="685800" rtl="0" eaLnBrk="1" fontAlgn="auto" latinLnBrk="0" hangingPunct="1">
              <a:lnSpc>
                <a:spcPct val="95000"/>
              </a:lnSpc>
              <a:spcBef>
                <a:spcPts val="450"/>
              </a:spcBef>
              <a:spcAft>
                <a:spcPts val="0"/>
              </a:spcAft>
              <a:buClrTx/>
              <a:buSzTx/>
              <a:buFont typeface="System Font Regular"/>
              <a:buNone/>
              <a:tabLst/>
              <a:defRPr/>
            </a:lvl1pPr>
          </a:lstStyle>
          <a:p>
            <a:pPr marL="0" marR="0" lvl="0" indent="0" algn="l" defTabSz="685800" rtl="0" eaLnBrk="1" fontAlgn="auto" latinLnBrk="0" hangingPunct="1">
              <a:lnSpc>
                <a:spcPct val="95000"/>
              </a:lnSpc>
              <a:spcBef>
                <a:spcPts val="450"/>
              </a:spcBef>
              <a:spcAft>
                <a:spcPts val="0"/>
              </a:spcAft>
              <a:buClrTx/>
              <a:buSzTx/>
              <a:buFont typeface="System Font Regular"/>
              <a:buNone/>
              <a:tabLst/>
              <a:defRPr/>
            </a:pPr>
            <a:r>
              <a:rPr lang="en-US" dirty="0"/>
              <a:t>Click to add image</a:t>
            </a:r>
          </a:p>
        </p:txBody>
      </p:sp>
      <p:cxnSp>
        <p:nvCxnSpPr>
          <p:cNvPr id="3" name="Accent Mark">
            <a:extLst>
              <a:ext uri="{FF2B5EF4-FFF2-40B4-BE49-F238E27FC236}">
                <a16:creationId xmlns:a16="http://schemas.microsoft.com/office/drawing/2014/main" id="{FE8FBA6F-7322-C593-B2EC-4BE9A2DACF58}"/>
              </a:ext>
              <a:ext uri="{C183D7F6-B498-43B3-948B-1728B52AA6E4}">
                <adec:decorative xmlns:adec="http://schemas.microsoft.com/office/drawing/2017/decorative" val="1"/>
              </a:ext>
            </a:extLst>
          </p:cNvPr>
          <p:cNvCxnSpPr>
            <a:cxnSpLocks/>
          </p:cNvCxnSpPr>
          <p:nvPr userDrawn="1"/>
        </p:nvCxnSpPr>
        <p:spPr>
          <a:xfrm flipH="1">
            <a:off x="4016208" y="3492656"/>
            <a:ext cx="281178" cy="0"/>
          </a:xfrm>
          <a:prstGeom prst="line">
            <a:avLst/>
          </a:prstGeom>
          <a:ln w="38100" cap="flat">
            <a:solidFill>
              <a:srgbClr val="F0CC71"/>
            </a:solidFill>
            <a:prstDash val="solid"/>
          </a:ln>
        </p:spPr>
        <p:style>
          <a:lnRef idx="1">
            <a:schemeClr val="accent1"/>
          </a:lnRef>
          <a:fillRef idx="0">
            <a:schemeClr val="accent1"/>
          </a:fillRef>
          <a:effectRef idx="0">
            <a:schemeClr val="accent1"/>
          </a:effectRef>
          <a:fontRef idx="minor">
            <a:schemeClr val="tx1"/>
          </a:fontRef>
        </p:style>
      </p:cxnSp>
      <p:sp>
        <p:nvSpPr>
          <p:cNvPr id="8" name="Slide Number Placeholder 7">
            <a:extLst>
              <a:ext uri="{FF2B5EF4-FFF2-40B4-BE49-F238E27FC236}">
                <a16:creationId xmlns:a16="http://schemas.microsoft.com/office/drawing/2014/main" id="{74012F76-56F8-02E5-D4BF-72EE9E58CDB6}"/>
              </a:ext>
            </a:extLst>
          </p:cNvPr>
          <p:cNvSpPr>
            <a:spLocks noGrp="1"/>
          </p:cNvSpPr>
          <p:nvPr>
            <p:ph type="sldNum" sz="quarter" idx="17"/>
          </p:nvPr>
        </p:nvSpPr>
        <p:spPr>
          <a:xfrm>
            <a:off x="571500" y="4817745"/>
            <a:ext cx="274320" cy="27432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9" name="Footer Placeholder 6">
            <a:extLst>
              <a:ext uri="{FF2B5EF4-FFF2-40B4-BE49-F238E27FC236}">
                <a16:creationId xmlns:a16="http://schemas.microsoft.com/office/drawing/2014/main" id="{3DC697D7-91D3-03A4-C4DD-83F242623976}"/>
              </a:ext>
            </a:extLst>
          </p:cNvPr>
          <p:cNvSpPr>
            <a:spLocks noGrp="1"/>
          </p:cNvSpPr>
          <p:nvPr>
            <p:ph type="ftr" sz="quarter" idx="16"/>
          </p:nvPr>
        </p:nvSpPr>
        <p:spPr>
          <a:xfrm>
            <a:off x="845820" y="4817984"/>
            <a:ext cx="4309034" cy="273844"/>
          </a:xfrm>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12" name="Date Placeholder 4">
            <a:extLst>
              <a:ext uri="{FF2B5EF4-FFF2-40B4-BE49-F238E27FC236}">
                <a16:creationId xmlns:a16="http://schemas.microsoft.com/office/drawing/2014/main" id="{18E33BA5-8373-D6D1-7F87-133CF1849725}"/>
              </a:ext>
            </a:extLst>
          </p:cNvPr>
          <p:cNvSpPr>
            <a:spLocks noGrp="1"/>
          </p:cNvSpPr>
          <p:nvPr>
            <p:ph type="dt" sz="half" idx="15"/>
          </p:nvPr>
        </p:nvSpPr>
        <p:spPr>
          <a:xfrm>
            <a:off x="5154854" y="4819203"/>
            <a:ext cx="2057400" cy="272625"/>
          </a:xfrm>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954520872"/>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ontent + Illustration_Light">
    <p:bg>
      <p:bgRef idx="1001">
        <a:schemeClr val="bg2"/>
      </p:bgRef>
    </p:bg>
    <p:spTree>
      <p:nvGrpSpPr>
        <p:cNvPr id="1" name=""/>
        <p:cNvGrpSpPr/>
        <p:nvPr/>
      </p:nvGrpSpPr>
      <p:grpSpPr>
        <a:xfrm>
          <a:off x="0" y="0"/>
          <a:ext cx="0" cy="0"/>
          <a:chOff x="0" y="0"/>
          <a:chExt cx="0" cy="0"/>
        </a:xfrm>
      </p:grpSpPr>
      <p:sp>
        <p:nvSpPr>
          <p:cNvPr id="18" name="Picture Placeholder 17">
            <a:extLst>
              <a:ext uri="{FF2B5EF4-FFF2-40B4-BE49-F238E27FC236}">
                <a16:creationId xmlns:a16="http://schemas.microsoft.com/office/drawing/2014/main" id="{BB55E146-CDC2-714E-AEDA-21D37E508E28}"/>
              </a:ext>
            </a:extLst>
          </p:cNvPr>
          <p:cNvSpPr>
            <a:spLocks noGrp="1"/>
          </p:cNvSpPr>
          <p:nvPr>
            <p:ph type="pic" sz="quarter" idx="11" hasCustomPrompt="1"/>
          </p:nvPr>
        </p:nvSpPr>
        <p:spPr>
          <a:xfrm>
            <a:off x="4572000" y="0"/>
            <a:ext cx="4572000" cy="5143500"/>
          </a:xfrm>
          <a:solidFill>
            <a:schemeClr val="bg1"/>
          </a:solidFill>
        </p:spPr>
        <p:txBody>
          <a:bodyPr lIns="72000" tIns="72000" rIns="0"/>
          <a:lstStyle>
            <a:lvl1pPr algn="ctr">
              <a:defRPr sz="1050" b="0" i="0">
                <a:solidFill>
                  <a:schemeClr val="tx1"/>
                </a:solidFill>
                <a:latin typeface="Oracle Sans Light" panose="020B0403020204020204" pitchFamily="34" charset="0"/>
                <a:cs typeface="Oracle Sans Light" panose="020B0403020204020204" pitchFamily="34" charset="0"/>
              </a:defRPr>
            </a:lvl1pPr>
          </a:lstStyle>
          <a:p>
            <a:r>
              <a:rPr lang="en-US" dirty="0"/>
              <a:t>Click icon to add illustration</a:t>
            </a:r>
          </a:p>
        </p:txBody>
      </p:sp>
      <p:sp>
        <p:nvSpPr>
          <p:cNvPr id="23" name="Title 1">
            <a:extLst>
              <a:ext uri="{FF2B5EF4-FFF2-40B4-BE49-F238E27FC236}">
                <a16:creationId xmlns:a16="http://schemas.microsoft.com/office/drawing/2014/main" id="{8A0A7166-96D6-457B-8CE6-21491B0153C5}"/>
              </a:ext>
            </a:extLst>
          </p:cNvPr>
          <p:cNvSpPr>
            <a:spLocks noGrp="1"/>
          </p:cNvSpPr>
          <p:nvPr>
            <p:ph type="title" hasCustomPrompt="1"/>
          </p:nvPr>
        </p:nvSpPr>
        <p:spPr>
          <a:xfrm>
            <a:off x="576656" y="136802"/>
            <a:ext cx="3568851" cy="617220"/>
          </a:xfrm>
        </p:spPr>
        <p:txBody>
          <a:bodyPr/>
          <a:lstStyle>
            <a:lvl1pPr>
              <a:defRPr b="1" i="0">
                <a:latin typeface="Oracle Sans Tab" panose="020B0503020204020204" pitchFamily="34" charset="0"/>
                <a:cs typeface="Oracle Sans Tab" panose="020B0503020204020204" pitchFamily="34" charset="0"/>
              </a:defRPr>
            </a:lvl1pPr>
          </a:lstStyle>
          <a:p>
            <a:r>
              <a:rPr lang="en-US" dirty="0"/>
              <a:t>Title</a:t>
            </a:r>
          </a:p>
        </p:txBody>
      </p:sp>
      <p:sp>
        <p:nvSpPr>
          <p:cNvPr id="20" name="Text Placeholder 21">
            <a:extLst>
              <a:ext uri="{FF2B5EF4-FFF2-40B4-BE49-F238E27FC236}">
                <a16:creationId xmlns:a16="http://schemas.microsoft.com/office/drawing/2014/main" id="{5FFA19F3-F0DE-904F-A1EB-1E14E01C018F}"/>
              </a:ext>
            </a:extLst>
          </p:cNvPr>
          <p:cNvSpPr>
            <a:spLocks noGrp="1"/>
          </p:cNvSpPr>
          <p:nvPr>
            <p:ph type="body" sz="quarter" idx="35" hasCustomPrompt="1"/>
          </p:nvPr>
        </p:nvSpPr>
        <p:spPr>
          <a:xfrm>
            <a:off x="553590" y="1303021"/>
            <a:ext cx="3571898" cy="540680"/>
          </a:xfrm>
          <a:prstGeom prst="rect">
            <a:avLst/>
          </a:prstGeom>
        </p:spPr>
        <p:txBody>
          <a:bodyPr lIns="0" tIns="0" rIns="0" bIns="0"/>
          <a:lstStyle>
            <a:lvl1pPr algn="l">
              <a:lnSpc>
                <a:spcPts val="1410"/>
              </a:lnSpc>
              <a:defRPr sz="1050" b="1" i="0">
                <a:solidFill>
                  <a:schemeClr val="tx1"/>
                </a:solidFill>
                <a:latin typeface="Oracle Sans" panose="020B0503020204020204" pitchFamily="34" charset="0"/>
                <a:cs typeface="Oracle Sans" panose="020B05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r>
              <a:rPr lang="en-IN" dirty="0"/>
              <a:t>, </a:t>
            </a:r>
            <a:r>
              <a:rPr lang="en-IN" dirty="0" err="1"/>
              <a:t>sed</a:t>
            </a:r>
            <a:r>
              <a:rPr lang="en-IN" dirty="0"/>
              <a:t> do </a:t>
            </a:r>
            <a:r>
              <a:rPr lang="en-IN" dirty="0" err="1"/>
              <a:t>eiusmod</a:t>
            </a:r>
            <a:r>
              <a:rPr lang="en-IN" dirty="0"/>
              <a:t> </a:t>
            </a:r>
            <a:r>
              <a:rPr lang="en-IN" dirty="0" err="1"/>
              <a:t>tempor</a:t>
            </a:r>
            <a:r>
              <a:rPr lang="en-IN" dirty="0"/>
              <a:t> </a:t>
            </a:r>
            <a:r>
              <a:rPr lang="en-IN" dirty="0" err="1"/>
              <a:t>incididunt</a:t>
            </a:r>
            <a:r>
              <a:rPr lang="en-IN" dirty="0"/>
              <a:t> </a:t>
            </a:r>
            <a:r>
              <a:rPr lang="en-IN" dirty="0" err="1"/>
              <a:t>ut</a:t>
            </a:r>
            <a:r>
              <a:rPr lang="en-IN" dirty="0"/>
              <a:t> </a:t>
            </a:r>
            <a:r>
              <a:rPr lang="en-IN" dirty="0" err="1"/>
              <a:t>labore</a:t>
            </a:r>
            <a:r>
              <a:rPr lang="en-IN" dirty="0"/>
              <a:t> et dolore magna </a:t>
            </a:r>
            <a:r>
              <a:rPr lang="en-IN" dirty="0" err="1"/>
              <a:t>aliqua</a:t>
            </a:r>
            <a:r>
              <a:rPr lang="en-IN" dirty="0"/>
              <a:t>. Ut </a:t>
            </a:r>
            <a:r>
              <a:rPr lang="en-IN" dirty="0" err="1"/>
              <a:t>enim</a:t>
            </a:r>
            <a:r>
              <a:rPr lang="en-IN" dirty="0"/>
              <a:t> ad minim </a:t>
            </a:r>
            <a:r>
              <a:rPr lang="en-IN" dirty="0" err="1"/>
              <a:t>veniam</a:t>
            </a:r>
            <a:r>
              <a:rPr lang="en-IN" dirty="0"/>
              <a:t>, </a:t>
            </a:r>
            <a:r>
              <a:rPr lang="en-IN" dirty="0" err="1"/>
              <a:t>quis</a:t>
            </a:r>
            <a:r>
              <a:rPr lang="en-IN" dirty="0"/>
              <a:t> </a:t>
            </a:r>
            <a:r>
              <a:rPr lang="en-IN" dirty="0" err="1"/>
              <a:t>nostrud</a:t>
            </a:r>
            <a:r>
              <a:rPr lang="en-IN" dirty="0"/>
              <a:t>.</a:t>
            </a:r>
            <a:endParaRPr lang="en-US" dirty="0"/>
          </a:p>
        </p:txBody>
      </p:sp>
      <p:sp>
        <p:nvSpPr>
          <p:cNvPr id="26" name="Text Placeholder 21">
            <a:extLst>
              <a:ext uri="{FF2B5EF4-FFF2-40B4-BE49-F238E27FC236}">
                <a16:creationId xmlns:a16="http://schemas.microsoft.com/office/drawing/2014/main" id="{57757A24-B32C-B04D-9BA0-AD7C02A73754}"/>
              </a:ext>
            </a:extLst>
          </p:cNvPr>
          <p:cNvSpPr>
            <a:spLocks noGrp="1"/>
          </p:cNvSpPr>
          <p:nvPr>
            <p:ph type="body" sz="quarter" idx="32" hasCustomPrompt="1"/>
          </p:nvPr>
        </p:nvSpPr>
        <p:spPr>
          <a:xfrm>
            <a:off x="553590" y="2018033"/>
            <a:ext cx="3571899" cy="121859"/>
          </a:xfrm>
          <a:prstGeom prst="rect">
            <a:avLst/>
          </a:prstGeom>
        </p:spPr>
        <p:txBody>
          <a:bodyPr lIns="0" tIns="0" rIns="0" bIns="0"/>
          <a:lstStyle>
            <a:lvl1pPr marL="135731" indent="-135731" algn="l">
              <a:spcAft>
                <a:spcPts val="450"/>
              </a:spcAft>
              <a:buClr>
                <a:schemeClr val="tx1"/>
              </a:buClr>
              <a:buFont typeface="Arial" panose="020B0604020202020204" pitchFamily="34" charset="0"/>
              <a:buChar char="•"/>
              <a:tabLst/>
              <a:defRPr sz="1050" b="1" i="0">
                <a:solidFill>
                  <a:schemeClr val="tx1"/>
                </a:solidFill>
                <a:latin typeface="Oracle Sans" panose="020B0503020204020204" pitchFamily="34" charset="0"/>
                <a:cs typeface="Oracle Sans" panose="020B0503020204020204" pitchFamily="34" charset="0"/>
              </a:defRPr>
            </a:lvl1pPr>
          </a:lstStyle>
          <a:p>
            <a:pPr lvl="0"/>
            <a:r>
              <a:rPr lang="en-IN" dirty="0"/>
              <a:t>Subhead goes here.</a:t>
            </a:r>
            <a:endParaRPr lang="en-US" dirty="0"/>
          </a:p>
        </p:txBody>
      </p:sp>
      <p:sp>
        <p:nvSpPr>
          <p:cNvPr id="22" name="Text Placeholder 21">
            <a:extLst>
              <a:ext uri="{FF2B5EF4-FFF2-40B4-BE49-F238E27FC236}">
                <a16:creationId xmlns:a16="http://schemas.microsoft.com/office/drawing/2014/main" id="{DBAD9E94-7A74-A34C-A552-EE0B94D10A1D}"/>
              </a:ext>
            </a:extLst>
          </p:cNvPr>
          <p:cNvSpPr>
            <a:spLocks noGrp="1"/>
          </p:cNvSpPr>
          <p:nvPr>
            <p:ph type="body" sz="quarter" idx="31" hasCustomPrompt="1"/>
          </p:nvPr>
        </p:nvSpPr>
        <p:spPr>
          <a:xfrm>
            <a:off x="553590" y="2199483"/>
            <a:ext cx="3571898" cy="454976"/>
          </a:xfrm>
          <a:prstGeom prst="rect">
            <a:avLst/>
          </a:prstGeom>
        </p:spPr>
        <p:txBody>
          <a:bodyPr lIns="180000" tIns="0" rIns="0" bIns="0"/>
          <a:lstStyle>
            <a:lvl1pPr algn="l">
              <a:lnSpc>
                <a:spcPts val="1260"/>
              </a:lnSpc>
              <a:defRPr sz="900" b="0" i="0">
                <a:solidFill>
                  <a:schemeClr val="tx1"/>
                </a:solidFill>
                <a:latin typeface="Oracle Sans Light" panose="020B0403020204020204" pitchFamily="34" charset="0"/>
                <a:cs typeface="Oracle Sans Light" panose="020B04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r>
              <a:rPr lang="en-IN" dirty="0"/>
              <a:t>, </a:t>
            </a:r>
            <a:r>
              <a:rPr lang="en-IN" dirty="0" err="1"/>
              <a:t>sed</a:t>
            </a:r>
            <a:r>
              <a:rPr lang="en-IN" dirty="0"/>
              <a:t> do </a:t>
            </a:r>
            <a:r>
              <a:rPr lang="en-IN" dirty="0" err="1"/>
              <a:t>eiusmod</a:t>
            </a:r>
            <a:r>
              <a:rPr lang="en-IN" dirty="0"/>
              <a:t> </a:t>
            </a:r>
            <a:r>
              <a:rPr lang="en-IN" dirty="0" err="1"/>
              <a:t>tempor</a:t>
            </a:r>
            <a:r>
              <a:rPr lang="en-IN" dirty="0"/>
              <a:t> </a:t>
            </a:r>
            <a:r>
              <a:rPr lang="en-IN" dirty="0" err="1"/>
              <a:t>incididunt</a:t>
            </a:r>
            <a:r>
              <a:rPr lang="en-IN" dirty="0"/>
              <a:t> </a:t>
            </a:r>
            <a:r>
              <a:rPr lang="en-IN" dirty="0" err="1"/>
              <a:t>ut</a:t>
            </a:r>
            <a:r>
              <a:rPr lang="en-IN" dirty="0"/>
              <a:t> </a:t>
            </a:r>
            <a:r>
              <a:rPr lang="en-IN" dirty="0" err="1"/>
              <a:t>labore</a:t>
            </a:r>
            <a:r>
              <a:rPr lang="en-IN" dirty="0"/>
              <a:t> et dolore magna </a:t>
            </a:r>
            <a:r>
              <a:rPr lang="en-IN" dirty="0" err="1"/>
              <a:t>aliqua</a:t>
            </a:r>
            <a:r>
              <a:rPr lang="en-IN" dirty="0"/>
              <a:t>. Ut </a:t>
            </a:r>
            <a:r>
              <a:rPr lang="en-IN" dirty="0" err="1"/>
              <a:t>enim</a:t>
            </a:r>
            <a:r>
              <a:rPr lang="en-IN" dirty="0"/>
              <a:t> ad minim </a:t>
            </a:r>
            <a:r>
              <a:rPr lang="en-IN" dirty="0" err="1"/>
              <a:t>veniam</a:t>
            </a:r>
            <a:r>
              <a:rPr lang="en-IN" dirty="0"/>
              <a:t>, </a:t>
            </a:r>
            <a:r>
              <a:rPr lang="en-IN" dirty="0" err="1"/>
              <a:t>quis</a:t>
            </a:r>
            <a:r>
              <a:rPr lang="en-IN" dirty="0"/>
              <a:t> </a:t>
            </a:r>
            <a:r>
              <a:rPr lang="en-IN" dirty="0" err="1"/>
              <a:t>nostrud</a:t>
            </a:r>
            <a:r>
              <a:rPr lang="en-IN" dirty="0"/>
              <a:t>.</a:t>
            </a:r>
            <a:endParaRPr lang="en-US" dirty="0"/>
          </a:p>
        </p:txBody>
      </p:sp>
      <p:sp>
        <p:nvSpPr>
          <p:cNvPr id="27" name="Text Placeholder 21">
            <a:extLst>
              <a:ext uri="{FF2B5EF4-FFF2-40B4-BE49-F238E27FC236}">
                <a16:creationId xmlns:a16="http://schemas.microsoft.com/office/drawing/2014/main" id="{5E18D9EF-730F-E743-A97F-C6E404C510BC}"/>
              </a:ext>
            </a:extLst>
          </p:cNvPr>
          <p:cNvSpPr>
            <a:spLocks noGrp="1"/>
          </p:cNvSpPr>
          <p:nvPr>
            <p:ph type="body" sz="quarter" idx="38" hasCustomPrompt="1"/>
          </p:nvPr>
        </p:nvSpPr>
        <p:spPr>
          <a:xfrm>
            <a:off x="553590" y="2851417"/>
            <a:ext cx="3571899" cy="121859"/>
          </a:xfrm>
          <a:prstGeom prst="rect">
            <a:avLst/>
          </a:prstGeom>
        </p:spPr>
        <p:txBody>
          <a:bodyPr lIns="0" tIns="0" rIns="0" bIns="0"/>
          <a:lstStyle>
            <a:lvl1pPr marL="135731" indent="-135731" algn="l">
              <a:spcAft>
                <a:spcPts val="450"/>
              </a:spcAft>
              <a:buClr>
                <a:schemeClr val="tx1"/>
              </a:buClr>
              <a:buFont typeface="Arial" panose="020B0604020202020204" pitchFamily="34" charset="0"/>
              <a:buChar char="•"/>
              <a:tabLst/>
              <a:defRPr sz="1050" b="1" i="0">
                <a:solidFill>
                  <a:schemeClr val="tx1"/>
                </a:solidFill>
                <a:latin typeface="Oracle Sans" panose="020B0503020204020204" pitchFamily="34" charset="0"/>
                <a:cs typeface="Oracle Sans" panose="020B0503020204020204" pitchFamily="34" charset="0"/>
              </a:defRPr>
            </a:lvl1pPr>
          </a:lstStyle>
          <a:p>
            <a:pPr lvl="0"/>
            <a:r>
              <a:rPr lang="en-IN" dirty="0"/>
              <a:t>Subhead goes here.</a:t>
            </a:r>
            <a:endParaRPr lang="en-US" dirty="0"/>
          </a:p>
        </p:txBody>
      </p:sp>
      <p:sp>
        <p:nvSpPr>
          <p:cNvPr id="24" name="Text Placeholder 21">
            <a:extLst>
              <a:ext uri="{FF2B5EF4-FFF2-40B4-BE49-F238E27FC236}">
                <a16:creationId xmlns:a16="http://schemas.microsoft.com/office/drawing/2014/main" id="{9C359B9B-D2DA-FB4B-AAAD-6CFFD8E46CFA}"/>
              </a:ext>
            </a:extLst>
          </p:cNvPr>
          <p:cNvSpPr>
            <a:spLocks noGrp="1"/>
          </p:cNvSpPr>
          <p:nvPr>
            <p:ph type="body" sz="quarter" idx="36" hasCustomPrompt="1"/>
          </p:nvPr>
        </p:nvSpPr>
        <p:spPr>
          <a:xfrm>
            <a:off x="553590" y="3031208"/>
            <a:ext cx="3571898" cy="454976"/>
          </a:xfrm>
          <a:prstGeom prst="rect">
            <a:avLst/>
          </a:prstGeom>
        </p:spPr>
        <p:txBody>
          <a:bodyPr lIns="180000" tIns="0" rIns="0" bIns="0"/>
          <a:lstStyle>
            <a:lvl1pPr algn="l">
              <a:lnSpc>
                <a:spcPts val="1260"/>
              </a:lnSpc>
              <a:defRPr sz="900" b="0" i="0">
                <a:solidFill>
                  <a:schemeClr val="tx1"/>
                </a:solidFill>
                <a:latin typeface="Oracle Sans Light" panose="020B0403020204020204" pitchFamily="34" charset="0"/>
                <a:cs typeface="Oracle Sans Light" panose="020B04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r>
              <a:rPr lang="en-IN" dirty="0"/>
              <a:t>, </a:t>
            </a:r>
            <a:r>
              <a:rPr lang="en-IN" dirty="0" err="1"/>
              <a:t>sed</a:t>
            </a:r>
            <a:r>
              <a:rPr lang="en-IN" dirty="0"/>
              <a:t> do </a:t>
            </a:r>
            <a:r>
              <a:rPr lang="en-IN" dirty="0" err="1"/>
              <a:t>eiusmod</a:t>
            </a:r>
            <a:r>
              <a:rPr lang="en-IN" dirty="0"/>
              <a:t> </a:t>
            </a:r>
            <a:r>
              <a:rPr lang="en-IN" dirty="0" err="1"/>
              <a:t>tempor</a:t>
            </a:r>
            <a:r>
              <a:rPr lang="en-IN" dirty="0"/>
              <a:t> </a:t>
            </a:r>
            <a:r>
              <a:rPr lang="en-IN" dirty="0" err="1"/>
              <a:t>incididunt</a:t>
            </a:r>
            <a:r>
              <a:rPr lang="en-IN" dirty="0"/>
              <a:t> </a:t>
            </a:r>
            <a:r>
              <a:rPr lang="en-IN" dirty="0" err="1"/>
              <a:t>ut</a:t>
            </a:r>
            <a:r>
              <a:rPr lang="en-IN" dirty="0"/>
              <a:t> </a:t>
            </a:r>
            <a:r>
              <a:rPr lang="en-IN" dirty="0" err="1"/>
              <a:t>labore</a:t>
            </a:r>
            <a:r>
              <a:rPr lang="en-IN" dirty="0"/>
              <a:t> et dolore magna </a:t>
            </a:r>
            <a:r>
              <a:rPr lang="en-IN" dirty="0" err="1"/>
              <a:t>aliqua</a:t>
            </a:r>
            <a:r>
              <a:rPr lang="en-IN" dirty="0"/>
              <a:t>. Ut </a:t>
            </a:r>
            <a:r>
              <a:rPr lang="en-IN" dirty="0" err="1"/>
              <a:t>enim</a:t>
            </a:r>
            <a:r>
              <a:rPr lang="en-IN" dirty="0"/>
              <a:t> ad minim </a:t>
            </a:r>
            <a:r>
              <a:rPr lang="en-IN" dirty="0" err="1"/>
              <a:t>veniam</a:t>
            </a:r>
            <a:r>
              <a:rPr lang="en-IN" dirty="0"/>
              <a:t>, </a:t>
            </a:r>
            <a:r>
              <a:rPr lang="en-IN" dirty="0" err="1"/>
              <a:t>quis</a:t>
            </a:r>
            <a:r>
              <a:rPr lang="en-IN" dirty="0"/>
              <a:t> </a:t>
            </a:r>
            <a:r>
              <a:rPr lang="en-IN" dirty="0" err="1"/>
              <a:t>nostrud</a:t>
            </a:r>
            <a:r>
              <a:rPr lang="en-IN" dirty="0"/>
              <a:t>.</a:t>
            </a:r>
            <a:endParaRPr lang="en-US" dirty="0"/>
          </a:p>
        </p:txBody>
      </p:sp>
      <p:sp>
        <p:nvSpPr>
          <p:cNvPr id="28" name="Text Placeholder 21">
            <a:extLst>
              <a:ext uri="{FF2B5EF4-FFF2-40B4-BE49-F238E27FC236}">
                <a16:creationId xmlns:a16="http://schemas.microsoft.com/office/drawing/2014/main" id="{705E9678-4AE2-9B4E-BFE6-764DF0EF5D48}"/>
              </a:ext>
            </a:extLst>
          </p:cNvPr>
          <p:cNvSpPr>
            <a:spLocks noGrp="1"/>
          </p:cNvSpPr>
          <p:nvPr>
            <p:ph type="body" sz="quarter" idx="39" hasCustomPrompt="1"/>
          </p:nvPr>
        </p:nvSpPr>
        <p:spPr>
          <a:xfrm>
            <a:off x="553590" y="3642625"/>
            <a:ext cx="3571899" cy="121859"/>
          </a:xfrm>
          <a:prstGeom prst="rect">
            <a:avLst/>
          </a:prstGeom>
        </p:spPr>
        <p:txBody>
          <a:bodyPr lIns="0" tIns="0" rIns="0" bIns="0"/>
          <a:lstStyle>
            <a:lvl1pPr marL="135731" indent="-135731" algn="l">
              <a:spcAft>
                <a:spcPts val="450"/>
              </a:spcAft>
              <a:buClr>
                <a:schemeClr val="tx1"/>
              </a:buClr>
              <a:buFont typeface="Arial" panose="020B0604020202020204" pitchFamily="34" charset="0"/>
              <a:buChar char="•"/>
              <a:tabLst/>
              <a:defRPr sz="1050" b="1" i="0">
                <a:solidFill>
                  <a:schemeClr val="tx1"/>
                </a:solidFill>
                <a:latin typeface="Oracle Sans" panose="020B0503020204020204" pitchFamily="34" charset="0"/>
                <a:cs typeface="Oracle Sans" panose="020B0503020204020204" pitchFamily="34" charset="0"/>
              </a:defRPr>
            </a:lvl1pPr>
          </a:lstStyle>
          <a:p>
            <a:pPr lvl="0"/>
            <a:r>
              <a:rPr lang="en-IN" dirty="0"/>
              <a:t>Subhead goes here.</a:t>
            </a:r>
            <a:endParaRPr lang="en-US" dirty="0"/>
          </a:p>
        </p:txBody>
      </p:sp>
      <p:sp>
        <p:nvSpPr>
          <p:cNvPr id="25" name="Text Placeholder 21">
            <a:extLst>
              <a:ext uri="{FF2B5EF4-FFF2-40B4-BE49-F238E27FC236}">
                <a16:creationId xmlns:a16="http://schemas.microsoft.com/office/drawing/2014/main" id="{7AAF4629-1659-1848-BBE3-0D9BF0259D97}"/>
              </a:ext>
            </a:extLst>
          </p:cNvPr>
          <p:cNvSpPr>
            <a:spLocks noGrp="1"/>
          </p:cNvSpPr>
          <p:nvPr>
            <p:ph type="body" sz="quarter" idx="37" hasCustomPrompt="1"/>
          </p:nvPr>
        </p:nvSpPr>
        <p:spPr>
          <a:xfrm>
            <a:off x="553590" y="3822415"/>
            <a:ext cx="3571898" cy="454976"/>
          </a:xfrm>
          <a:prstGeom prst="rect">
            <a:avLst/>
          </a:prstGeom>
        </p:spPr>
        <p:txBody>
          <a:bodyPr lIns="180000" tIns="0" rIns="0" bIns="0"/>
          <a:lstStyle>
            <a:lvl1pPr algn="l">
              <a:lnSpc>
                <a:spcPts val="1260"/>
              </a:lnSpc>
              <a:defRPr sz="900" b="0" i="0">
                <a:solidFill>
                  <a:schemeClr val="tx1"/>
                </a:solidFill>
                <a:latin typeface="Oracle Sans Light" panose="020B0403020204020204" pitchFamily="34" charset="0"/>
                <a:cs typeface="Oracle Sans Light" panose="020B04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r>
              <a:rPr lang="en-IN" dirty="0"/>
              <a:t>, </a:t>
            </a:r>
            <a:r>
              <a:rPr lang="en-IN" dirty="0" err="1"/>
              <a:t>sed</a:t>
            </a:r>
            <a:r>
              <a:rPr lang="en-IN" dirty="0"/>
              <a:t> do </a:t>
            </a:r>
            <a:r>
              <a:rPr lang="en-IN" dirty="0" err="1"/>
              <a:t>eiusmod</a:t>
            </a:r>
            <a:r>
              <a:rPr lang="en-IN" dirty="0"/>
              <a:t> </a:t>
            </a:r>
            <a:r>
              <a:rPr lang="en-IN" dirty="0" err="1"/>
              <a:t>tempor</a:t>
            </a:r>
            <a:r>
              <a:rPr lang="en-IN" dirty="0"/>
              <a:t> </a:t>
            </a:r>
            <a:r>
              <a:rPr lang="en-IN" dirty="0" err="1"/>
              <a:t>incididunt</a:t>
            </a:r>
            <a:r>
              <a:rPr lang="en-IN" dirty="0"/>
              <a:t> </a:t>
            </a:r>
            <a:r>
              <a:rPr lang="en-IN" dirty="0" err="1"/>
              <a:t>ut</a:t>
            </a:r>
            <a:r>
              <a:rPr lang="en-IN" dirty="0"/>
              <a:t> </a:t>
            </a:r>
            <a:r>
              <a:rPr lang="en-IN" dirty="0" err="1"/>
              <a:t>labore</a:t>
            </a:r>
            <a:r>
              <a:rPr lang="en-IN" dirty="0"/>
              <a:t> et dolore magna </a:t>
            </a:r>
            <a:r>
              <a:rPr lang="en-IN" dirty="0" err="1"/>
              <a:t>aliqua</a:t>
            </a:r>
            <a:r>
              <a:rPr lang="en-IN" dirty="0"/>
              <a:t>. Ut </a:t>
            </a:r>
            <a:r>
              <a:rPr lang="en-IN" dirty="0" err="1"/>
              <a:t>enim</a:t>
            </a:r>
            <a:r>
              <a:rPr lang="en-IN" dirty="0"/>
              <a:t> ad minim </a:t>
            </a:r>
            <a:r>
              <a:rPr lang="en-IN" dirty="0" err="1"/>
              <a:t>veniam</a:t>
            </a:r>
            <a:r>
              <a:rPr lang="en-IN" dirty="0"/>
              <a:t>, </a:t>
            </a:r>
            <a:r>
              <a:rPr lang="en-IN" dirty="0" err="1"/>
              <a:t>quis</a:t>
            </a:r>
            <a:r>
              <a:rPr lang="en-IN" dirty="0"/>
              <a:t> </a:t>
            </a:r>
            <a:r>
              <a:rPr lang="en-IN" dirty="0" err="1"/>
              <a:t>nostrud</a:t>
            </a:r>
            <a:r>
              <a:rPr lang="en-IN" dirty="0"/>
              <a:t>.</a:t>
            </a:r>
            <a:endParaRPr lang="en-US" dirty="0"/>
          </a:p>
        </p:txBody>
      </p:sp>
      <p:pic>
        <p:nvPicPr>
          <p:cNvPr id="2" name="OTag">
            <a:extLst>
              <a:ext uri="{FF2B5EF4-FFF2-40B4-BE49-F238E27FC236}">
                <a16:creationId xmlns:a16="http://schemas.microsoft.com/office/drawing/2014/main" id="{01697E3B-EC33-E29C-6BC1-AB748D6E2D6C}"/>
              </a:ext>
              <a:ext uri="{C183D7F6-B498-43B3-948B-1728B52AA6E4}">
                <adec:decorative xmlns:adec="http://schemas.microsoft.com/office/drawing/2017/decorative" val="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8554212" y="4848606"/>
            <a:ext cx="294894" cy="294894"/>
          </a:xfrm>
          <a:prstGeom prst="rect">
            <a:avLst/>
          </a:prstGeom>
        </p:spPr>
      </p:pic>
      <p:sp>
        <p:nvSpPr>
          <p:cNvPr id="3" name="Slide Number Placeholder 5">
            <a:extLst>
              <a:ext uri="{FF2B5EF4-FFF2-40B4-BE49-F238E27FC236}">
                <a16:creationId xmlns:a16="http://schemas.microsoft.com/office/drawing/2014/main" id="{06ACA25F-CC85-E7AA-739E-4857A9A4C513}"/>
              </a:ext>
            </a:extLst>
          </p:cNvPr>
          <p:cNvSpPr>
            <a:spLocks noGrp="1"/>
          </p:cNvSpPr>
          <p:nvPr>
            <p:ph type="sldNum" sz="quarter" idx="40"/>
          </p:nvPr>
        </p:nvSpPr>
        <p:spPr>
          <a:xfrm>
            <a:off x="571500" y="4817745"/>
            <a:ext cx="274320" cy="274320"/>
          </a:xfrm>
        </p:spPr>
        <p:txBody>
          <a:bodyPr/>
          <a:lstStyle>
            <a:lvl1pPr>
              <a:defRPr>
                <a:solidFill>
                  <a:srgbClr val="8B8580"/>
                </a:solidFill>
              </a:defRPr>
            </a:lvl1pPr>
          </a:lstStyle>
          <a:p>
            <a:fld id="{345D60D9-5372-5F40-9443-0F9AE5BDC3C8}" type="slidenum">
              <a:rPr lang="en-US" smtClean="0"/>
              <a:pPr/>
              <a:t>‹#›</a:t>
            </a:fld>
            <a:endParaRPr lang="en-US" dirty="0"/>
          </a:p>
        </p:txBody>
      </p:sp>
      <p:sp>
        <p:nvSpPr>
          <p:cNvPr id="4" name="Footer Placeholder 4">
            <a:extLst>
              <a:ext uri="{FF2B5EF4-FFF2-40B4-BE49-F238E27FC236}">
                <a16:creationId xmlns:a16="http://schemas.microsoft.com/office/drawing/2014/main" id="{F8418BDB-0223-07FE-2DA4-AA8082E3A024}"/>
              </a:ext>
            </a:extLst>
          </p:cNvPr>
          <p:cNvSpPr>
            <a:spLocks noGrp="1"/>
          </p:cNvSpPr>
          <p:nvPr>
            <p:ph type="ftr" sz="quarter" idx="41"/>
          </p:nvPr>
        </p:nvSpPr>
        <p:spPr>
          <a:xfrm>
            <a:off x="845820" y="4817984"/>
            <a:ext cx="4309034" cy="273844"/>
          </a:xfrm>
        </p:spPr>
        <p:txBody>
          <a:bodyPr/>
          <a:lstStyle>
            <a:lvl1pPr>
              <a:defRPr>
                <a:solidFill>
                  <a:srgbClr val="8B8580"/>
                </a:solidFill>
              </a:defRPr>
            </a:lvl1pPr>
          </a:lstStyle>
          <a:p>
            <a:r>
              <a:rPr lang="en-US"/>
              <a:t>Copyright © 2025, Oracle and/or its affiliates |  Confidential: Internal/Restricted/Highly Restricted</a:t>
            </a:r>
            <a:endParaRPr lang="en-US" dirty="0"/>
          </a:p>
        </p:txBody>
      </p:sp>
      <p:sp>
        <p:nvSpPr>
          <p:cNvPr id="5" name="Date Placeholder 3">
            <a:extLst>
              <a:ext uri="{FF2B5EF4-FFF2-40B4-BE49-F238E27FC236}">
                <a16:creationId xmlns:a16="http://schemas.microsoft.com/office/drawing/2014/main" id="{6515ECE0-428F-E310-54A1-3484DC2A75D2}"/>
              </a:ext>
            </a:extLst>
          </p:cNvPr>
          <p:cNvSpPr>
            <a:spLocks noGrp="1"/>
          </p:cNvSpPr>
          <p:nvPr>
            <p:ph type="dt" sz="half" idx="42"/>
          </p:nvPr>
        </p:nvSpPr>
        <p:spPr>
          <a:xfrm>
            <a:off x="5154854" y="4819203"/>
            <a:ext cx="2057400" cy="272625"/>
          </a:xfrm>
        </p:spPr>
        <p:txBody>
          <a:bodyPr/>
          <a:lstStyle>
            <a:lvl1pPr>
              <a:defRPr>
                <a:solidFill>
                  <a:srgbClr val="8B8580"/>
                </a:solidFill>
              </a:defRPr>
            </a:lvl1pPr>
          </a:lstStyle>
          <a:p>
            <a:r>
              <a:rPr lang="en-US"/>
              <a:t>[Date]</a:t>
            </a:r>
            <a:endParaRPr lang="en-US" dirty="0"/>
          </a:p>
        </p:txBody>
      </p:sp>
    </p:spTree>
    <p:extLst>
      <p:ext uri="{BB962C8B-B14F-4D97-AF65-F5344CB8AC3E}">
        <p14:creationId xmlns:p14="http://schemas.microsoft.com/office/powerpoint/2010/main" val="58540257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ontent + Illustration_Light_Pillar">
    <p:bg>
      <p:bgRef idx="1001">
        <a:schemeClr val="bg1"/>
      </p:bgRef>
    </p:bg>
    <p:spTree>
      <p:nvGrpSpPr>
        <p:cNvPr id="1" name=""/>
        <p:cNvGrpSpPr/>
        <p:nvPr/>
      </p:nvGrpSpPr>
      <p:grpSpPr>
        <a:xfrm>
          <a:off x="0" y="0"/>
          <a:ext cx="0" cy="0"/>
          <a:chOff x="0" y="0"/>
          <a:chExt cx="0" cy="0"/>
        </a:xfrm>
      </p:grpSpPr>
      <p:sp>
        <p:nvSpPr>
          <p:cNvPr id="19" name="Title 1">
            <a:extLst>
              <a:ext uri="{FF2B5EF4-FFF2-40B4-BE49-F238E27FC236}">
                <a16:creationId xmlns:a16="http://schemas.microsoft.com/office/drawing/2014/main" id="{C0384889-0D44-4623-9E36-973C30CA8FFC}"/>
              </a:ext>
            </a:extLst>
          </p:cNvPr>
          <p:cNvSpPr>
            <a:spLocks noGrp="1"/>
          </p:cNvSpPr>
          <p:nvPr>
            <p:ph type="title" hasCustomPrompt="1"/>
          </p:nvPr>
        </p:nvSpPr>
        <p:spPr>
          <a:xfrm>
            <a:off x="576656" y="136802"/>
            <a:ext cx="3568851" cy="617220"/>
          </a:xfrm>
        </p:spPr>
        <p:txBody>
          <a:bodyPr/>
          <a:lstStyle>
            <a:lvl1pPr>
              <a:defRPr b="1" i="0">
                <a:latin typeface="Oracle Sans Tab" panose="020B0503020204020204" pitchFamily="34" charset="0"/>
                <a:cs typeface="Oracle Sans Tab" panose="020B0503020204020204" pitchFamily="34" charset="0"/>
              </a:defRPr>
            </a:lvl1pPr>
          </a:lstStyle>
          <a:p>
            <a:r>
              <a:rPr lang="en-US" dirty="0"/>
              <a:t>Title</a:t>
            </a:r>
          </a:p>
        </p:txBody>
      </p:sp>
      <p:sp>
        <p:nvSpPr>
          <p:cNvPr id="20" name="Text Placeholder 21">
            <a:extLst>
              <a:ext uri="{FF2B5EF4-FFF2-40B4-BE49-F238E27FC236}">
                <a16:creationId xmlns:a16="http://schemas.microsoft.com/office/drawing/2014/main" id="{5FFA19F3-F0DE-904F-A1EB-1E14E01C018F}"/>
              </a:ext>
            </a:extLst>
          </p:cNvPr>
          <p:cNvSpPr>
            <a:spLocks noGrp="1"/>
          </p:cNvSpPr>
          <p:nvPr>
            <p:ph type="body" sz="quarter" idx="35" hasCustomPrompt="1"/>
          </p:nvPr>
        </p:nvSpPr>
        <p:spPr>
          <a:xfrm>
            <a:off x="553590" y="1303406"/>
            <a:ext cx="3571898" cy="540680"/>
          </a:xfrm>
          <a:prstGeom prst="rect">
            <a:avLst/>
          </a:prstGeom>
        </p:spPr>
        <p:txBody>
          <a:bodyPr lIns="0" tIns="0" rIns="0" bIns="0"/>
          <a:lstStyle>
            <a:lvl1pPr algn="l">
              <a:lnSpc>
                <a:spcPts val="1410"/>
              </a:lnSpc>
              <a:defRPr sz="1050" b="1" i="0">
                <a:solidFill>
                  <a:schemeClr val="tx1"/>
                </a:solidFill>
                <a:latin typeface="Oracle Sans" panose="020B0503020204020204" pitchFamily="34" charset="0"/>
                <a:cs typeface="Oracle Sans" panose="020B05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r>
              <a:rPr lang="en-IN" dirty="0"/>
              <a:t>, </a:t>
            </a:r>
            <a:r>
              <a:rPr lang="en-IN" dirty="0" err="1"/>
              <a:t>sed</a:t>
            </a:r>
            <a:r>
              <a:rPr lang="en-IN" dirty="0"/>
              <a:t> do </a:t>
            </a:r>
            <a:r>
              <a:rPr lang="en-IN" dirty="0" err="1"/>
              <a:t>eiusmod</a:t>
            </a:r>
            <a:r>
              <a:rPr lang="en-IN" dirty="0"/>
              <a:t> </a:t>
            </a:r>
            <a:r>
              <a:rPr lang="en-IN" dirty="0" err="1"/>
              <a:t>tempor</a:t>
            </a:r>
            <a:r>
              <a:rPr lang="en-IN" dirty="0"/>
              <a:t> </a:t>
            </a:r>
            <a:r>
              <a:rPr lang="en-IN" dirty="0" err="1"/>
              <a:t>incididunt</a:t>
            </a:r>
            <a:r>
              <a:rPr lang="en-IN" dirty="0"/>
              <a:t> </a:t>
            </a:r>
            <a:r>
              <a:rPr lang="en-IN" dirty="0" err="1"/>
              <a:t>ut</a:t>
            </a:r>
            <a:r>
              <a:rPr lang="en-IN" dirty="0"/>
              <a:t> </a:t>
            </a:r>
            <a:r>
              <a:rPr lang="en-IN" dirty="0" err="1"/>
              <a:t>labore</a:t>
            </a:r>
            <a:r>
              <a:rPr lang="en-IN" dirty="0"/>
              <a:t> et dolore magna </a:t>
            </a:r>
            <a:r>
              <a:rPr lang="en-IN" dirty="0" err="1"/>
              <a:t>aliqua</a:t>
            </a:r>
            <a:r>
              <a:rPr lang="en-IN" dirty="0"/>
              <a:t>. Ut </a:t>
            </a:r>
            <a:r>
              <a:rPr lang="en-IN" dirty="0" err="1"/>
              <a:t>enim</a:t>
            </a:r>
            <a:r>
              <a:rPr lang="en-IN" dirty="0"/>
              <a:t> ad minim </a:t>
            </a:r>
            <a:r>
              <a:rPr lang="en-IN" dirty="0" err="1"/>
              <a:t>veniam</a:t>
            </a:r>
            <a:r>
              <a:rPr lang="en-IN" dirty="0"/>
              <a:t>, </a:t>
            </a:r>
            <a:r>
              <a:rPr lang="en-IN" dirty="0" err="1"/>
              <a:t>quis</a:t>
            </a:r>
            <a:r>
              <a:rPr lang="en-IN" dirty="0"/>
              <a:t> </a:t>
            </a:r>
            <a:r>
              <a:rPr lang="en-IN" dirty="0" err="1"/>
              <a:t>nostrud</a:t>
            </a:r>
            <a:r>
              <a:rPr lang="en-IN" dirty="0"/>
              <a:t>.</a:t>
            </a:r>
            <a:endParaRPr lang="en-US" dirty="0"/>
          </a:p>
        </p:txBody>
      </p:sp>
      <p:sp>
        <p:nvSpPr>
          <p:cNvPr id="26" name="Text Placeholder 21">
            <a:extLst>
              <a:ext uri="{FF2B5EF4-FFF2-40B4-BE49-F238E27FC236}">
                <a16:creationId xmlns:a16="http://schemas.microsoft.com/office/drawing/2014/main" id="{57757A24-B32C-B04D-9BA0-AD7C02A73754}"/>
              </a:ext>
            </a:extLst>
          </p:cNvPr>
          <p:cNvSpPr>
            <a:spLocks noGrp="1"/>
          </p:cNvSpPr>
          <p:nvPr>
            <p:ph type="body" sz="quarter" idx="32" hasCustomPrompt="1"/>
          </p:nvPr>
        </p:nvSpPr>
        <p:spPr>
          <a:xfrm>
            <a:off x="553590" y="2018033"/>
            <a:ext cx="3571899" cy="121859"/>
          </a:xfrm>
          <a:prstGeom prst="rect">
            <a:avLst/>
          </a:prstGeom>
        </p:spPr>
        <p:txBody>
          <a:bodyPr lIns="0" tIns="0" rIns="0" bIns="0"/>
          <a:lstStyle>
            <a:lvl1pPr marL="135731" indent="-135731" algn="l">
              <a:spcAft>
                <a:spcPts val="450"/>
              </a:spcAft>
              <a:buClr>
                <a:schemeClr val="tx1"/>
              </a:buClr>
              <a:buFont typeface="Arial" panose="020B0604020202020204" pitchFamily="34" charset="0"/>
              <a:buChar char="•"/>
              <a:tabLst/>
              <a:defRPr sz="1050" b="1" i="0">
                <a:solidFill>
                  <a:schemeClr val="tx1"/>
                </a:solidFill>
                <a:latin typeface="Oracle Sans" panose="020B0503020204020204" pitchFamily="34" charset="0"/>
                <a:cs typeface="Oracle Sans" panose="020B0503020204020204" pitchFamily="34" charset="0"/>
              </a:defRPr>
            </a:lvl1pPr>
          </a:lstStyle>
          <a:p>
            <a:pPr lvl="0"/>
            <a:r>
              <a:rPr lang="en-IN" dirty="0"/>
              <a:t>Subhead goes here.</a:t>
            </a:r>
            <a:endParaRPr lang="en-US" dirty="0"/>
          </a:p>
        </p:txBody>
      </p:sp>
      <p:sp>
        <p:nvSpPr>
          <p:cNvPr id="22" name="Text Placeholder 21">
            <a:extLst>
              <a:ext uri="{FF2B5EF4-FFF2-40B4-BE49-F238E27FC236}">
                <a16:creationId xmlns:a16="http://schemas.microsoft.com/office/drawing/2014/main" id="{DBAD9E94-7A74-A34C-A552-EE0B94D10A1D}"/>
              </a:ext>
            </a:extLst>
          </p:cNvPr>
          <p:cNvSpPr>
            <a:spLocks noGrp="1"/>
          </p:cNvSpPr>
          <p:nvPr>
            <p:ph type="body" sz="quarter" idx="31" hasCustomPrompt="1"/>
          </p:nvPr>
        </p:nvSpPr>
        <p:spPr>
          <a:xfrm>
            <a:off x="553590" y="2199483"/>
            <a:ext cx="3571898" cy="454976"/>
          </a:xfrm>
          <a:prstGeom prst="rect">
            <a:avLst/>
          </a:prstGeom>
        </p:spPr>
        <p:txBody>
          <a:bodyPr lIns="180000" tIns="0" rIns="0" bIns="0"/>
          <a:lstStyle>
            <a:lvl1pPr algn="l">
              <a:lnSpc>
                <a:spcPts val="1260"/>
              </a:lnSpc>
              <a:defRPr sz="900" b="0" i="0">
                <a:solidFill>
                  <a:schemeClr val="tx1"/>
                </a:solidFill>
                <a:latin typeface="Oracle Sans Light" panose="020B0403020204020204" pitchFamily="34" charset="0"/>
                <a:cs typeface="Oracle Sans Light" panose="020B04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r>
              <a:rPr lang="en-IN" dirty="0"/>
              <a:t>, </a:t>
            </a:r>
            <a:r>
              <a:rPr lang="en-IN" dirty="0" err="1"/>
              <a:t>sed</a:t>
            </a:r>
            <a:r>
              <a:rPr lang="en-IN" dirty="0"/>
              <a:t> do </a:t>
            </a:r>
            <a:r>
              <a:rPr lang="en-IN" dirty="0" err="1"/>
              <a:t>eiusmod</a:t>
            </a:r>
            <a:r>
              <a:rPr lang="en-IN" dirty="0"/>
              <a:t> </a:t>
            </a:r>
            <a:r>
              <a:rPr lang="en-IN" dirty="0" err="1"/>
              <a:t>tempor</a:t>
            </a:r>
            <a:r>
              <a:rPr lang="en-IN" dirty="0"/>
              <a:t> </a:t>
            </a:r>
            <a:r>
              <a:rPr lang="en-IN" dirty="0" err="1"/>
              <a:t>incididunt</a:t>
            </a:r>
            <a:r>
              <a:rPr lang="en-IN" dirty="0"/>
              <a:t> </a:t>
            </a:r>
            <a:r>
              <a:rPr lang="en-IN" dirty="0" err="1"/>
              <a:t>ut</a:t>
            </a:r>
            <a:r>
              <a:rPr lang="en-IN" dirty="0"/>
              <a:t> </a:t>
            </a:r>
            <a:r>
              <a:rPr lang="en-IN" dirty="0" err="1"/>
              <a:t>labore</a:t>
            </a:r>
            <a:r>
              <a:rPr lang="en-IN" dirty="0"/>
              <a:t> et dolore magna </a:t>
            </a:r>
            <a:r>
              <a:rPr lang="en-IN" dirty="0" err="1"/>
              <a:t>aliqua</a:t>
            </a:r>
            <a:r>
              <a:rPr lang="en-IN" dirty="0"/>
              <a:t>. Ut </a:t>
            </a:r>
            <a:r>
              <a:rPr lang="en-IN" dirty="0" err="1"/>
              <a:t>enim</a:t>
            </a:r>
            <a:r>
              <a:rPr lang="en-IN" dirty="0"/>
              <a:t> ad minim </a:t>
            </a:r>
            <a:r>
              <a:rPr lang="en-IN" dirty="0" err="1"/>
              <a:t>veniam</a:t>
            </a:r>
            <a:r>
              <a:rPr lang="en-IN" dirty="0"/>
              <a:t>, </a:t>
            </a:r>
            <a:r>
              <a:rPr lang="en-IN" dirty="0" err="1"/>
              <a:t>quis</a:t>
            </a:r>
            <a:r>
              <a:rPr lang="en-IN" dirty="0"/>
              <a:t> </a:t>
            </a:r>
            <a:r>
              <a:rPr lang="en-IN" dirty="0" err="1"/>
              <a:t>nostrud</a:t>
            </a:r>
            <a:r>
              <a:rPr lang="en-IN" dirty="0"/>
              <a:t>.</a:t>
            </a:r>
            <a:endParaRPr lang="en-US" dirty="0"/>
          </a:p>
        </p:txBody>
      </p:sp>
      <p:sp>
        <p:nvSpPr>
          <p:cNvPr id="27" name="Text Placeholder 21">
            <a:extLst>
              <a:ext uri="{FF2B5EF4-FFF2-40B4-BE49-F238E27FC236}">
                <a16:creationId xmlns:a16="http://schemas.microsoft.com/office/drawing/2014/main" id="{5E18D9EF-730F-E743-A97F-C6E404C510BC}"/>
              </a:ext>
            </a:extLst>
          </p:cNvPr>
          <p:cNvSpPr>
            <a:spLocks noGrp="1"/>
          </p:cNvSpPr>
          <p:nvPr>
            <p:ph type="body" sz="quarter" idx="38" hasCustomPrompt="1"/>
          </p:nvPr>
        </p:nvSpPr>
        <p:spPr>
          <a:xfrm>
            <a:off x="553590" y="2851417"/>
            <a:ext cx="3571899" cy="121859"/>
          </a:xfrm>
          <a:prstGeom prst="rect">
            <a:avLst/>
          </a:prstGeom>
        </p:spPr>
        <p:txBody>
          <a:bodyPr lIns="0" tIns="0" rIns="0" bIns="0"/>
          <a:lstStyle>
            <a:lvl1pPr marL="135731" indent="-135731" algn="l">
              <a:spcAft>
                <a:spcPts val="450"/>
              </a:spcAft>
              <a:buClr>
                <a:schemeClr val="tx1"/>
              </a:buClr>
              <a:buFont typeface="Arial" panose="020B0604020202020204" pitchFamily="34" charset="0"/>
              <a:buChar char="•"/>
              <a:tabLst/>
              <a:defRPr sz="1050" b="1" i="0">
                <a:solidFill>
                  <a:schemeClr val="tx1"/>
                </a:solidFill>
                <a:latin typeface="Oracle Sans" panose="020B0503020204020204" pitchFamily="34" charset="0"/>
                <a:cs typeface="Oracle Sans" panose="020B0503020204020204" pitchFamily="34" charset="0"/>
              </a:defRPr>
            </a:lvl1pPr>
          </a:lstStyle>
          <a:p>
            <a:pPr lvl="0"/>
            <a:r>
              <a:rPr lang="en-IN" dirty="0"/>
              <a:t>Subhead goes here.</a:t>
            </a:r>
            <a:endParaRPr lang="en-US" dirty="0"/>
          </a:p>
        </p:txBody>
      </p:sp>
      <p:sp>
        <p:nvSpPr>
          <p:cNvPr id="24" name="Text Placeholder 21">
            <a:extLst>
              <a:ext uri="{FF2B5EF4-FFF2-40B4-BE49-F238E27FC236}">
                <a16:creationId xmlns:a16="http://schemas.microsoft.com/office/drawing/2014/main" id="{9C359B9B-D2DA-FB4B-AAAD-6CFFD8E46CFA}"/>
              </a:ext>
            </a:extLst>
          </p:cNvPr>
          <p:cNvSpPr>
            <a:spLocks noGrp="1"/>
          </p:cNvSpPr>
          <p:nvPr>
            <p:ph type="body" sz="quarter" idx="36" hasCustomPrompt="1"/>
          </p:nvPr>
        </p:nvSpPr>
        <p:spPr>
          <a:xfrm>
            <a:off x="553590" y="3031208"/>
            <a:ext cx="3571898" cy="454976"/>
          </a:xfrm>
          <a:prstGeom prst="rect">
            <a:avLst/>
          </a:prstGeom>
        </p:spPr>
        <p:txBody>
          <a:bodyPr lIns="180000" tIns="0" rIns="0" bIns="0"/>
          <a:lstStyle>
            <a:lvl1pPr algn="l">
              <a:lnSpc>
                <a:spcPts val="1260"/>
              </a:lnSpc>
              <a:defRPr sz="900" b="0" i="0">
                <a:solidFill>
                  <a:schemeClr val="tx1"/>
                </a:solidFill>
                <a:latin typeface="Oracle Sans Light" panose="020B0403020204020204" pitchFamily="34" charset="0"/>
                <a:cs typeface="Oracle Sans Light" panose="020B04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r>
              <a:rPr lang="en-IN" dirty="0"/>
              <a:t>, </a:t>
            </a:r>
            <a:r>
              <a:rPr lang="en-IN" dirty="0" err="1"/>
              <a:t>sed</a:t>
            </a:r>
            <a:r>
              <a:rPr lang="en-IN" dirty="0"/>
              <a:t> do </a:t>
            </a:r>
            <a:r>
              <a:rPr lang="en-IN" dirty="0" err="1"/>
              <a:t>eiusmod</a:t>
            </a:r>
            <a:r>
              <a:rPr lang="en-IN" dirty="0"/>
              <a:t> </a:t>
            </a:r>
            <a:r>
              <a:rPr lang="en-IN" dirty="0" err="1"/>
              <a:t>tempor</a:t>
            </a:r>
            <a:r>
              <a:rPr lang="en-IN" dirty="0"/>
              <a:t> </a:t>
            </a:r>
            <a:r>
              <a:rPr lang="en-IN" dirty="0" err="1"/>
              <a:t>incididunt</a:t>
            </a:r>
            <a:r>
              <a:rPr lang="en-IN" dirty="0"/>
              <a:t> </a:t>
            </a:r>
            <a:r>
              <a:rPr lang="en-IN" dirty="0" err="1"/>
              <a:t>ut</a:t>
            </a:r>
            <a:r>
              <a:rPr lang="en-IN" dirty="0"/>
              <a:t> </a:t>
            </a:r>
            <a:r>
              <a:rPr lang="en-IN" dirty="0" err="1"/>
              <a:t>labore</a:t>
            </a:r>
            <a:r>
              <a:rPr lang="en-IN" dirty="0"/>
              <a:t> et dolore magna </a:t>
            </a:r>
            <a:r>
              <a:rPr lang="en-IN" dirty="0" err="1"/>
              <a:t>aliqua</a:t>
            </a:r>
            <a:r>
              <a:rPr lang="en-IN" dirty="0"/>
              <a:t>. Ut </a:t>
            </a:r>
            <a:r>
              <a:rPr lang="en-IN" dirty="0" err="1"/>
              <a:t>enim</a:t>
            </a:r>
            <a:r>
              <a:rPr lang="en-IN" dirty="0"/>
              <a:t> ad minim </a:t>
            </a:r>
            <a:r>
              <a:rPr lang="en-IN" dirty="0" err="1"/>
              <a:t>veniam</a:t>
            </a:r>
            <a:r>
              <a:rPr lang="en-IN" dirty="0"/>
              <a:t>, </a:t>
            </a:r>
            <a:r>
              <a:rPr lang="en-IN" dirty="0" err="1"/>
              <a:t>quis</a:t>
            </a:r>
            <a:r>
              <a:rPr lang="en-IN" dirty="0"/>
              <a:t> </a:t>
            </a:r>
            <a:r>
              <a:rPr lang="en-IN" dirty="0" err="1"/>
              <a:t>nostrud</a:t>
            </a:r>
            <a:r>
              <a:rPr lang="en-IN" dirty="0"/>
              <a:t>.</a:t>
            </a:r>
            <a:endParaRPr lang="en-US" dirty="0"/>
          </a:p>
        </p:txBody>
      </p:sp>
      <p:sp>
        <p:nvSpPr>
          <p:cNvPr id="28" name="Text Placeholder 21">
            <a:extLst>
              <a:ext uri="{FF2B5EF4-FFF2-40B4-BE49-F238E27FC236}">
                <a16:creationId xmlns:a16="http://schemas.microsoft.com/office/drawing/2014/main" id="{705E9678-4AE2-9B4E-BFE6-764DF0EF5D48}"/>
              </a:ext>
            </a:extLst>
          </p:cNvPr>
          <p:cNvSpPr>
            <a:spLocks noGrp="1"/>
          </p:cNvSpPr>
          <p:nvPr>
            <p:ph type="body" sz="quarter" idx="39" hasCustomPrompt="1"/>
          </p:nvPr>
        </p:nvSpPr>
        <p:spPr>
          <a:xfrm>
            <a:off x="553590" y="3642625"/>
            <a:ext cx="3571899" cy="121859"/>
          </a:xfrm>
          <a:prstGeom prst="rect">
            <a:avLst/>
          </a:prstGeom>
        </p:spPr>
        <p:txBody>
          <a:bodyPr lIns="0" tIns="0" rIns="0" bIns="0"/>
          <a:lstStyle>
            <a:lvl1pPr marL="135731" indent="-135731" algn="l">
              <a:spcAft>
                <a:spcPts val="450"/>
              </a:spcAft>
              <a:buClr>
                <a:schemeClr val="tx1"/>
              </a:buClr>
              <a:buFont typeface="Arial" panose="020B0604020202020204" pitchFamily="34" charset="0"/>
              <a:buChar char="•"/>
              <a:tabLst/>
              <a:defRPr sz="1050" b="1" i="0">
                <a:solidFill>
                  <a:schemeClr val="tx1"/>
                </a:solidFill>
                <a:latin typeface="Oracle Sans" panose="020B0503020204020204" pitchFamily="34" charset="0"/>
                <a:cs typeface="Oracle Sans" panose="020B0503020204020204" pitchFamily="34" charset="0"/>
              </a:defRPr>
            </a:lvl1pPr>
          </a:lstStyle>
          <a:p>
            <a:pPr lvl="0"/>
            <a:r>
              <a:rPr lang="en-IN" dirty="0"/>
              <a:t>Subhead goes here.</a:t>
            </a:r>
            <a:endParaRPr lang="en-US" dirty="0"/>
          </a:p>
        </p:txBody>
      </p:sp>
      <p:sp>
        <p:nvSpPr>
          <p:cNvPr id="25" name="Text Placeholder 21">
            <a:extLst>
              <a:ext uri="{FF2B5EF4-FFF2-40B4-BE49-F238E27FC236}">
                <a16:creationId xmlns:a16="http://schemas.microsoft.com/office/drawing/2014/main" id="{7AAF4629-1659-1848-BBE3-0D9BF0259D97}"/>
              </a:ext>
            </a:extLst>
          </p:cNvPr>
          <p:cNvSpPr>
            <a:spLocks noGrp="1"/>
          </p:cNvSpPr>
          <p:nvPr>
            <p:ph type="body" sz="quarter" idx="37" hasCustomPrompt="1"/>
          </p:nvPr>
        </p:nvSpPr>
        <p:spPr>
          <a:xfrm>
            <a:off x="553590" y="3822415"/>
            <a:ext cx="3571898" cy="454976"/>
          </a:xfrm>
          <a:prstGeom prst="rect">
            <a:avLst/>
          </a:prstGeom>
        </p:spPr>
        <p:txBody>
          <a:bodyPr lIns="180000" tIns="0" rIns="0" bIns="0"/>
          <a:lstStyle>
            <a:lvl1pPr algn="l">
              <a:lnSpc>
                <a:spcPts val="1260"/>
              </a:lnSpc>
              <a:defRPr sz="900" b="0" i="0">
                <a:solidFill>
                  <a:schemeClr val="tx1"/>
                </a:solidFill>
                <a:latin typeface="Oracle Sans Light" panose="020B0403020204020204" pitchFamily="34" charset="0"/>
                <a:cs typeface="Oracle Sans Light" panose="020B04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r>
              <a:rPr lang="en-IN" dirty="0"/>
              <a:t>, </a:t>
            </a:r>
            <a:r>
              <a:rPr lang="en-IN" dirty="0" err="1"/>
              <a:t>sed</a:t>
            </a:r>
            <a:r>
              <a:rPr lang="en-IN" dirty="0"/>
              <a:t> do </a:t>
            </a:r>
            <a:r>
              <a:rPr lang="en-IN" dirty="0" err="1"/>
              <a:t>eiusmod</a:t>
            </a:r>
            <a:r>
              <a:rPr lang="en-IN" dirty="0"/>
              <a:t> </a:t>
            </a:r>
            <a:r>
              <a:rPr lang="en-IN" dirty="0" err="1"/>
              <a:t>tempor</a:t>
            </a:r>
            <a:r>
              <a:rPr lang="en-IN" dirty="0"/>
              <a:t> </a:t>
            </a:r>
            <a:r>
              <a:rPr lang="en-IN" dirty="0" err="1"/>
              <a:t>incididunt</a:t>
            </a:r>
            <a:r>
              <a:rPr lang="en-IN" dirty="0"/>
              <a:t> </a:t>
            </a:r>
            <a:r>
              <a:rPr lang="en-IN" dirty="0" err="1"/>
              <a:t>ut</a:t>
            </a:r>
            <a:r>
              <a:rPr lang="en-IN" dirty="0"/>
              <a:t> </a:t>
            </a:r>
            <a:r>
              <a:rPr lang="en-IN" dirty="0" err="1"/>
              <a:t>labore</a:t>
            </a:r>
            <a:r>
              <a:rPr lang="en-IN" dirty="0"/>
              <a:t> et dolore magna </a:t>
            </a:r>
            <a:r>
              <a:rPr lang="en-IN" dirty="0" err="1"/>
              <a:t>aliqua</a:t>
            </a:r>
            <a:r>
              <a:rPr lang="en-IN" dirty="0"/>
              <a:t>. Ut </a:t>
            </a:r>
            <a:r>
              <a:rPr lang="en-IN" dirty="0" err="1"/>
              <a:t>enim</a:t>
            </a:r>
            <a:r>
              <a:rPr lang="en-IN" dirty="0"/>
              <a:t> ad minim </a:t>
            </a:r>
            <a:r>
              <a:rPr lang="en-IN" dirty="0" err="1"/>
              <a:t>veniam</a:t>
            </a:r>
            <a:r>
              <a:rPr lang="en-IN" dirty="0"/>
              <a:t>, </a:t>
            </a:r>
            <a:r>
              <a:rPr lang="en-IN" dirty="0" err="1"/>
              <a:t>quis</a:t>
            </a:r>
            <a:r>
              <a:rPr lang="en-IN" dirty="0"/>
              <a:t> </a:t>
            </a:r>
            <a:r>
              <a:rPr lang="en-IN" dirty="0" err="1"/>
              <a:t>nostrud</a:t>
            </a:r>
            <a:r>
              <a:rPr lang="en-IN" dirty="0"/>
              <a:t>.</a:t>
            </a:r>
            <a:endParaRPr lang="en-US" dirty="0"/>
          </a:p>
        </p:txBody>
      </p:sp>
      <p:sp>
        <p:nvSpPr>
          <p:cNvPr id="18" name="Picture Placeholder 17">
            <a:extLst>
              <a:ext uri="{FF2B5EF4-FFF2-40B4-BE49-F238E27FC236}">
                <a16:creationId xmlns:a16="http://schemas.microsoft.com/office/drawing/2014/main" id="{BB55E146-CDC2-714E-AEDA-21D37E508E28}"/>
              </a:ext>
            </a:extLst>
          </p:cNvPr>
          <p:cNvSpPr>
            <a:spLocks noGrp="1"/>
          </p:cNvSpPr>
          <p:nvPr>
            <p:ph type="pic" sz="quarter" idx="11" hasCustomPrompt="1"/>
          </p:nvPr>
        </p:nvSpPr>
        <p:spPr>
          <a:xfrm>
            <a:off x="4572000" y="0"/>
            <a:ext cx="4572000" cy="5143500"/>
          </a:xfrm>
          <a:solidFill>
            <a:schemeClr val="tx1"/>
          </a:solidFill>
        </p:spPr>
        <p:txBody>
          <a:bodyPr lIns="72000" tIns="72000" rIns="0"/>
          <a:lstStyle>
            <a:lvl1pPr algn="ctr">
              <a:defRPr sz="1050" b="0" i="0">
                <a:solidFill>
                  <a:schemeClr val="bg1"/>
                </a:solidFill>
                <a:latin typeface="Oracle Sans Light" panose="020B0403020204020204" pitchFamily="34" charset="0"/>
                <a:cs typeface="Oracle Sans Light" panose="020B0403020204020204" pitchFamily="34" charset="0"/>
              </a:defRPr>
            </a:lvl1pPr>
          </a:lstStyle>
          <a:p>
            <a:r>
              <a:rPr lang="en-US" dirty="0"/>
              <a:t>Click icon to add illustration</a:t>
            </a:r>
          </a:p>
        </p:txBody>
      </p:sp>
      <p:pic>
        <p:nvPicPr>
          <p:cNvPr id="2" name="OTag">
            <a:extLst>
              <a:ext uri="{FF2B5EF4-FFF2-40B4-BE49-F238E27FC236}">
                <a16:creationId xmlns:a16="http://schemas.microsoft.com/office/drawing/2014/main" id="{E2D47D66-0673-9FA9-7073-BF64CD36609E}"/>
              </a:ext>
              <a:ext uri="{C183D7F6-B498-43B3-948B-1728B52AA6E4}">
                <adec:decorative xmlns:adec="http://schemas.microsoft.com/office/drawing/2017/decorative" val="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8554212" y="4848606"/>
            <a:ext cx="294894" cy="294894"/>
          </a:xfrm>
          <a:prstGeom prst="rect">
            <a:avLst/>
          </a:prstGeom>
        </p:spPr>
      </p:pic>
      <p:sp>
        <p:nvSpPr>
          <p:cNvPr id="3" name="Slide Number Placeholder 7">
            <a:extLst>
              <a:ext uri="{FF2B5EF4-FFF2-40B4-BE49-F238E27FC236}">
                <a16:creationId xmlns:a16="http://schemas.microsoft.com/office/drawing/2014/main" id="{8AC454DE-00F0-4427-48D5-1DC459110090}"/>
              </a:ext>
            </a:extLst>
          </p:cNvPr>
          <p:cNvSpPr>
            <a:spLocks noGrp="1"/>
          </p:cNvSpPr>
          <p:nvPr>
            <p:ph type="sldNum" sz="quarter" idx="17"/>
          </p:nvPr>
        </p:nvSpPr>
        <p:spPr>
          <a:xfrm>
            <a:off x="571500" y="4817745"/>
            <a:ext cx="274320" cy="27432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4" name="Footer Placeholder 6">
            <a:extLst>
              <a:ext uri="{FF2B5EF4-FFF2-40B4-BE49-F238E27FC236}">
                <a16:creationId xmlns:a16="http://schemas.microsoft.com/office/drawing/2014/main" id="{28FED12C-599D-4CB3-E602-5CD82B6F039D}"/>
              </a:ext>
            </a:extLst>
          </p:cNvPr>
          <p:cNvSpPr>
            <a:spLocks noGrp="1"/>
          </p:cNvSpPr>
          <p:nvPr>
            <p:ph type="ftr" sz="quarter" idx="16"/>
          </p:nvPr>
        </p:nvSpPr>
        <p:spPr>
          <a:xfrm>
            <a:off x="845820" y="4817984"/>
            <a:ext cx="4309034" cy="273844"/>
          </a:xfrm>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5" name="Date Placeholder 4">
            <a:extLst>
              <a:ext uri="{FF2B5EF4-FFF2-40B4-BE49-F238E27FC236}">
                <a16:creationId xmlns:a16="http://schemas.microsoft.com/office/drawing/2014/main" id="{61F25286-7A1D-EBA0-D474-81129CEE733D}"/>
              </a:ext>
            </a:extLst>
          </p:cNvPr>
          <p:cNvSpPr>
            <a:spLocks noGrp="1"/>
          </p:cNvSpPr>
          <p:nvPr>
            <p:ph type="dt" sz="half" idx="15"/>
          </p:nvPr>
        </p:nvSpPr>
        <p:spPr>
          <a:xfrm>
            <a:off x="5154854" y="4819203"/>
            <a:ext cx="2057400" cy="272625"/>
          </a:xfrm>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3923135126"/>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Light - Title, Content and 1/3 Photo">
    <p:bg>
      <p:bgRef idx="1001">
        <a:schemeClr val="bg2"/>
      </p:bgRef>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F59826-0B3C-4973-B5FA-B18F68758F38}"/>
              </a:ext>
            </a:extLst>
          </p:cNvPr>
          <p:cNvSpPr>
            <a:spLocks noGrp="1"/>
          </p:cNvSpPr>
          <p:nvPr>
            <p:ph type="title" hasCustomPrompt="1"/>
          </p:nvPr>
        </p:nvSpPr>
        <p:spPr>
          <a:xfrm>
            <a:off x="576657" y="136802"/>
            <a:ext cx="5092612" cy="617220"/>
          </a:xfrm>
        </p:spPr>
        <p:txBody>
          <a:bodyPr/>
          <a:lstStyle>
            <a:lvl1pPr>
              <a:defRPr b="1" i="0">
                <a:latin typeface="Oracle Sans Tab" panose="020B0503020204020204" pitchFamily="34" charset="0"/>
                <a:cs typeface="Oracle Sans Tab" panose="020B0503020204020204" pitchFamily="34" charset="0"/>
              </a:defRPr>
            </a:lvl1pPr>
          </a:lstStyle>
          <a:p>
            <a:r>
              <a:rPr lang="en-US" dirty="0"/>
              <a:t>Title</a:t>
            </a:r>
          </a:p>
        </p:txBody>
      </p:sp>
      <p:sp>
        <p:nvSpPr>
          <p:cNvPr id="4" name="Content">
            <a:extLst>
              <a:ext uri="{FF2B5EF4-FFF2-40B4-BE49-F238E27FC236}">
                <a16:creationId xmlns:a16="http://schemas.microsoft.com/office/drawing/2014/main" id="{FA05E257-5557-514A-2025-3EF63D1140D3}"/>
              </a:ext>
            </a:extLst>
          </p:cNvPr>
          <p:cNvSpPr>
            <a:spLocks noGrp="1"/>
          </p:cNvSpPr>
          <p:nvPr>
            <p:ph sz="quarter" idx="14"/>
          </p:nvPr>
        </p:nvSpPr>
        <p:spPr>
          <a:xfrm>
            <a:off x="575071" y="1200149"/>
            <a:ext cx="5094197" cy="33809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Slide Number Placeholder 7">
            <a:extLst>
              <a:ext uri="{FF2B5EF4-FFF2-40B4-BE49-F238E27FC236}">
                <a16:creationId xmlns:a16="http://schemas.microsoft.com/office/drawing/2014/main" id="{7F0F3812-0E62-2E09-C9AB-79F13108F9A8}"/>
              </a:ext>
            </a:extLst>
          </p:cNvPr>
          <p:cNvSpPr>
            <a:spLocks noGrp="1"/>
          </p:cNvSpPr>
          <p:nvPr>
            <p:ph type="sldNum" sz="quarter" idx="17"/>
          </p:nvPr>
        </p:nvSpPr>
        <p:spPr>
          <a:xfrm>
            <a:off x="571500" y="4817745"/>
            <a:ext cx="274320" cy="274320"/>
          </a:xfrm>
        </p:spPr>
        <p:txBody>
          <a:bodyPr/>
          <a:lstStyle>
            <a:lvl1pPr>
              <a:defRPr>
                <a:solidFill>
                  <a:srgbClr val="8B8580"/>
                </a:solidFill>
              </a:defRPr>
            </a:lvl1pPr>
          </a:lstStyle>
          <a:p>
            <a:fld id="{345D60D9-5372-5F40-9443-0F9AE5BDC3C8}" type="slidenum">
              <a:rPr lang="en-US" smtClean="0"/>
              <a:pPr/>
              <a:t>‹#›</a:t>
            </a:fld>
            <a:endParaRPr lang="en-US" dirty="0"/>
          </a:p>
        </p:txBody>
      </p:sp>
      <p:sp>
        <p:nvSpPr>
          <p:cNvPr id="5" name="Footer Placeholder 6">
            <a:extLst>
              <a:ext uri="{FF2B5EF4-FFF2-40B4-BE49-F238E27FC236}">
                <a16:creationId xmlns:a16="http://schemas.microsoft.com/office/drawing/2014/main" id="{4D96D9B3-827E-BCDB-1DEF-84EB5E7E90C2}"/>
              </a:ext>
            </a:extLst>
          </p:cNvPr>
          <p:cNvSpPr>
            <a:spLocks noGrp="1"/>
          </p:cNvSpPr>
          <p:nvPr>
            <p:ph type="ftr" sz="quarter" idx="16"/>
          </p:nvPr>
        </p:nvSpPr>
        <p:spPr>
          <a:xfrm>
            <a:off x="845820" y="4817984"/>
            <a:ext cx="4309034" cy="273844"/>
          </a:xfrm>
        </p:spPr>
        <p:txBody>
          <a:bodyPr/>
          <a:lstStyle>
            <a:lvl1pPr>
              <a:defRPr>
                <a:solidFill>
                  <a:srgbClr val="8B8580"/>
                </a:solidFill>
              </a:defRPr>
            </a:lvl1pPr>
          </a:lstStyle>
          <a:p>
            <a:r>
              <a:rPr lang="en-US"/>
              <a:t>Copyright © 2025, Oracle and/or its affiliates |  Confidential: Internal/Restricted/Highly Restricted</a:t>
            </a:r>
            <a:endParaRPr lang="en-US" dirty="0"/>
          </a:p>
        </p:txBody>
      </p:sp>
      <p:sp>
        <p:nvSpPr>
          <p:cNvPr id="7" name="Date Placeholder 4">
            <a:extLst>
              <a:ext uri="{FF2B5EF4-FFF2-40B4-BE49-F238E27FC236}">
                <a16:creationId xmlns:a16="http://schemas.microsoft.com/office/drawing/2014/main" id="{6FBD1657-DE16-5859-6047-8B20D7971D48}"/>
              </a:ext>
            </a:extLst>
          </p:cNvPr>
          <p:cNvSpPr>
            <a:spLocks noGrp="1"/>
          </p:cNvSpPr>
          <p:nvPr>
            <p:ph type="dt" sz="half" idx="15"/>
          </p:nvPr>
        </p:nvSpPr>
        <p:spPr>
          <a:xfrm>
            <a:off x="5154854" y="4819203"/>
            <a:ext cx="2057400" cy="272625"/>
          </a:xfrm>
        </p:spPr>
        <p:txBody>
          <a:bodyPr/>
          <a:lstStyle>
            <a:lvl1pPr>
              <a:defRPr>
                <a:solidFill>
                  <a:srgbClr val="AEA8A2"/>
                </a:solidFill>
              </a:defRPr>
            </a:lvl1pPr>
          </a:lstStyle>
          <a:p>
            <a:r>
              <a:rPr lang="en-US"/>
              <a:t>[Date]</a:t>
            </a:r>
            <a:endParaRPr lang="en-US" dirty="0"/>
          </a:p>
        </p:txBody>
      </p:sp>
      <p:sp>
        <p:nvSpPr>
          <p:cNvPr id="10" name="Picture Placeholder 9">
            <a:extLst>
              <a:ext uri="{FF2B5EF4-FFF2-40B4-BE49-F238E27FC236}">
                <a16:creationId xmlns:a16="http://schemas.microsoft.com/office/drawing/2014/main" id="{22033CC1-6A5D-D20A-D1C7-358398AE8124}"/>
              </a:ext>
            </a:extLst>
          </p:cNvPr>
          <p:cNvSpPr>
            <a:spLocks noGrp="1"/>
          </p:cNvSpPr>
          <p:nvPr>
            <p:ph type="pic" sz="quarter" idx="18"/>
          </p:nvPr>
        </p:nvSpPr>
        <p:spPr>
          <a:xfrm>
            <a:off x="6099048" y="0"/>
            <a:ext cx="3044952" cy="5143500"/>
          </a:xfrm>
        </p:spPr>
        <p:txBody>
          <a:bodyPr/>
          <a:lstStyle/>
          <a:p>
            <a:r>
              <a:rPr lang="en-US"/>
              <a:t>Click icon to add picture</a:t>
            </a:r>
          </a:p>
        </p:txBody>
      </p:sp>
    </p:spTree>
    <p:extLst>
      <p:ext uri="{BB962C8B-B14F-4D97-AF65-F5344CB8AC3E}">
        <p14:creationId xmlns:p14="http://schemas.microsoft.com/office/powerpoint/2010/main" val="2068641394"/>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Dark - Title, Content and 1/3 Photo">
    <p:bg>
      <p:bgRef idx="1001">
        <a:schemeClr val="bg1"/>
      </p:bgRef>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F59826-0B3C-4973-B5FA-B18F68758F38}"/>
              </a:ext>
            </a:extLst>
          </p:cNvPr>
          <p:cNvSpPr>
            <a:spLocks noGrp="1"/>
          </p:cNvSpPr>
          <p:nvPr>
            <p:ph type="title" hasCustomPrompt="1"/>
          </p:nvPr>
        </p:nvSpPr>
        <p:spPr>
          <a:xfrm>
            <a:off x="576657" y="136802"/>
            <a:ext cx="5092612" cy="617220"/>
          </a:xfrm>
        </p:spPr>
        <p:txBody>
          <a:bodyPr/>
          <a:lstStyle>
            <a:lvl1pPr>
              <a:defRPr b="1" i="0">
                <a:latin typeface="Oracle Sans Tab" panose="020B0503020204020204" pitchFamily="34" charset="0"/>
                <a:cs typeface="Oracle Sans Tab" panose="020B0503020204020204" pitchFamily="34" charset="0"/>
              </a:defRPr>
            </a:lvl1pPr>
          </a:lstStyle>
          <a:p>
            <a:r>
              <a:rPr lang="en-US" dirty="0"/>
              <a:t>Title</a:t>
            </a:r>
          </a:p>
        </p:txBody>
      </p:sp>
      <p:sp>
        <p:nvSpPr>
          <p:cNvPr id="4" name="Content">
            <a:extLst>
              <a:ext uri="{FF2B5EF4-FFF2-40B4-BE49-F238E27FC236}">
                <a16:creationId xmlns:a16="http://schemas.microsoft.com/office/drawing/2014/main" id="{FA05E257-5557-514A-2025-3EF63D1140D3}"/>
              </a:ext>
            </a:extLst>
          </p:cNvPr>
          <p:cNvSpPr>
            <a:spLocks noGrp="1"/>
          </p:cNvSpPr>
          <p:nvPr>
            <p:ph sz="quarter" idx="14"/>
          </p:nvPr>
        </p:nvSpPr>
        <p:spPr>
          <a:xfrm>
            <a:off x="575071" y="1200149"/>
            <a:ext cx="5094197" cy="33809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Slide Number Placeholder 7">
            <a:extLst>
              <a:ext uri="{FF2B5EF4-FFF2-40B4-BE49-F238E27FC236}">
                <a16:creationId xmlns:a16="http://schemas.microsoft.com/office/drawing/2014/main" id="{7F0F3812-0E62-2E09-C9AB-79F13108F9A8}"/>
              </a:ext>
            </a:extLst>
          </p:cNvPr>
          <p:cNvSpPr>
            <a:spLocks noGrp="1"/>
          </p:cNvSpPr>
          <p:nvPr>
            <p:ph type="sldNum" sz="quarter" idx="17"/>
          </p:nvPr>
        </p:nvSpPr>
        <p:spPr>
          <a:xfrm>
            <a:off x="571500" y="4817745"/>
            <a:ext cx="274320" cy="27432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5" name="Footer Placeholder 6">
            <a:extLst>
              <a:ext uri="{FF2B5EF4-FFF2-40B4-BE49-F238E27FC236}">
                <a16:creationId xmlns:a16="http://schemas.microsoft.com/office/drawing/2014/main" id="{4D96D9B3-827E-BCDB-1DEF-84EB5E7E90C2}"/>
              </a:ext>
            </a:extLst>
          </p:cNvPr>
          <p:cNvSpPr>
            <a:spLocks noGrp="1"/>
          </p:cNvSpPr>
          <p:nvPr>
            <p:ph type="ftr" sz="quarter" idx="16"/>
          </p:nvPr>
        </p:nvSpPr>
        <p:spPr>
          <a:xfrm>
            <a:off x="845820" y="4817984"/>
            <a:ext cx="4309034" cy="273844"/>
          </a:xfrm>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7" name="Date Placeholder 4">
            <a:extLst>
              <a:ext uri="{FF2B5EF4-FFF2-40B4-BE49-F238E27FC236}">
                <a16:creationId xmlns:a16="http://schemas.microsoft.com/office/drawing/2014/main" id="{6FBD1657-DE16-5859-6047-8B20D7971D48}"/>
              </a:ext>
            </a:extLst>
          </p:cNvPr>
          <p:cNvSpPr>
            <a:spLocks noGrp="1"/>
          </p:cNvSpPr>
          <p:nvPr>
            <p:ph type="dt" sz="half" idx="15"/>
          </p:nvPr>
        </p:nvSpPr>
        <p:spPr>
          <a:xfrm>
            <a:off x="5154854" y="4819203"/>
            <a:ext cx="2057400" cy="272625"/>
          </a:xfrm>
        </p:spPr>
        <p:txBody>
          <a:bodyPr/>
          <a:lstStyle>
            <a:lvl1pPr>
              <a:defRPr>
                <a:solidFill>
                  <a:srgbClr val="AEA8A2"/>
                </a:solidFill>
              </a:defRPr>
            </a:lvl1pPr>
          </a:lstStyle>
          <a:p>
            <a:r>
              <a:rPr lang="en-US"/>
              <a:t>[Date]</a:t>
            </a:r>
            <a:endParaRPr lang="en-US" dirty="0"/>
          </a:p>
        </p:txBody>
      </p:sp>
      <p:sp>
        <p:nvSpPr>
          <p:cNvPr id="10" name="Picture Placeholder 9">
            <a:extLst>
              <a:ext uri="{FF2B5EF4-FFF2-40B4-BE49-F238E27FC236}">
                <a16:creationId xmlns:a16="http://schemas.microsoft.com/office/drawing/2014/main" id="{22033CC1-6A5D-D20A-D1C7-358398AE8124}"/>
              </a:ext>
            </a:extLst>
          </p:cNvPr>
          <p:cNvSpPr>
            <a:spLocks noGrp="1"/>
          </p:cNvSpPr>
          <p:nvPr>
            <p:ph type="pic" sz="quarter" idx="18"/>
          </p:nvPr>
        </p:nvSpPr>
        <p:spPr>
          <a:xfrm>
            <a:off x="6099048" y="0"/>
            <a:ext cx="3044952" cy="5143500"/>
          </a:xfrm>
        </p:spPr>
        <p:txBody>
          <a:bodyPr/>
          <a:lstStyle/>
          <a:p>
            <a:r>
              <a:rPr lang="en-US"/>
              <a:t>Click icon to add picture</a:t>
            </a:r>
          </a:p>
        </p:txBody>
      </p:sp>
    </p:spTree>
    <p:extLst>
      <p:ext uri="{BB962C8B-B14F-4D97-AF65-F5344CB8AC3E}">
        <p14:creationId xmlns:p14="http://schemas.microsoft.com/office/powerpoint/2010/main" val="3401578889"/>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3 Icons + Short Copy_White_Pillar">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9FC0DC-6C36-4AC7-90FE-9BE28E17F1BF}"/>
              </a:ext>
            </a:extLst>
          </p:cNvPr>
          <p:cNvSpPr>
            <a:spLocks noGrp="1"/>
          </p:cNvSpPr>
          <p:nvPr>
            <p:ph type="title" hasCustomPrompt="1"/>
          </p:nvPr>
        </p:nvSpPr>
        <p:spPr/>
        <p:txBody>
          <a:bodyPr/>
          <a:lstStyle>
            <a:lvl1pPr>
              <a:defRPr b="1" i="0">
                <a:latin typeface="Oracle Sans Tab" panose="020B0503020204020204" pitchFamily="34" charset="0"/>
                <a:cs typeface="Oracle Sans Tab" panose="020B0503020204020204" pitchFamily="34" charset="0"/>
              </a:defRPr>
            </a:lvl1pPr>
          </a:lstStyle>
          <a:p>
            <a:r>
              <a:rPr lang="en-US" dirty="0"/>
              <a:t>Title</a:t>
            </a:r>
          </a:p>
        </p:txBody>
      </p:sp>
      <p:sp>
        <p:nvSpPr>
          <p:cNvPr id="3" name="Picture Placeholder 2">
            <a:extLst>
              <a:ext uri="{FF2B5EF4-FFF2-40B4-BE49-F238E27FC236}">
                <a16:creationId xmlns:a16="http://schemas.microsoft.com/office/drawing/2014/main" id="{C4A0F212-7687-B242-8162-FFAC910A60EF}"/>
              </a:ext>
            </a:extLst>
          </p:cNvPr>
          <p:cNvSpPr>
            <a:spLocks noGrp="1" noChangeAspect="1"/>
          </p:cNvSpPr>
          <p:nvPr>
            <p:ph type="pic" sz="quarter" idx="26" hasCustomPrompt="1"/>
          </p:nvPr>
        </p:nvSpPr>
        <p:spPr>
          <a:xfrm>
            <a:off x="679377" y="1427892"/>
            <a:ext cx="1420403" cy="1273574"/>
          </a:xfrm>
          <a:noFill/>
        </p:spPr>
        <p:txBody>
          <a:bodyPr/>
          <a:lstStyle>
            <a:lvl1pPr>
              <a:defRPr sz="900" b="0" i="0">
                <a:latin typeface="Oracle Sans Light" panose="020B0403020204020204" pitchFamily="34" charset="0"/>
                <a:cs typeface="Oracle Sans Light" panose="020B0403020204020204" pitchFamily="34" charset="0"/>
              </a:defRPr>
            </a:lvl1pPr>
          </a:lstStyle>
          <a:p>
            <a:r>
              <a:rPr lang="en-US" dirty="0"/>
              <a:t>Click to insert icon</a:t>
            </a:r>
          </a:p>
        </p:txBody>
      </p:sp>
      <p:sp>
        <p:nvSpPr>
          <p:cNvPr id="14" name="Text Placeholder 21">
            <a:extLst>
              <a:ext uri="{FF2B5EF4-FFF2-40B4-BE49-F238E27FC236}">
                <a16:creationId xmlns:a16="http://schemas.microsoft.com/office/drawing/2014/main" id="{920A2EEA-131E-DA4C-92C3-898A80B8B561}"/>
              </a:ext>
            </a:extLst>
          </p:cNvPr>
          <p:cNvSpPr>
            <a:spLocks noGrp="1"/>
          </p:cNvSpPr>
          <p:nvPr>
            <p:ph type="body" sz="quarter" idx="25" hasCustomPrompt="1"/>
          </p:nvPr>
        </p:nvSpPr>
        <p:spPr>
          <a:xfrm>
            <a:off x="683335" y="2987798"/>
            <a:ext cx="1707698" cy="242914"/>
          </a:xfrm>
          <a:prstGeom prst="rect">
            <a:avLst/>
          </a:prstGeom>
          <a:noFill/>
        </p:spPr>
        <p:txBody>
          <a:bodyPr lIns="0" tIns="0" rIns="0" bIns="0"/>
          <a:lstStyle>
            <a:lvl1pPr algn="l">
              <a:lnSpc>
                <a:spcPts val="1410"/>
              </a:lnSpc>
              <a:defRPr sz="1050" b="1" i="0">
                <a:solidFill>
                  <a:schemeClr val="tx1"/>
                </a:solidFill>
                <a:latin typeface="Oracle Sans" panose="020B0503020204020204" pitchFamily="34" charset="0"/>
                <a:cs typeface="Oracle Sans" panose="020B0503020204020204" pitchFamily="34" charset="0"/>
              </a:defRPr>
            </a:lvl1pPr>
          </a:lstStyle>
          <a:p>
            <a:pPr lvl="0"/>
            <a:r>
              <a:rPr lang="en-IN" dirty="0"/>
              <a:t>Subhead goes here.</a:t>
            </a:r>
            <a:endParaRPr lang="en-US" dirty="0"/>
          </a:p>
        </p:txBody>
      </p:sp>
      <p:sp>
        <p:nvSpPr>
          <p:cNvPr id="11" name="Text Placeholder 21">
            <a:extLst>
              <a:ext uri="{FF2B5EF4-FFF2-40B4-BE49-F238E27FC236}">
                <a16:creationId xmlns:a16="http://schemas.microsoft.com/office/drawing/2014/main" id="{442F0FF9-B575-DD4A-AF68-999EE8B4FE0D}"/>
              </a:ext>
            </a:extLst>
          </p:cNvPr>
          <p:cNvSpPr>
            <a:spLocks noGrp="1"/>
          </p:cNvSpPr>
          <p:nvPr>
            <p:ph type="body" sz="quarter" idx="24" hasCustomPrompt="1"/>
          </p:nvPr>
        </p:nvSpPr>
        <p:spPr>
          <a:xfrm>
            <a:off x="683335" y="3283033"/>
            <a:ext cx="1707698" cy="933710"/>
          </a:xfrm>
          <a:prstGeom prst="rect">
            <a:avLst/>
          </a:prstGeom>
          <a:noFill/>
        </p:spPr>
        <p:txBody>
          <a:bodyPr lIns="0" tIns="0" rIns="0" bIns="0"/>
          <a:lstStyle>
            <a:lvl1pPr algn="l">
              <a:lnSpc>
                <a:spcPct val="100000"/>
              </a:lnSpc>
              <a:defRPr sz="900" b="0" i="0">
                <a:solidFill>
                  <a:schemeClr val="tx2"/>
                </a:solidFill>
                <a:latin typeface="Oracle Sans Light" panose="020B0403020204020204" pitchFamily="34" charset="0"/>
                <a:cs typeface="Oracle Sans Light" panose="020B04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r>
              <a:rPr lang="en-IN" dirty="0"/>
              <a:t>, </a:t>
            </a:r>
            <a:r>
              <a:rPr lang="en-IN" dirty="0" err="1"/>
              <a:t>sed</a:t>
            </a:r>
            <a:r>
              <a:rPr lang="en-IN" dirty="0"/>
              <a:t> do </a:t>
            </a:r>
            <a:r>
              <a:rPr lang="en-IN" dirty="0" err="1"/>
              <a:t>eiusmod</a:t>
            </a:r>
            <a:r>
              <a:rPr lang="en-IN" dirty="0"/>
              <a:t> </a:t>
            </a:r>
            <a:r>
              <a:rPr lang="en-IN" dirty="0" err="1"/>
              <a:t>tempor</a:t>
            </a:r>
            <a:r>
              <a:rPr lang="en-IN" dirty="0"/>
              <a:t> </a:t>
            </a:r>
            <a:r>
              <a:rPr lang="en-IN" dirty="0" err="1"/>
              <a:t>incididunt</a:t>
            </a:r>
            <a:r>
              <a:rPr lang="en-IN" dirty="0"/>
              <a:t> </a:t>
            </a:r>
            <a:r>
              <a:rPr lang="en-IN" dirty="0" err="1"/>
              <a:t>ut</a:t>
            </a:r>
            <a:r>
              <a:rPr lang="en-IN" dirty="0"/>
              <a:t> </a:t>
            </a:r>
            <a:r>
              <a:rPr lang="en-IN" dirty="0" err="1"/>
              <a:t>labore</a:t>
            </a:r>
            <a:r>
              <a:rPr lang="en-IN" dirty="0"/>
              <a:t> et dolore magna </a:t>
            </a:r>
            <a:r>
              <a:rPr lang="en-IN" dirty="0" err="1"/>
              <a:t>aliqua</a:t>
            </a:r>
            <a:r>
              <a:rPr lang="en-IN" dirty="0"/>
              <a:t>. </a:t>
            </a:r>
            <a:endParaRPr lang="en-US" dirty="0"/>
          </a:p>
        </p:txBody>
      </p:sp>
      <p:cxnSp>
        <p:nvCxnSpPr>
          <p:cNvPr id="5" name="Straight Connector 4">
            <a:extLst>
              <a:ext uri="{FF2B5EF4-FFF2-40B4-BE49-F238E27FC236}">
                <a16:creationId xmlns:a16="http://schemas.microsoft.com/office/drawing/2014/main" id="{64BB08A7-EFFF-E144-B8F2-3D5B80F0DC46}"/>
              </a:ext>
              <a:ext uri="{C183D7F6-B498-43B3-948B-1728B52AA6E4}">
                <adec:decorative xmlns:adec="http://schemas.microsoft.com/office/drawing/2017/decorative" val="1"/>
              </a:ext>
            </a:extLst>
          </p:cNvPr>
          <p:cNvCxnSpPr>
            <a:cxnSpLocks/>
          </p:cNvCxnSpPr>
          <p:nvPr userDrawn="1"/>
        </p:nvCxnSpPr>
        <p:spPr>
          <a:xfrm>
            <a:off x="3002692" y="1191135"/>
            <a:ext cx="0" cy="3283816"/>
          </a:xfrm>
          <a:prstGeom prst="line">
            <a:avLst/>
          </a:prstGeom>
          <a:ln>
            <a:solidFill>
              <a:srgbClr val="AEA8A2">
                <a:alpha val="50000"/>
              </a:srgbClr>
            </a:solidFill>
          </a:ln>
        </p:spPr>
        <p:style>
          <a:lnRef idx="1">
            <a:schemeClr val="accent1"/>
          </a:lnRef>
          <a:fillRef idx="0">
            <a:schemeClr val="accent1"/>
          </a:fillRef>
          <a:effectRef idx="0">
            <a:schemeClr val="accent1"/>
          </a:effectRef>
          <a:fontRef idx="minor">
            <a:schemeClr val="tx1"/>
          </a:fontRef>
        </p:style>
      </p:cxnSp>
      <p:sp>
        <p:nvSpPr>
          <p:cNvPr id="22" name="Picture Placeholder 2">
            <a:extLst>
              <a:ext uri="{FF2B5EF4-FFF2-40B4-BE49-F238E27FC236}">
                <a16:creationId xmlns:a16="http://schemas.microsoft.com/office/drawing/2014/main" id="{00545EAB-02F2-4D35-839F-11095FE3779B}"/>
              </a:ext>
            </a:extLst>
          </p:cNvPr>
          <p:cNvSpPr>
            <a:spLocks noGrp="1" noChangeAspect="1"/>
          </p:cNvSpPr>
          <p:nvPr>
            <p:ph type="pic" sz="quarter" idx="33" hasCustomPrompt="1"/>
          </p:nvPr>
        </p:nvSpPr>
        <p:spPr>
          <a:xfrm>
            <a:off x="3597986" y="1438027"/>
            <a:ext cx="1420403" cy="1273574"/>
          </a:xfrm>
          <a:noFill/>
        </p:spPr>
        <p:txBody>
          <a:bodyPr/>
          <a:lstStyle>
            <a:lvl1pPr>
              <a:defRPr sz="900" b="0" i="0">
                <a:latin typeface="Oracle Sans Light" panose="020B0403020204020204" pitchFamily="34" charset="0"/>
                <a:cs typeface="Oracle Sans Light" panose="020B0403020204020204" pitchFamily="34" charset="0"/>
              </a:defRPr>
            </a:lvl1pPr>
          </a:lstStyle>
          <a:p>
            <a:r>
              <a:rPr lang="en-US" dirty="0"/>
              <a:t>Click to insert icon</a:t>
            </a:r>
          </a:p>
        </p:txBody>
      </p:sp>
      <p:sp>
        <p:nvSpPr>
          <p:cNvPr id="23" name="Text Placeholder 21">
            <a:extLst>
              <a:ext uri="{FF2B5EF4-FFF2-40B4-BE49-F238E27FC236}">
                <a16:creationId xmlns:a16="http://schemas.microsoft.com/office/drawing/2014/main" id="{C85CBC82-72D6-46B3-9B52-627E5BC2BC55}"/>
              </a:ext>
            </a:extLst>
          </p:cNvPr>
          <p:cNvSpPr>
            <a:spLocks noGrp="1"/>
          </p:cNvSpPr>
          <p:nvPr>
            <p:ph type="body" sz="quarter" idx="34" hasCustomPrompt="1"/>
          </p:nvPr>
        </p:nvSpPr>
        <p:spPr>
          <a:xfrm>
            <a:off x="3597986" y="2987798"/>
            <a:ext cx="1707698" cy="242914"/>
          </a:xfrm>
          <a:prstGeom prst="rect">
            <a:avLst/>
          </a:prstGeom>
          <a:noFill/>
        </p:spPr>
        <p:txBody>
          <a:bodyPr lIns="0" tIns="0" rIns="0" bIns="0"/>
          <a:lstStyle>
            <a:lvl1pPr algn="l">
              <a:lnSpc>
                <a:spcPts val="1410"/>
              </a:lnSpc>
              <a:defRPr sz="1050" b="1" i="0">
                <a:solidFill>
                  <a:schemeClr val="tx1"/>
                </a:solidFill>
                <a:latin typeface="Oracle Sans" panose="020B0503020204020204" pitchFamily="34" charset="0"/>
                <a:cs typeface="Oracle Sans" panose="020B0503020204020204" pitchFamily="34" charset="0"/>
              </a:defRPr>
            </a:lvl1pPr>
          </a:lstStyle>
          <a:p>
            <a:pPr lvl="0"/>
            <a:r>
              <a:rPr lang="en-IN" dirty="0"/>
              <a:t>Subhead goes here.</a:t>
            </a:r>
            <a:endParaRPr lang="en-US" dirty="0"/>
          </a:p>
        </p:txBody>
      </p:sp>
      <p:sp>
        <p:nvSpPr>
          <p:cNvPr id="29" name="Text Placeholder 21">
            <a:extLst>
              <a:ext uri="{FF2B5EF4-FFF2-40B4-BE49-F238E27FC236}">
                <a16:creationId xmlns:a16="http://schemas.microsoft.com/office/drawing/2014/main" id="{0FA9D0FA-EA15-4919-BEB9-4C5EE9D8CDFF}"/>
              </a:ext>
            </a:extLst>
          </p:cNvPr>
          <p:cNvSpPr>
            <a:spLocks noGrp="1"/>
          </p:cNvSpPr>
          <p:nvPr>
            <p:ph type="body" sz="quarter" idx="35" hasCustomPrompt="1"/>
          </p:nvPr>
        </p:nvSpPr>
        <p:spPr>
          <a:xfrm>
            <a:off x="3597986" y="3283033"/>
            <a:ext cx="1707698" cy="933710"/>
          </a:xfrm>
          <a:prstGeom prst="rect">
            <a:avLst/>
          </a:prstGeom>
          <a:noFill/>
        </p:spPr>
        <p:txBody>
          <a:bodyPr lIns="0" tIns="0" rIns="0" bIns="0"/>
          <a:lstStyle>
            <a:lvl1pPr algn="l">
              <a:lnSpc>
                <a:spcPct val="100000"/>
              </a:lnSpc>
              <a:defRPr sz="900" b="0" i="0">
                <a:solidFill>
                  <a:schemeClr val="tx2"/>
                </a:solidFill>
                <a:latin typeface="Oracle Sans Light" panose="020B0403020204020204" pitchFamily="34" charset="0"/>
                <a:cs typeface="Oracle Sans Light" panose="020B04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r>
              <a:rPr lang="en-IN" dirty="0"/>
              <a:t>, </a:t>
            </a:r>
            <a:r>
              <a:rPr lang="en-IN" dirty="0" err="1"/>
              <a:t>sed</a:t>
            </a:r>
            <a:r>
              <a:rPr lang="en-IN" dirty="0"/>
              <a:t> do </a:t>
            </a:r>
            <a:r>
              <a:rPr lang="en-IN" dirty="0" err="1"/>
              <a:t>eiusmod</a:t>
            </a:r>
            <a:r>
              <a:rPr lang="en-IN" dirty="0"/>
              <a:t> </a:t>
            </a:r>
            <a:r>
              <a:rPr lang="en-IN" dirty="0" err="1"/>
              <a:t>tempor</a:t>
            </a:r>
            <a:r>
              <a:rPr lang="en-IN" dirty="0"/>
              <a:t> </a:t>
            </a:r>
            <a:r>
              <a:rPr lang="en-IN" dirty="0" err="1"/>
              <a:t>incididunt</a:t>
            </a:r>
            <a:r>
              <a:rPr lang="en-IN" dirty="0"/>
              <a:t> </a:t>
            </a:r>
            <a:r>
              <a:rPr lang="en-IN" dirty="0" err="1"/>
              <a:t>ut</a:t>
            </a:r>
            <a:r>
              <a:rPr lang="en-IN" dirty="0"/>
              <a:t> </a:t>
            </a:r>
            <a:r>
              <a:rPr lang="en-IN" dirty="0" err="1"/>
              <a:t>labore</a:t>
            </a:r>
            <a:r>
              <a:rPr lang="en-IN" dirty="0"/>
              <a:t> et dolore magna </a:t>
            </a:r>
            <a:r>
              <a:rPr lang="en-IN" dirty="0" err="1"/>
              <a:t>aliqua</a:t>
            </a:r>
            <a:r>
              <a:rPr lang="en-IN" dirty="0"/>
              <a:t>. </a:t>
            </a:r>
            <a:endParaRPr lang="en-US" dirty="0"/>
          </a:p>
        </p:txBody>
      </p:sp>
      <p:cxnSp>
        <p:nvCxnSpPr>
          <p:cNvPr id="28" name="Straight Connector 27">
            <a:extLst>
              <a:ext uri="{FF2B5EF4-FFF2-40B4-BE49-F238E27FC236}">
                <a16:creationId xmlns:a16="http://schemas.microsoft.com/office/drawing/2014/main" id="{A0082647-1E21-E741-BAE0-54CD63A1A8A2}"/>
              </a:ext>
              <a:ext uri="{C183D7F6-B498-43B3-948B-1728B52AA6E4}">
                <adec:decorative xmlns:adec="http://schemas.microsoft.com/office/drawing/2017/decorative" val="1"/>
              </a:ext>
            </a:extLst>
          </p:cNvPr>
          <p:cNvCxnSpPr>
            <a:cxnSpLocks/>
          </p:cNvCxnSpPr>
          <p:nvPr userDrawn="1"/>
        </p:nvCxnSpPr>
        <p:spPr>
          <a:xfrm>
            <a:off x="5897262" y="1191135"/>
            <a:ext cx="0" cy="3283816"/>
          </a:xfrm>
          <a:prstGeom prst="line">
            <a:avLst/>
          </a:prstGeom>
          <a:ln>
            <a:solidFill>
              <a:srgbClr val="AEA8A2">
                <a:alpha val="50000"/>
              </a:srgbClr>
            </a:solidFill>
          </a:ln>
        </p:spPr>
        <p:style>
          <a:lnRef idx="1">
            <a:schemeClr val="accent1"/>
          </a:lnRef>
          <a:fillRef idx="0">
            <a:schemeClr val="accent1"/>
          </a:fillRef>
          <a:effectRef idx="0">
            <a:schemeClr val="accent1"/>
          </a:effectRef>
          <a:fontRef idx="minor">
            <a:schemeClr val="tx1"/>
          </a:fontRef>
        </p:style>
      </p:cxnSp>
      <p:sp>
        <p:nvSpPr>
          <p:cNvPr id="30" name="Picture Placeholder 2">
            <a:extLst>
              <a:ext uri="{FF2B5EF4-FFF2-40B4-BE49-F238E27FC236}">
                <a16:creationId xmlns:a16="http://schemas.microsoft.com/office/drawing/2014/main" id="{7E0E7E15-3D7B-4123-8321-B073C59133A1}"/>
              </a:ext>
            </a:extLst>
          </p:cNvPr>
          <p:cNvSpPr>
            <a:spLocks noGrp="1" noChangeAspect="1"/>
          </p:cNvSpPr>
          <p:nvPr>
            <p:ph type="pic" sz="quarter" idx="36" hasCustomPrompt="1"/>
          </p:nvPr>
        </p:nvSpPr>
        <p:spPr>
          <a:xfrm>
            <a:off x="6484401" y="1438027"/>
            <a:ext cx="1420403" cy="1273574"/>
          </a:xfrm>
          <a:noFill/>
        </p:spPr>
        <p:txBody>
          <a:bodyPr/>
          <a:lstStyle>
            <a:lvl1pPr>
              <a:defRPr sz="900" b="0" i="0">
                <a:latin typeface="Oracle Sans Light" panose="020B0403020204020204" pitchFamily="34" charset="0"/>
                <a:cs typeface="Oracle Sans Light" panose="020B0403020204020204" pitchFamily="34" charset="0"/>
              </a:defRPr>
            </a:lvl1pPr>
          </a:lstStyle>
          <a:p>
            <a:r>
              <a:rPr lang="en-US" dirty="0"/>
              <a:t>Click to insert icon</a:t>
            </a:r>
          </a:p>
        </p:txBody>
      </p:sp>
      <p:sp>
        <p:nvSpPr>
          <p:cNvPr id="31" name="Text Placeholder 21">
            <a:extLst>
              <a:ext uri="{FF2B5EF4-FFF2-40B4-BE49-F238E27FC236}">
                <a16:creationId xmlns:a16="http://schemas.microsoft.com/office/drawing/2014/main" id="{8C820BCB-F093-47C5-A402-60E80288139D}"/>
              </a:ext>
            </a:extLst>
          </p:cNvPr>
          <p:cNvSpPr>
            <a:spLocks noGrp="1"/>
          </p:cNvSpPr>
          <p:nvPr>
            <p:ph type="body" sz="quarter" idx="37" hasCustomPrompt="1"/>
          </p:nvPr>
        </p:nvSpPr>
        <p:spPr>
          <a:xfrm>
            <a:off x="6486259" y="2987798"/>
            <a:ext cx="1707698" cy="242914"/>
          </a:xfrm>
          <a:prstGeom prst="rect">
            <a:avLst/>
          </a:prstGeom>
          <a:noFill/>
        </p:spPr>
        <p:txBody>
          <a:bodyPr lIns="0" tIns="0" rIns="0" bIns="0"/>
          <a:lstStyle>
            <a:lvl1pPr algn="l">
              <a:lnSpc>
                <a:spcPts val="1410"/>
              </a:lnSpc>
              <a:defRPr sz="1050" b="1" i="0">
                <a:solidFill>
                  <a:schemeClr val="tx1"/>
                </a:solidFill>
                <a:latin typeface="Oracle Sans" panose="020B0503020204020204" pitchFamily="34" charset="0"/>
                <a:cs typeface="Oracle Sans" panose="020B0503020204020204" pitchFamily="34" charset="0"/>
              </a:defRPr>
            </a:lvl1pPr>
          </a:lstStyle>
          <a:p>
            <a:pPr lvl="0"/>
            <a:r>
              <a:rPr lang="en-IN" dirty="0"/>
              <a:t>Subhead goes here.</a:t>
            </a:r>
            <a:endParaRPr lang="en-US" dirty="0"/>
          </a:p>
        </p:txBody>
      </p:sp>
      <p:sp>
        <p:nvSpPr>
          <p:cNvPr id="32" name="Text Placeholder 21">
            <a:extLst>
              <a:ext uri="{FF2B5EF4-FFF2-40B4-BE49-F238E27FC236}">
                <a16:creationId xmlns:a16="http://schemas.microsoft.com/office/drawing/2014/main" id="{F1AF7868-3C5C-49BB-8190-B4107C4DC70C}"/>
              </a:ext>
            </a:extLst>
          </p:cNvPr>
          <p:cNvSpPr>
            <a:spLocks noGrp="1"/>
          </p:cNvSpPr>
          <p:nvPr>
            <p:ph type="body" sz="quarter" idx="38" hasCustomPrompt="1"/>
          </p:nvPr>
        </p:nvSpPr>
        <p:spPr>
          <a:xfrm>
            <a:off x="6486259" y="3283033"/>
            <a:ext cx="1707698" cy="933710"/>
          </a:xfrm>
          <a:prstGeom prst="rect">
            <a:avLst/>
          </a:prstGeom>
          <a:noFill/>
        </p:spPr>
        <p:txBody>
          <a:bodyPr lIns="0" tIns="0" rIns="0" bIns="0"/>
          <a:lstStyle>
            <a:lvl1pPr algn="l">
              <a:lnSpc>
                <a:spcPct val="100000"/>
              </a:lnSpc>
              <a:defRPr sz="900" b="0" i="0">
                <a:solidFill>
                  <a:schemeClr val="tx2"/>
                </a:solidFill>
                <a:latin typeface="Oracle Sans Light" panose="020B0403020204020204" pitchFamily="34" charset="0"/>
                <a:cs typeface="Oracle Sans Light" panose="020B04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r>
              <a:rPr lang="en-IN" dirty="0"/>
              <a:t>, </a:t>
            </a:r>
            <a:r>
              <a:rPr lang="en-IN" dirty="0" err="1"/>
              <a:t>sed</a:t>
            </a:r>
            <a:r>
              <a:rPr lang="en-IN" dirty="0"/>
              <a:t> do </a:t>
            </a:r>
            <a:r>
              <a:rPr lang="en-IN" dirty="0" err="1"/>
              <a:t>eiusmod</a:t>
            </a:r>
            <a:r>
              <a:rPr lang="en-IN" dirty="0"/>
              <a:t> </a:t>
            </a:r>
            <a:r>
              <a:rPr lang="en-IN" dirty="0" err="1"/>
              <a:t>tempor</a:t>
            </a:r>
            <a:r>
              <a:rPr lang="en-IN" dirty="0"/>
              <a:t> </a:t>
            </a:r>
            <a:r>
              <a:rPr lang="en-IN" dirty="0" err="1"/>
              <a:t>incididunt</a:t>
            </a:r>
            <a:r>
              <a:rPr lang="en-IN" dirty="0"/>
              <a:t> </a:t>
            </a:r>
            <a:r>
              <a:rPr lang="en-IN" dirty="0" err="1"/>
              <a:t>ut</a:t>
            </a:r>
            <a:r>
              <a:rPr lang="en-IN" dirty="0"/>
              <a:t> </a:t>
            </a:r>
            <a:r>
              <a:rPr lang="en-IN" dirty="0" err="1"/>
              <a:t>labore</a:t>
            </a:r>
            <a:r>
              <a:rPr lang="en-IN" dirty="0"/>
              <a:t> et dolore magna </a:t>
            </a:r>
            <a:r>
              <a:rPr lang="en-IN" dirty="0" err="1"/>
              <a:t>aliqua</a:t>
            </a:r>
            <a:r>
              <a:rPr lang="en-IN" dirty="0"/>
              <a:t>. </a:t>
            </a:r>
            <a:endParaRPr lang="en-US" dirty="0"/>
          </a:p>
        </p:txBody>
      </p:sp>
      <p:sp>
        <p:nvSpPr>
          <p:cNvPr id="4" name="Slide Number Placeholder 5">
            <a:extLst>
              <a:ext uri="{FF2B5EF4-FFF2-40B4-BE49-F238E27FC236}">
                <a16:creationId xmlns:a16="http://schemas.microsoft.com/office/drawing/2014/main" id="{AE1C95CF-F269-5F1F-6878-E31BB7E6DA51}"/>
              </a:ext>
            </a:extLst>
          </p:cNvPr>
          <p:cNvSpPr>
            <a:spLocks noGrp="1"/>
          </p:cNvSpPr>
          <p:nvPr>
            <p:ph type="sldNum" sz="quarter" idx="40"/>
          </p:nvPr>
        </p:nvSpPr>
        <p:spPr>
          <a:xfrm>
            <a:off x="571500" y="4817745"/>
            <a:ext cx="274320" cy="274320"/>
          </a:xfrm>
        </p:spPr>
        <p:txBody>
          <a:bodyPr/>
          <a:lstStyle>
            <a:lvl1pPr>
              <a:defRPr>
                <a:solidFill>
                  <a:srgbClr val="8B8580"/>
                </a:solidFill>
              </a:defRPr>
            </a:lvl1pPr>
          </a:lstStyle>
          <a:p>
            <a:fld id="{345D60D9-5372-5F40-9443-0F9AE5BDC3C8}" type="slidenum">
              <a:rPr lang="en-US" smtClean="0"/>
              <a:pPr/>
              <a:t>‹#›</a:t>
            </a:fld>
            <a:endParaRPr lang="en-US" dirty="0"/>
          </a:p>
        </p:txBody>
      </p:sp>
      <p:sp>
        <p:nvSpPr>
          <p:cNvPr id="6" name="Footer Placeholder 4">
            <a:extLst>
              <a:ext uri="{FF2B5EF4-FFF2-40B4-BE49-F238E27FC236}">
                <a16:creationId xmlns:a16="http://schemas.microsoft.com/office/drawing/2014/main" id="{4A0783C2-2CC2-5640-FD6B-DEB62ABFFB97}"/>
              </a:ext>
            </a:extLst>
          </p:cNvPr>
          <p:cNvSpPr>
            <a:spLocks noGrp="1"/>
          </p:cNvSpPr>
          <p:nvPr>
            <p:ph type="ftr" sz="quarter" idx="39"/>
          </p:nvPr>
        </p:nvSpPr>
        <p:spPr>
          <a:xfrm>
            <a:off x="845820" y="4817984"/>
            <a:ext cx="4309034" cy="273844"/>
          </a:xfrm>
        </p:spPr>
        <p:txBody>
          <a:bodyPr/>
          <a:lstStyle>
            <a:lvl1pPr>
              <a:defRPr>
                <a:solidFill>
                  <a:srgbClr val="8B8580"/>
                </a:solidFill>
              </a:defRPr>
            </a:lvl1pPr>
          </a:lstStyle>
          <a:p>
            <a:r>
              <a:rPr lang="en-US"/>
              <a:t>Copyright © 2025, Oracle and/or its affiliates |  Confidential: Internal/Restricted/Highly Restricted</a:t>
            </a:r>
            <a:endParaRPr lang="en-US" dirty="0"/>
          </a:p>
        </p:txBody>
      </p:sp>
      <p:sp>
        <p:nvSpPr>
          <p:cNvPr id="7" name="Date Placeholder 3">
            <a:extLst>
              <a:ext uri="{FF2B5EF4-FFF2-40B4-BE49-F238E27FC236}">
                <a16:creationId xmlns:a16="http://schemas.microsoft.com/office/drawing/2014/main" id="{6C7FE1B8-D108-64BE-0789-76ACB40807F7}"/>
              </a:ext>
            </a:extLst>
          </p:cNvPr>
          <p:cNvSpPr>
            <a:spLocks noGrp="1"/>
          </p:cNvSpPr>
          <p:nvPr>
            <p:ph type="dt" sz="half" idx="41"/>
          </p:nvPr>
        </p:nvSpPr>
        <p:spPr>
          <a:xfrm>
            <a:off x="5154854" y="4819203"/>
            <a:ext cx="2057400" cy="272625"/>
          </a:xfrm>
        </p:spPr>
        <p:txBody>
          <a:bodyPr/>
          <a:lstStyle>
            <a:lvl1pPr>
              <a:defRPr>
                <a:solidFill>
                  <a:srgbClr val="8B8580"/>
                </a:solidFill>
              </a:defRPr>
            </a:lvl1pPr>
          </a:lstStyle>
          <a:p>
            <a:r>
              <a:rPr lang="en-US"/>
              <a:t>[Date]</a:t>
            </a:r>
            <a:endParaRPr lang="en-US" dirty="0"/>
          </a:p>
        </p:txBody>
      </p:sp>
    </p:spTree>
    <p:extLst>
      <p:ext uri="{BB962C8B-B14F-4D97-AF65-F5344CB8AC3E}">
        <p14:creationId xmlns:p14="http://schemas.microsoft.com/office/powerpoint/2010/main" val="399154487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3 Icons + Short Copy_Bark">
    <p:bg>
      <p:bgRef idx="1001">
        <a:schemeClr val="bg1"/>
      </p:bgRef>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358B48DD-4D54-4AC7-8AB9-59BEB3B7003A}"/>
              </a:ext>
            </a:extLst>
          </p:cNvPr>
          <p:cNvSpPr>
            <a:spLocks noGrp="1"/>
          </p:cNvSpPr>
          <p:nvPr>
            <p:ph type="title" hasCustomPrompt="1"/>
          </p:nvPr>
        </p:nvSpPr>
        <p:spPr/>
        <p:txBody>
          <a:bodyPr/>
          <a:lstStyle>
            <a:lvl1pPr>
              <a:defRPr b="1" i="0">
                <a:latin typeface="Oracle Sans Tab" panose="020B0503020204020204" pitchFamily="34" charset="0"/>
                <a:cs typeface="Oracle Sans Tab" panose="020B0503020204020204" pitchFamily="34" charset="0"/>
              </a:defRPr>
            </a:lvl1pPr>
          </a:lstStyle>
          <a:p>
            <a:r>
              <a:rPr lang="en-US" dirty="0"/>
              <a:t>Title</a:t>
            </a:r>
          </a:p>
        </p:txBody>
      </p:sp>
      <p:sp>
        <p:nvSpPr>
          <p:cNvPr id="18" name="Picture Placeholder 2">
            <a:extLst>
              <a:ext uri="{FF2B5EF4-FFF2-40B4-BE49-F238E27FC236}">
                <a16:creationId xmlns:a16="http://schemas.microsoft.com/office/drawing/2014/main" id="{6A71FCB8-1058-4D1C-AED7-FAA7D744D71E}"/>
              </a:ext>
            </a:extLst>
          </p:cNvPr>
          <p:cNvSpPr>
            <a:spLocks noGrp="1" noChangeAspect="1"/>
          </p:cNvSpPr>
          <p:nvPr>
            <p:ph type="pic" sz="quarter" idx="26" hasCustomPrompt="1"/>
          </p:nvPr>
        </p:nvSpPr>
        <p:spPr>
          <a:xfrm>
            <a:off x="673375" y="1427940"/>
            <a:ext cx="1420403" cy="1273574"/>
          </a:xfrm>
          <a:noFill/>
        </p:spPr>
        <p:txBody>
          <a:bodyPr/>
          <a:lstStyle>
            <a:lvl1pPr>
              <a:defRPr sz="900" b="0" i="0">
                <a:latin typeface="Oracle Sans Light" panose="020B0403020204020204" pitchFamily="34" charset="0"/>
                <a:cs typeface="Oracle Sans Light" panose="020B0403020204020204" pitchFamily="34" charset="0"/>
              </a:defRPr>
            </a:lvl1pPr>
          </a:lstStyle>
          <a:p>
            <a:r>
              <a:rPr lang="en-US" dirty="0"/>
              <a:t>Click to insert icon</a:t>
            </a:r>
          </a:p>
        </p:txBody>
      </p:sp>
      <p:sp>
        <p:nvSpPr>
          <p:cNvPr id="19" name="Text Placeholder 21">
            <a:extLst>
              <a:ext uri="{FF2B5EF4-FFF2-40B4-BE49-F238E27FC236}">
                <a16:creationId xmlns:a16="http://schemas.microsoft.com/office/drawing/2014/main" id="{86408202-D3B4-402D-BC69-53C3509E8A7B}"/>
              </a:ext>
            </a:extLst>
          </p:cNvPr>
          <p:cNvSpPr>
            <a:spLocks noGrp="1"/>
          </p:cNvSpPr>
          <p:nvPr>
            <p:ph type="body" sz="quarter" idx="25" hasCustomPrompt="1"/>
          </p:nvPr>
        </p:nvSpPr>
        <p:spPr>
          <a:xfrm>
            <a:off x="683335" y="2987798"/>
            <a:ext cx="1707698" cy="242914"/>
          </a:xfrm>
          <a:prstGeom prst="rect">
            <a:avLst/>
          </a:prstGeom>
          <a:noFill/>
        </p:spPr>
        <p:txBody>
          <a:bodyPr lIns="0" tIns="0" rIns="0" bIns="0"/>
          <a:lstStyle>
            <a:lvl1pPr algn="l">
              <a:lnSpc>
                <a:spcPts val="1410"/>
              </a:lnSpc>
              <a:defRPr sz="1050" b="1" i="0">
                <a:solidFill>
                  <a:schemeClr val="tx1"/>
                </a:solidFill>
                <a:latin typeface="Oracle Sans" panose="020B0503020204020204" pitchFamily="34" charset="0"/>
                <a:cs typeface="Oracle Sans" panose="020B0503020204020204" pitchFamily="34" charset="0"/>
              </a:defRPr>
            </a:lvl1pPr>
          </a:lstStyle>
          <a:p>
            <a:pPr lvl="0"/>
            <a:r>
              <a:rPr lang="en-IN" dirty="0"/>
              <a:t>Subhead goes here.</a:t>
            </a:r>
            <a:endParaRPr lang="en-US" dirty="0"/>
          </a:p>
        </p:txBody>
      </p:sp>
      <p:sp>
        <p:nvSpPr>
          <p:cNvPr id="21" name="Text Placeholder 21">
            <a:extLst>
              <a:ext uri="{FF2B5EF4-FFF2-40B4-BE49-F238E27FC236}">
                <a16:creationId xmlns:a16="http://schemas.microsoft.com/office/drawing/2014/main" id="{5CF397F4-2EE2-483E-8C39-8DB6BD107811}"/>
              </a:ext>
            </a:extLst>
          </p:cNvPr>
          <p:cNvSpPr>
            <a:spLocks noGrp="1"/>
          </p:cNvSpPr>
          <p:nvPr>
            <p:ph type="body" sz="quarter" idx="24" hasCustomPrompt="1"/>
          </p:nvPr>
        </p:nvSpPr>
        <p:spPr>
          <a:xfrm>
            <a:off x="683335" y="3283033"/>
            <a:ext cx="1707698" cy="933710"/>
          </a:xfrm>
          <a:prstGeom prst="rect">
            <a:avLst/>
          </a:prstGeom>
          <a:noFill/>
        </p:spPr>
        <p:txBody>
          <a:bodyPr lIns="0" tIns="0" rIns="0" bIns="0"/>
          <a:lstStyle>
            <a:lvl1pPr algn="l">
              <a:lnSpc>
                <a:spcPct val="100000"/>
              </a:lnSpc>
              <a:defRPr sz="900" b="0" i="0">
                <a:solidFill>
                  <a:schemeClr val="tx2"/>
                </a:solidFill>
                <a:latin typeface="Oracle Sans Light" panose="020B0403020204020204" pitchFamily="34" charset="0"/>
                <a:cs typeface="Oracle Sans Light" panose="020B04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r>
              <a:rPr lang="en-IN" dirty="0"/>
              <a:t>, </a:t>
            </a:r>
            <a:r>
              <a:rPr lang="en-IN" dirty="0" err="1"/>
              <a:t>sed</a:t>
            </a:r>
            <a:r>
              <a:rPr lang="en-IN" dirty="0"/>
              <a:t> do </a:t>
            </a:r>
            <a:r>
              <a:rPr lang="en-IN" dirty="0" err="1"/>
              <a:t>eiusmod</a:t>
            </a:r>
            <a:r>
              <a:rPr lang="en-IN" dirty="0"/>
              <a:t> </a:t>
            </a:r>
            <a:r>
              <a:rPr lang="en-IN" dirty="0" err="1"/>
              <a:t>tempor</a:t>
            </a:r>
            <a:r>
              <a:rPr lang="en-IN" dirty="0"/>
              <a:t> </a:t>
            </a:r>
            <a:r>
              <a:rPr lang="en-IN" dirty="0" err="1"/>
              <a:t>incididunt</a:t>
            </a:r>
            <a:r>
              <a:rPr lang="en-IN" dirty="0"/>
              <a:t> </a:t>
            </a:r>
            <a:r>
              <a:rPr lang="en-IN" dirty="0" err="1"/>
              <a:t>ut</a:t>
            </a:r>
            <a:r>
              <a:rPr lang="en-IN" dirty="0"/>
              <a:t> </a:t>
            </a:r>
            <a:r>
              <a:rPr lang="en-IN" dirty="0" err="1"/>
              <a:t>labore</a:t>
            </a:r>
            <a:r>
              <a:rPr lang="en-IN" dirty="0"/>
              <a:t> et dolore magna </a:t>
            </a:r>
            <a:r>
              <a:rPr lang="en-IN" dirty="0" err="1"/>
              <a:t>aliqua</a:t>
            </a:r>
            <a:r>
              <a:rPr lang="en-IN" dirty="0"/>
              <a:t>. </a:t>
            </a:r>
            <a:endParaRPr lang="en-US" dirty="0"/>
          </a:p>
        </p:txBody>
      </p:sp>
      <p:cxnSp>
        <p:nvCxnSpPr>
          <p:cNvPr id="22" name="Straight Connector 21">
            <a:extLst>
              <a:ext uri="{FF2B5EF4-FFF2-40B4-BE49-F238E27FC236}">
                <a16:creationId xmlns:a16="http://schemas.microsoft.com/office/drawing/2014/main" id="{1208D043-EF97-4765-9F13-A77BC3793B55}"/>
              </a:ext>
              <a:ext uri="{C183D7F6-B498-43B3-948B-1728B52AA6E4}">
                <adec:decorative xmlns:adec="http://schemas.microsoft.com/office/drawing/2017/decorative" val="1"/>
              </a:ext>
            </a:extLst>
          </p:cNvPr>
          <p:cNvCxnSpPr>
            <a:cxnSpLocks/>
          </p:cNvCxnSpPr>
          <p:nvPr userDrawn="1"/>
        </p:nvCxnSpPr>
        <p:spPr>
          <a:xfrm>
            <a:off x="3002692" y="1191135"/>
            <a:ext cx="0" cy="3283816"/>
          </a:xfrm>
          <a:prstGeom prst="line">
            <a:avLst/>
          </a:prstGeom>
          <a:ln>
            <a:solidFill>
              <a:srgbClr val="AEA8A2">
                <a:alpha val="50000"/>
              </a:srgbClr>
            </a:solidFill>
          </a:ln>
        </p:spPr>
        <p:style>
          <a:lnRef idx="1">
            <a:schemeClr val="accent1"/>
          </a:lnRef>
          <a:fillRef idx="0">
            <a:schemeClr val="accent1"/>
          </a:fillRef>
          <a:effectRef idx="0">
            <a:schemeClr val="accent1"/>
          </a:effectRef>
          <a:fontRef idx="minor">
            <a:schemeClr val="tx1"/>
          </a:fontRef>
        </p:style>
      </p:cxnSp>
      <p:sp>
        <p:nvSpPr>
          <p:cNvPr id="23" name="Picture Placeholder 2">
            <a:extLst>
              <a:ext uri="{FF2B5EF4-FFF2-40B4-BE49-F238E27FC236}">
                <a16:creationId xmlns:a16="http://schemas.microsoft.com/office/drawing/2014/main" id="{84092946-3931-41BA-A9C4-E37BA2482561}"/>
              </a:ext>
            </a:extLst>
          </p:cNvPr>
          <p:cNvSpPr>
            <a:spLocks noGrp="1" noChangeAspect="1"/>
          </p:cNvSpPr>
          <p:nvPr>
            <p:ph type="pic" sz="quarter" idx="36" hasCustomPrompt="1"/>
          </p:nvPr>
        </p:nvSpPr>
        <p:spPr>
          <a:xfrm>
            <a:off x="3567945" y="1427892"/>
            <a:ext cx="1420403" cy="1273574"/>
          </a:xfrm>
          <a:noFill/>
        </p:spPr>
        <p:txBody>
          <a:bodyPr/>
          <a:lstStyle>
            <a:lvl1pPr>
              <a:defRPr sz="900" b="0" i="0">
                <a:latin typeface="Oracle Sans Light" panose="020B0403020204020204" pitchFamily="34" charset="0"/>
                <a:cs typeface="Oracle Sans Light" panose="020B0403020204020204" pitchFamily="34" charset="0"/>
              </a:defRPr>
            </a:lvl1pPr>
          </a:lstStyle>
          <a:p>
            <a:r>
              <a:rPr lang="en-US" dirty="0"/>
              <a:t>Click to insert icon</a:t>
            </a:r>
          </a:p>
        </p:txBody>
      </p:sp>
      <p:sp>
        <p:nvSpPr>
          <p:cNvPr id="29" name="Text Placeholder 21">
            <a:extLst>
              <a:ext uri="{FF2B5EF4-FFF2-40B4-BE49-F238E27FC236}">
                <a16:creationId xmlns:a16="http://schemas.microsoft.com/office/drawing/2014/main" id="{7A2A35E2-8BA7-45B3-B02C-B531B503587A}"/>
              </a:ext>
            </a:extLst>
          </p:cNvPr>
          <p:cNvSpPr>
            <a:spLocks noGrp="1"/>
          </p:cNvSpPr>
          <p:nvPr>
            <p:ph type="body" sz="quarter" idx="37" hasCustomPrompt="1"/>
          </p:nvPr>
        </p:nvSpPr>
        <p:spPr>
          <a:xfrm>
            <a:off x="3597986" y="2987798"/>
            <a:ext cx="1707698" cy="242914"/>
          </a:xfrm>
          <a:prstGeom prst="rect">
            <a:avLst/>
          </a:prstGeom>
          <a:noFill/>
        </p:spPr>
        <p:txBody>
          <a:bodyPr lIns="0" tIns="0" rIns="0" bIns="0"/>
          <a:lstStyle>
            <a:lvl1pPr algn="l">
              <a:lnSpc>
                <a:spcPts val="1410"/>
              </a:lnSpc>
              <a:defRPr sz="1050" b="1" i="0">
                <a:solidFill>
                  <a:schemeClr val="tx1"/>
                </a:solidFill>
                <a:latin typeface="Oracle Sans" panose="020B0503020204020204" pitchFamily="34" charset="0"/>
                <a:cs typeface="Oracle Sans" panose="020B0503020204020204" pitchFamily="34" charset="0"/>
              </a:defRPr>
            </a:lvl1pPr>
          </a:lstStyle>
          <a:p>
            <a:pPr lvl="0"/>
            <a:r>
              <a:rPr lang="en-IN" dirty="0"/>
              <a:t>Subhead goes here.</a:t>
            </a:r>
            <a:endParaRPr lang="en-US" dirty="0"/>
          </a:p>
        </p:txBody>
      </p:sp>
      <p:sp>
        <p:nvSpPr>
          <p:cNvPr id="30" name="Text Placeholder 21">
            <a:extLst>
              <a:ext uri="{FF2B5EF4-FFF2-40B4-BE49-F238E27FC236}">
                <a16:creationId xmlns:a16="http://schemas.microsoft.com/office/drawing/2014/main" id="{B0D928C5-7B1B-4A74-A1EB-B0C408189CAC}"/>
              </a:ext>
            </a:extLst>
          </p:cNvPr>
          <p:cNvSpPr>
            <a:spLocks noGrp="1"/>
          </p:cNvSpPr>
          <p:nvPr>
            <p:ph type="body" sz="quarter" idx="38" hasCustomPrompt="1"/>
          </p:nvPr>
        </p:nvSpPr>
        <p:spPr>
          <a:xfrm>
            <a:off x="3597986" y="3283033"/>
            <a:ext cx="1707698" cy="933710"/>
          </a:xfrm>
          <a:prstGeom prst="rect">
            <a:avLst/>
          </a:prstGeom>
          <a:noFill/>
        </p:spPr>
        <p:txBody>
          <a:bodyPr lIns="0" tIns="0" rIns="0" bIns="0"/>
          <a:lstStyle>
            <a:lvl1pPr algn="l">
              <a:lnSpc>
                <a:spcPct val="100000"/>
              </a:lnSpc>
              <a:defRPr sz="900" b="0" i="0">
                <a:solidFill>
                  <a:schemeClr val="tx2"/>
                </a:solidFill>
                <a:latin typeface="Oracle Sans Light" panose="020B0403020204020204" pitchFamily="34" charset="0"/>
                <a:cs typeface="Oracle Sans Light" panose="020B04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r>
              <a:rPr lang="en-IN" dirty="0"/>
              <a:t>, </a:t>
            </a:r>
            <a:r>
              <a:rPr lang="en-IN" dirty="0" err="1"/>
              <a:t>sed</a:t>
            </a:r>
            <a:r>
              <a:rPr lang="en-IN" dirty="0"/>
              <a:t> do </a:t>
            </a:r>
            <a:r>
              <a:rPr lang="en-IN" dirty="0" err="1"/>
              <a:t>eiusmod</a:t>
            </a:r>
            <a:r>
              <a:rPr lang="en-IN" dirty="0"/>
              <a:t> </a:t>
            </a:r>
            <a:r>
              <a:rPr lang="en-IN" dirty="0" err="1"/>
              <a:t>tempor</a:t>
            </a:r>
            <a:r>
              <a:rPr lang="en-IN" dirty="0"/>
              <a:t> </a:t>
            </a:r>
            <a:r>
              <a:rPr lang="en-IN" dirty="0" err="1"/>
              <a:t>incididunt</a:t>
            </a:r>
            <a:r>
              <a:rPr lang="en-IN" dirty="0"/>
              <a:t> </a:t>
            </a:r>
            <a:r>
              <a:rPr lang="en-IN" dirty="0" err="1"/>
              <a:t>ut</a:t>
            </a:r>
            <a:r>
              <a:rPr lang="en-IN" dirty="0"/>
              <a:t> </a:t>
            </a:r>
            <a:r>
              <a:rPr lang="en-IN" dirty="0" err="1"/>
              <a:t>labore</a:t>
            </a:r>
            <a:r>
              <a:rPr lang="en-IN" dirty="0"/>
              <a:t> et dolore magna </a:t>
            </a:r>
            <a:r>
              <a:rPr lang="en-IN" dirty="0" err="1"/>
              <a:t>aliqua</a:t>
            </a:r>
            <a:r>
              <a:rPr lang="en-IN" dirty="0"/>
              <a:t>. </a:t>
            </a:r>
            <a:endParaRPr lang="en-US" dirty="0"/>
          </a:p>
        </p:txBody>
      </p:sp>
      <p:cxnSp>
        <p:nvCxnSpPr>
          <p:cNvPr id="31" name="Straight Connector 30">
            <a:extLst>
              <a:ext uri="{FF2B5EF4-FFF2-40B4-BE49-F238E27FC236}">
                <a16:creationId xmlns:a16="http://schemas.microsoft.com/office/drawing/2014/main" id="{0207CEA5-E0D9-46EA-99DE-2685FB0C8C09}"/>
              </a:ext>
              <a:ext uri="{C183D7F6-B498-43B3-948B-1728B52AA6E4}">
                <adec:decorative xmlns:adec="http://schemas.microsoft.com/office/drawing/2017/decorative" val="1"/>
              </a:ext>
            </a:extLst>
          </p:cNvPr>
          <p:cNvCxnSpPr>
            <a:cxnSpLocks/>
          </p:cNvCxnSpPr>
          <p:nvPr userDrawn="1"/>
        </p:nvCxnSpPr>
        <p:spPr>
          <a:xfrm>
            <a:off x="5897262" y="1191135"/>
            <a:ext cx="0" cy="3283816"/>
          </a:xfrm>
          <a:prstGeom prst="line">
            <a:avLst/>
          </a:prstGeom>
          <a:ln>
            <a:solidFill>
              <a:srgbClr val="AEA8A2">
                <a:alpha val="50000"/>
              </a:srgbClr>
            </a:solidFill>
          </a:ln>
        </p:spPr>
        <p:style>
          <a:lnRef idx="1">
            <a:schemeClr val="accent1"/>
          </a:lnRef>
          <a:fillRef idx="0">
            <a:schemeClr val="accent1"/>
          </a:fillRef>
          <a:effectRef idx="0">
            <a:schemeClr val="accent1"/>
          </a:effectRef>
          <a:fontRef idx="minor">
            <a:schemeClr val="tx1"/>
          </a:fontRef>
        </p:style>
      </p:cxnSp>
      <p:sp>
        <p:nvSpPr>
          <p:cNvPr id="32" name="Picture Placeholder 2">
            <a:extLst>
              <a:ext uri="{FF2B5EF4-FFF2-40B4-BE49-F238E27FC236}">
                <a16:creationId xmlns:a16="http://schemas.microsoft.com/office/drawing/2014/main" id="{E9839675-3836-4943-9E7E-492470598773}"/>
              </a:ext>
            </a:extLst>
          </p:cNvPr>
          <p:cNvSpPr>
            <a:spLocks noGrp="1" noChangeAspect="1"/>
          </p:cNvSpPr>
          <p:nvPr>
            <p:ph type="pic" sz="quarter" idx="39" hasCustomPrompt="1"/>
          </p:nvPr>
        </p:nvSpPr>
        <p:spPr>
          <a:xfrm>
            <a:off x="6462590" y="1446600"/>
            <a:ext cx="1420403" cy="1273574"/>
          </a:xfrm>
          <a:noFill/>
        </p:spPr>
        <p:txBody>
          <a:bodyPr/>
          <a:lstStyle>
            <a:lvl1pPr>
              <a:defRPr sz="900" b="0" i="0">
                <a:latin typeface="Oracle Sans Light" panose="020B0403020204020204" pitchFamily="34" charset="0"/>
                <a:cs typeface="Oracle Sans Light" panose="020B0403020204020204" pitchFamily="34" charset="0"/>
              </a:defRPr>
            </a:lvl1pPr>
          </a:lstStyle>
          <a:p>
            <a:r>
              <a:rPr lang="en-US" dirty="0"/>
              <a:t>Click to insert icon</a:t>
            </a:r>
          </a:p>
        </p:txBody>
      </p:sp>
      <p:sp>
        <p:nvSpPr>
          <p:cNvPr id="33" name="Text Placeholder 21">
            <a:extLst>
              <a:ext uri="{FF2B5EF4-FFF2-40B4-BE49-F238E27FC236}">
                <a16:creationId xmlns:a16="http://schemas.microsoft.com/office/drawing/2014/main" id="{987833E9-276C-4353-BF31-4FC33134EEAE}"/>
              </a:ext>
            </a:extLst>
          </p:cNvPr>
          <p:cNvSpPr>
            <a:spLocks noGrp="1"/>
          </p:cNvSpPr>
          <p:nvPr>
            <p:ph type="body" sz="quarter" idx="40" hasCustomPrompt="1"/>
          </p:nvPr>
        </p:nvSpPr>
        <p:spPr>
          <a:xfrm>
            <a:off x="6486259" y="2987798"/>
            <a:ext cx="1707698" cy="242914"/>
          </a:xfrm>
          <a:prstGeom prst="rect">
            <a:avLst/>
          </a:prstGeom>
          <a:noFill/>
        </p:spPr>
        <p:txBody>
          <a:bodyPr lIns="0" tIns="0" rIns="0" bIns="0"/>
          <a:lstStyle>
            <a:lvl1pPr algn="l">
              <a:lnSpc>
                <a:spcPts val="1410"/>
              </a:lnSpc>
              <a:defRPr sz="1050" b="1" i="0">
                <a:solidFill>
                  <a:schemeClr val="tx1"/>
                </a:solidFill>
                <a:latin typeface="Oracle Sans" panose="020B0503020204020204" pitchFamily="34" charset="0"/>
                <a:cs typeface="Oracle Sans" panose="020B0503020204020204" pitchFamily="34" charset="0"/>
              </a:defRPr>
            </a:lvl1pPr>
          </a:lstStyle>
          <a:p>
            <a:pPr lvl="0"/>
            <a:r>
              <a:rPr lang="en-IN" dirty="0"/>
              <a:t>Subhead goes here.</a:t>
            </a:r>
            <a:endParaRPr lang="en-US" dirty="0"/>
          </a:p>
        </p:txBody>
      </p:sp>
      <p:sp>
        <p:nvSpPr>
          <p:cNvPr id="34" name="Text Placeholder 21">
            <a:extLst>
              <a:ext uri="{FF2B5EF4-FFF2-40B4-BE49-F238E27FC236}">
                <a16:creationId xmlns:a16="http://schemas.microsoft.com/office/drawing/2014/main" id="{4565DAAC-922E-4C75-A762-C6B54070F7DC}"/>
              </a:ext>
            </a:extLst>
          </p:cNvPr>
          <p:cNvSpPr>
            <a:spLocks noGrp="1"/>
          </p:cNvSpPr>
          <p:nvPr>
            <p:ph type="body" sz="quarter" idx="41" hasCustomPrompt="1"/>
          </p:nvPr>
        </p:nvSpPr>
        <p:spPr>
          <a:xfrm>
            <a:off x="6486259" y="3283033"/>
            <a:ext cx="1707698" cy="933710"/>
          </a:xfrm>
          <a:prstGeom prst="rect">
            <a:avLst/>
          </a:prstGeom>
          <a:noFill/>
        </p:spPr>
        <p:txBody>
          <a:bodyPr lIns="0" tIns="0" rIns="0" bIns="0"/>
          <a:lstStyle>
            <a:lvl1pPr algn="l">
              <a:lnSpc>
                <a:spcPct val="100000"/>
              </a:lnSpc>
              <a:defRPr sz="900" b="0" i="0">
                <a:solidFill>
                  <a:schemeClr val="tx2"/>
                </a:solidFill>
                <a:latin typeface="Oracle Sans Light" panose="020B0403020204020204" pitchFamily="34" charset="0"/>
                <a:cs typeface="Oracle Sans Light" panose="020B04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r>
              <a:rPr lang="en-IN" dirty="0"/>
              <a:t>, </a:t>
            </a:r>
            <a:r>
              <a:rPr lang="en-IN" dirty="0" err="1"/>
              <a:t>sed</a:t>
            </a:r>
            <a:r>
              <a:rPr lang="en-IN" dirty="0"/>
              <a:t> do </a:t>
            </a:r>
            <a:r>
              <a:rPr lang="en-IN" dirty="0" err="1"/>
              <a:t>eiusmod</a:t>
            </a:r>
            <a:r>
              <a:rPr lang="en-IN" dirty="0"/>
              <a:t> </a:t>
            </a:r>
            <a:r>
              <a:rPr lang="en-IN" dirty="0" err="1"/>
              <a:t>tempor</a:t>
            </a:r>
            <a:r>
              <a:rPr lang="en-IN" dirty="0"/>
              <a:t> </a:t>
            </a:r>
            <a:r>
              <a:rPr lang="en-IN" dirty="0" err="1"/>
              <a:t>incididunt</a:t>
            </a:r>
            <a:r>
              <a:rPr lang="en-IN" dirty="0"/>
              <a:t> </a:t>
            </a:r>
            <a:r>
              <a:rPr lang="en-IN" dirty="0" err="1"/>
              <a:t>ut</a:t>
            </a:r>
            <a:r>
              <a:rPr lang="en-IN" dirty="0"/>
              <a:t> </a:t>
            </a:r>
            <a:r>
              <a:rPr lang="en-IN" dirty="0" err="1"/>
              <a:t>labore</a:t>
            </a:r>
            <a:r>
              <a:rPr lang="en-IN" dirty="0"/>
              <a:t> et dolore magna </a:t>
            </a:r>
            <a:r>
              <a:rPr lang="en-IN" dirty="0" err="1"/>
              <a:t>aliqua</a:t>
            </a:r>
            <a:r>
              <a:rPr lang="en-IN" dirty="0"/>
              <a:t>. </a:t>
            </a:r>
            <a:endParaRPr lang="en-US" dirty="0"/>
          </a:p>
        </p:txBody>
      </p:sp>
      <p:sp>
        <p:nvSpPr>
          <p:cNvPr id="3" name="Slide Number Placeholder 7">
            <a:extLst>
              <a:ext uri="{FF2B5EF4-FFF2-40B4-BE49-F238E27FC236}">
                <a16:creationId xmlns:a16="http://schemas.microsoft.com/office/drawing/2014/main" id="{5A0974C6-C212-3FF6-272B-1E590EAB2414}"/>
              </a:ext>
            </a:extLst>
          </p:cNvPr>
          <p:cNvSpPr>
            <a:spLocks noGrp="1"/>
          </p:cNvSpPr>
          <p:nvPr>
            <p:ph type="sldNum" sz="quarter" idx="17"/>
          </p:nvPr>
        </p:nvSpPr>
        <p:spPr>
          <a:xfrm>
            <a:off x="571500" y="4817745"/>
            <a:ext cx="274320" cy="27432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5" name="Footer Placeholder 6">
            <a:extLst>
              <a:ext uri="{FF2B5EF4-FFF2-40B4-BE49-F238E27FC236}">
                <a16:creationId xmlns:a16="http://schemas.microsoft.com/office/drawing/2014/main" id="{6B45FBD9-309C-A1EF-19DC-AD08DF2D3116}"/>
              </a:ext>
            </a:extLst>
          </p:cNvPr>
          <p:cNvSpPr>
            <a:spLocks noGrp="1"/>
          </p:cNvSpPr>
          <p:nvPr>
            <p:ph type="ftr" sz="quarter" idx="16"/>
          </p:nvPr>
        </p:nvSpPr>
        <p:spPr>
          <a:xfrm>
            <a:off x="845820" y="4817984"/>
            <a:ext cx="4309034" cy="273844"/>
          </a:xfrm>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7" name="Date Placeholder 4">
            <a:extLst>
              <a:ext uri="{FF2B5EF4-FFF2-40B4-BE49-F238E27FC236}">
                <a16:creationId xmlns:a16="http://schemas.microsoft.com/office/drawing/2014/main" id="{BAB37F75-4F51-690A-4737-E310B394D9CA}"/>
              </a:ext>
            </a:extLst>
          </p:cNvPr>
          <p:cNvSpPr>
            <a:spLocks noGrp="1"/>
          </p:cNvSpPr>
          <p:nvPr>
            <p:ph type="dt" sz="half" idx="15"/>
          </p:nvPr>
        </p:nvSpPr>
        <p:spPr>
          <a:xfrm>
            <a:off x="5154854" y="4819203"/>
            <a:ext cx="2057400" cy="272625"/>
          </a:xfrm>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4090591154"/>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4 Icons + Short Copy_White_Pillar">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9FC0DC-6C36-4AC7-90FE-9BE28E17F1BF}"/>
              </a:ext>
            </a:extLst>
          </p:cNvPr>
          <p:cNvSpPr>
            <a:spLocks noGrp="1"/>
          </p:cNvSpPr>
          <p:nvPr>
            <p:ph type="title" hasCustomPrompt="1"/>
          </p:nvPr>
        </p:nvSpPr>
        <p:spPr/>
        <p:txBody>
          <a:bodyPr/>
          <a:lstStyle>
            <a:lvl1pPr>
              <a:defRPr b="1" i="0">
                <a:latin typeface="Oracle Sans Tab" panose="020B0503020204020204" pitchFamily="34" charset="0"/>
                <a:cs typeface="Oracle Sans Tab" panose="020B0503020204020204" pitchFamily="34" charset="0"/>
              </a:defRPr>
            </a:lvl1pPr>
          </a:lstStyle>
          <a:p>
            <a:r>
              <a:rPr lang="en-US" dirty="0"/>
              <a:t>Title</a:t>
            </a:r>
          </a:p>
        </p:txBody>
      </p:sp>
      <p:sp>
        <p:nvSpPr>
          <p:cNvPr id="3" name="Picture Placeholder 2">
            <a:extLst>
              <a:ext uri="{FF2B5EF4-FFF2-40B4-BE49-F238E27FC236}">
                <a16:creationId xmlns:a16="http://schemas.microsoft.com/office/drawing/2014/main" id="{C4A0F212-7687-B242-8162-FFAC910A60EF}"/>
              </a:ext>
            </a:extLst>
          </p:cNvPr>
          <p:cNvSpPr>
            <a:spLocks noGrp="1" noChangeAspect="1"/>
          </p:cNvSpPr>
          <p:nvPr>
            <p:ph type="pic" sz="quarter" idx="26" hasCustomPrompt="1"/>
          </p:nvPr>
        </p:nvSpPr>
        <p:spPr>
          <a:xfrm>
            <a:off x="571500" y="1421453"/>
            <a:ext cx="1216219" cy="1143858"/>
          </a:xfrm>
          <a:noFill/>
        </p:spPr>
        <p:txBody>
          <a:bodyPr/>
          <a:lstStyle>
            <a:lvl1pPr>
              <a:defRPr sz="900" b="0" i="0">
                <a:latin typeface="Oracle Sans Light" panose="020B0403020204020204" pitchFamily="34" charset="0"/>
                <a:cs typeface="Oracle Sans Light" panose="020B0403020204020204" pitchFamily="34" charset="0"/>
              </a:defRPr>
            </a:lvl1pPr>
          </a:lstStyle>
          <a:p>
            <a:r>
              <a:rPr lang="en-US" dirty="0"/>
              <a:t>Click to insert icon</a:t>
            </a:r>
          </a:p>
        </p:txBody>
      </p:sp>
      <p:sp>
        <p:nvSpPr>
          <p:cNvPr id="14" name="Text Placeholder 21">
            <a:extLst>
              <a:ext uri="{FF2B5EF4-FFF2-40B4-BE49-F238E27FC236}">
                <a16:creationId xmlns:a16="http://schemas.microsoft.com/office/drawing/2014/main" id="{920A2EEA-131E-DA4C-92C3-898A80B8B561}"/>
              </a:ext>
            </a:extLst>
          </p:cNvPr>
          <p:cNvSpPr>
            <a:spLocks noGrp="1"/>
          </p:cNvSpPr>
          <p:nvPr>
            <p:ph type="body" sz="quarter" idx="25" hasCustomPrompt="1"/>
          </p:nvPr>
        </p:nvSpPr>
        <p:spPr>
          <a:xfrm>
            <a:off x="571499" y="2987798"/>
            <a:ext cx="1610239" cy="242914"/>
          </a:xfrm>
          <a:prstGeom prst="rect">
            <a:avLst/>
          </a:prstGeom>
          <a:noFill/>
        </p:spPr>
        <p:txBody>
          <a:bodyPr lIns="0" tIns="0" rIns="0" bIns="0"/>
          <a:lstStyle>
            <a:lvl1pPr algn="l">
              <a:lnSpc>
                <a:spcPts val="1410"/>
              </a:lnSpc>
              <a:defRPr sz="1050" b="1" i="0">
                <a:solidFill>
                  <a:schemeClr val="tx1"/>
                </a:solidFill>
                <a:latin typeface="Oracle Sans" panose="020B0503020204020204" pitchFamily="34" charset="0"/>
                <a:cs typeface="Oracle Sans" panose="020B0503020204020204" pitchFamily="34" charset="0"/>
              </a:defRPr>
            </a:lvl1pPr>
          </a:lstStyle>
          <a:p>
            <a:pPr lvl="0"/>
            <a:r>
              <a:rPr lang="en-IN" dirty="0"/>
              <a:t>Subhead goes here.</a:t>
            </a:r>
            <a:endParaRPr lang="en-US" dirty="0"/>
          </a:p>
        </p:txBody>
      </p:sp>
      <p:sp>
        <p:nvSpPr>
          <p:cNvPr id="11" name="Text Placeholder 21">
            <a:extLst>
              <a:ext uri="{FF2B5EF4-FFF2-40B4-BE49-F238E27FC236}">
                <a16:creationId xmlns:a16="http://schemas.microsoft.com/office/drawing/2014/main" id="{442F0FF9-B575-DD4A-AF68-999EE8B4FE0D}"/>
              </a:ext>
            </a:extLst>
          </p:cNvPr>
          <p:cNvSpPr>
            <a:spLocks noGrp="1"/>
          </p:cNvSpPr>
          <p:nvPr>
            <p:ph type="body" sz="quarter" idx="24" hasCustomPrompt="1"/>
          </p:nvPr>
        </p:nvSpPr>
        <p:spPr>
          <a:xfrm>
            <a:off x="571499" y="3283033"/>
            <a:ext cx="1610239" cy="933710"/>
          </a:xfrm>
          <a:prstGeom prst="rect">
            <a:avLst/>
          </a:prstGeom>
          <a:noFill/>
        </p:spPr>
        <p:txBody>
          <a:bodyPr lIns="0" tIns="0" rIns="0" bIns="0"/>
          <a:lstStyle>
            <a:lvl1pPr algn="l">
              <a:lnSpc>
                <a:spcPct val="100000"/>
              </a:lnSpc>
              <a:defRPr sz="900" b="0" i="0">
                <a:solidFill>
                  <a:schemeClr val="tx2"/>
                </a:solidFill>
                <a:latin typeface="Oracle Sans Light" panose="020B0403020204020204" pitchFamily="34" charset="0"/>
                <a:cs typeface="Oracle Sans Light" panose="020B04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r>
              <a:rPr lang="en-IN" dirty="0"/>
              <a:t>, </a:t>
            </a:r>
            <a:r>
              <a:rPr lang="en-IN" dirty="0" err="1"/>
              <a:t>sed</a:t>
            </a:r>
            <a:r>
              <a:rPr lang="en-IN" dirty="0"/>
              <a:t> do </a:t>
            </a:r>
            <a:r>
              <a:rPr lang="en-IN" dirty="0" err="1"/>
              <a:t>eiusmod</a:t>
            </a:r>
            <a:r>
              <a:rPr lang="en-IN" dirty="0"/>
              <a:t> </a:t>
            </a:r>
            <a:r>
              <a:rPr lang="en-IN" dirty="0" err="1"/>
              <a:t>tempor</a:t>
            </a:r>
            <a:r>
              <a:rPr lang="en-IN" dirty="0"/>
              <a:t> </a:t>
            </a:r>
            <a:r>
              <a:rPr lang="en-IN" dirty="0" err="1"/>
              <a:t>incididunt</a:t>
            </a:r>
            <a:r>
              <a:rPr lang="en-IN" dirty="0"/>
              <a:t> </a:t>
            </a:r>
            <a:r>
              <a:rPr lang="en-IN" dirty="0" err="1"/>
              <a:t>ut</a:t>
            </a:r>
            <a:r>
              <a:rPr lang="en-IN" dirty="0"/>
              <a:t> </a:t>
            </a:r>
            <a:r>
              <a:rPr lang="en-IN" dirty="0" err="1"/>
              <a:t>labore</a:t>
            </a:r>
            <a:r>
              <a:rPr lang="en-IN" dirty="0"/>
              <a:t> et dolore magna </a:t>
            </a:r>
            <a:r>
              <a:rPr lang="en-IN" dirty="0" err="1"/>
              <a:t>aliqua</a:t>
            </a:r>
            <a:r>
              <a:rPr lang="en-IN" dirty="0"/>
              <a:t>. </a:t>
            </a:r>
            <a:endParaRPr lang="en-US" dirty="0"/>
          </a:p>
        </p:txBody>
      </p:sp>
      <p:cxnSp>
        <p:nvCxnSpPr>
          <p:cNvPr id="5" name="Straight Connector 4">
            <a:extLst>
              <a:ext uri="{FF2B5EF4-FFF2-40B4-BE49-F238E27FC236}">
                <a16:creationId xmlns:a16="http://schemas.microsoft.com/office/drawing/2014/main" id="{64BB08A7-EFFF-E144-B8F2-3D5B80F0DC46}"/>
              </a:ext>
              <a:ext uri="{C183D7F6-B498-43B3-948B-1728B52AA6E4}">
                <adec:decorative xmlns:adec="http://schemas.microsoft.com/office/drawing/2017/decorative" val="1"/>
              </a:ext>
            </a:extLst>
          </p:cNvPr>
          <p:cNvCxnSpPr>
            <a:cxnSpLocks/>
          </p:cNvCxnSpPr>
          <p:nvPr userDrawn="1"/>
        </p:nvCxnSpPr>
        <p:spPr>
          <a:xfrm>
            <a:off x="2411760" y="1191135"/>
            <a:ext cx="0" cy="3283816"/>
          </a:xfrm>
          <a:prstGeom prst="line">
            <a:avLst/>
          </a:prstGeom>
          <a:ln>
            <a:solidFill>
              <a:srgbClr val="AEA8A2">
                <a:alpha val="50000"/>
              </a:srgb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A0082647-1E21-E741-BAE0-54CD63A1A8A2}"/>
              </a:ext>
              <a:ext uri="{C183D7F6-B498-43B3-948B-1728B52AA6E4}">
                <adec:decorative xmlns:adec="http://schemas.microsoft.com/office/drawing/2017/decorative" val="1"/>
              </a:ext>
            </a:extLst>
          </p:cNvPr>
          <p:cNvCxnSpPr>
            <a:cxnSpLocks/>
          </p:cNvCxnSpPr>
          <p:nvPr userDrawn="1"/>
        </p:nvCxnSpPr>
        <p:spPr>
          <a:xfrm>
            <a:off x="4544997" y="1191135"/>
            <a:ext cx="0" cy="3283816"/>
          </a:xfrm>
          <a:prstGeom prst="line">
            <a:avLst/>
          </a:prstGeom>
          <a:ln>
            <a:solidFill>
              <a:srgbClr val="AEA8A2">
                <a:alpha val="50000"/>
              </a:srgbClr>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2A95C0C8-A9EF-0101-ADC4-0B4752129264}"/>
              </a:ext>
              <a:ext uri="{C183D7F6-B498-43B3-948B-1728B52AA6E4}">
                <adec:decorative xmlns:adec="http://schemas.microsoft.com/office/drawing/2017/decorative" val="1"/>
              </a:ext>
            </a:extLst>
          </p:cNvPr>
          <p:cNvCxnSpPr>
            <a:cxnSpLocks/>
          </p:cNvCxnSpPr>
          <p:nvPr userDrawn="1"/>
        </p:nvCxnSpPr>
        <p:spPr>
          <a:xfrm>
            <a:off x="6678234" y="1191135"/>
            <a:ext cx="0" cy="3283816"/>
          </a:xfrm>
          <a:prstGeom prst="line">
            <a:avLst/>
          </a:prstGeom>
          <a:ln>
            <a:solidFill>
              <a:srgbClr val="AEA8A2">
                <a:alpha val="50000"/>
              </a:srgbClr>
            </a:solidFill>
          </a:ln>
        </p:spPr>
        <p:style>
          <a:lnRef idx="1">
            <a:schemeClr val="accent1"/>
          </a:lnRef>
          <a:fillRef idx="0">
            <a:schemeClr val="accent1"/>
          </a:fillRef>
          <a:effectRef idx="0">
            <a:schemeClr val="accent1"/>
          </a:effectRef>
          <a:fontRef idx="minor">
            <a:schemeClr val="tx1"/>
          </a:fontRef>
        </p:style>
      </p:cxnSp>
      <p:sp>
        <p:nvSpPr>
          <p:cNvPr id="37" name="Picture Placeholder 2">
            <a:extLst>
              <a:ext uri="{FF2B5EF4-FFF2-40B4-BE49-F238E27FC236}">
                <a16:creationId xmlns:a16="http://schemas.microsoft.com/office/drawing/2014/main" id="{452D8958-2BA3-E8C4-A349-9B8D38EFEEBE}"/>
              </a:ext>
            </a:extLst>
          </p:cNvPr>
          <p:cNvSpPr>
            <a:spLocks noGrp="1" noChangeAspect="1"/>
          </p:cNvSpPr>
          <p:nvPr>
            <p:ph type="pic" sz="quarter" idx="42" hasCustomPrompt="1"/>
          </p:nvPr>
        </p:nvSpPr>
        <p:spPr>
          <a:xfrm>
            <a:off x="2668914" y="1427892"/>
            <a:ext cx="1216219" cy="1143858"/>
          </a:xfrm>
          <a:noFill/>
        </p:spPr>
        <p:txBody>
          <a:bodyPr/>
          <a:lstStyle>
            <a:lvl1pPr>
              <a:defRPr sz="900" b="0" i="0">
                <a:latin typeface="Oracle Sans Light" panose="020B0403020204020204" pitchFamily="34" charset="0"/>
                <a:cs typeface="Oracle Sans Light" panose="020B0403020204020204" pitchFamily="34" charset="0"/>
              </a:defRPr>
            </a:lvl1pPr>
          </a:lstStyle>
          <a:p>
            <a:r>
              <a:rPr lang="en-US" dirty="0"/>
              <a:t>Click to insert icon</a:t>
            </a:r>
          </a:p>
        </p:txBody>
      </p:sp>
      <p:sp>
        <p:nvSpPr>
          <p:cNvPr id="38" name="Text Placeholder 21">
            <a:extLst>
              <a:ext uri="{FF2B5EF4-FFF2-40B4-BE49-F238E27FC236}">
                <a16:creationId xmlns:a16="http://schemas.microsoft.com/office/drawing/2014/main" id="{F38723C6-3426-0DED-BB4F-97CEC3A55F6D}"/>
              </a:ext>
            </a:extLst>
          </p:cNvPr>
          <p:cNvSpPr>
            <a:spLocks noGrp="1"/>
          </p:cNvSpPr>
          <p:nvPr>
            <p:ph type="body" sz="quarter" idx="43" hasCustomPrompt="1"/>
          </p:nvPr>
        </p:nvSpPr>
        <p:spPr>
          <a:xfrm>
            <a:off x="2667000" y="2987798"/>
            <a:ext cx="1610239" cy="242914"/>
          </a:xfrm>
          <a:prstGeom prst="rect">
            <a:avLst/>
          </a:prstGeom>
          <a:noFill/>
        </p:spPr>
        <p:txBody>
          <a:bodyPr lIns="0" tIns="0" rIns="0" bIns="0"/>
          <a:lstStyle>
            <a:lvl1pPr algn="l">
              <a:lnSpc>
                <a:spcPts val="1410"/>
              </a:lnSpc>
              <a:defRPr sz="1050" b="1" i="0">
                <a:solidFill>
                  <a:schemeClr val="tx1"/>
                </a:solidFill>
                <a:latin typeface="Oracle Sans" panose="020B0503020204020204" pitchFamily="34" charset="0"/>
                <a:cs typeface="Oracle Sans" panose="020B0503020204020204" pitchFamily="34" charset="0"/>
              </a:defRPr>
            </a:lvl1pPr>
          </a:lstStyle>
          <a:p>
            <a:pPr lvl="0"/>
            <a:r>
              <a:rPr lang="en-IN" dirty="0"/>
              <a:t>Subhead goes here.</a:t>
            </a:r>
            <a:endParaRPr lang="en-US" dirty="0"/>
          </a:p>
        </p:txBody>
      </p:sp>
      <p:sp>
        <p:nvSpPr>
          <p:cNvPr id="39" name="Text Placeholder 21">
            <a:extLst>
              <a:ext uri="{FF2B5EF4-FFF2-40B4-BE49-F238E27FC236}">
                <a16:creationId xmlns:a16="http://schemas.microsoft.com/office/drawing/2014/main" id="{C5BD3347-4E6D-B757-FB79-D3160FB48D01}"/>
              </a:ext>
            </a:extLst>
          </p:cNvPr>
          <p:cNvSpPr>
            <a:spLocks noGrp="1"/>
          </p:cNvSpPr>
          <p:nvPr>
            <p:ph type="body" sz="quarter" idx="44" hasCustomPrompt="1"/>
          </p:nvPr>
        </p:nvSpPr>
        <p:spPr>
          <a:xfrm>
            <a:off x="2667000" y="3283033"/>
            <a:ext cx="1610239" cy="933710"/>
          </a:xfrm>
          <a:prstGeom prst="rect">
            <a:avLst/>
          </a:prstGeom>
          <a:noFill/>
        </p:spPr>
        <p:txBody>
          <a:bodyPr lIns="0" tIns="0" rIns="0" bIns="0"/>
          <a:lstStyle>
            <a:lvl1pPr algn="l">
              <a:lnSpc>
                <a:spcPct val="100000"/>
              </a:lnSpc>
              <a:defRPr sz="900" b="0" i="0">
                <a:solidFill>
                  <a:schemeClr val="tx2"/>
                </a:solidFill>
                <a:latin typeface="Oracle Sans Light" panose="020B0403020204020204" pitchFamily="34" charset="0"/>
                <a:cs typeface="Oracle Sans Light" panose="020B04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r>
              <a:rPr lang="en-IN" dirty="0"/>
              <a:t>, </a:t>
            </a:r>
            <a:r>
              <a:rPr lang="en-IN" dirty="0" err="1"/>
              <a:t>sed</a:t>
            </a:r>
            <a:r>
              <a:rPr lang="en-IN" dirty="0"/>
              <a:t> do </a:t>
            </a:r>
            <a:r>
              <a:rPr lang="en-IN" dirty="0" err="1"/>
              <a:t>eiusmod</a:t>
            </a:r>
            <a:r>
              <a:rPr lang="en-IN" dirty="0"/>
              <a:t> </a:t>
            </a:r>
            <a:r>
              <a:rPr lang="en-IN" dirty="0" err="1"/>
              <a:t>tempor</a:t>
            </a:r>
            <a:r>
              <a:rPr lang="en-IN" dirty="0"/>
              <a:t> </a:t>
            </a:r>
            <a:r>
              <a:rPr lang="en-IN" dirty="0" err="1"/>
              <a:t>incididunt</a:t>
            </a:r>
            <a:r>
              <a:rPr lang="en-IN" dirty="0"/>
              <a:t> </a:t>
            </a:r>
            <a:r>
              <a:rPr lang="en-IN" dirty="0" err="1"/>
              <a:t>ut</a:t>
            </a:r>
            <a:r>
              <a:rPr lang="en-IN" dirty="0"/>
              <a:t> </a:t>
            </a:r>
            <a:r>
              <a:rPr lang="en-IN" dirty="0" err="1"/>
              <a:t>labore</a:t>
            </a:r>
            <a:r>
              <a:rPr lang="en-IN" dirty="0"/>
              <a:t> et dolore magna </a:t>
            </a:r>
            <a:r>
              <a:rPr lang="en-IN" dirty="0" err="1"/>
              <a:t>aliqua</a:t>
            </a:r>
            <a:r>
              <a:rPr lang="en-IN" dirty="0"/>
              <a:t>. </a:t>
            </a:r>
            <a:endParaRPr lang="en-US" dirty="0"/>
          </a:p>
        </p:txBody>
      </p:sp>
      <p:sp>
        <p:nvSpPr>
          <p:cNvPr id="40" name="Picture Placeholder 2">
            <a:extLst>
              <a:ext uri="{FF2B5EF4-FFF2-40B4-BE49-F238E27FC236}">
                <a16:creationId xmlns:a16="http://schemas.microsoft.com/office/drawing/2014/main" id="{0B8706A7-4339-AEA7-3538-6B11C9DE888F}"/>
              </a:ext>
            </a:extLst>
          </p:cNvPr>
          <p:cNvSpPr>
            <a:spLocks noGrp="1" noChangeAspect="1"/>
          </p:cNvSpPr>
          <p:nvPr>
            <p:ph type="pic" sz="quarter" idx="45" hasCustomPrompt="1"/>
          </p:nvPr>
        </p:nvSpPr>
        <p:spPr>
          <a:xfrm>
            <a:off x="4797976" y="1431881"/>
            <a:ext cx="1216219" cy="1143858"/>
          </a:xfrm>
          <a:noFill/>
        </p:spPr>
        <p:txBody>
          <a:bodyPr/>
          <a:lstStyle>
            <a:lvl1pPr>
              <a:defRPr sz="900" b="0" i="0">
                <a:latin typeface="Oracle Sans Light" panose="020B0403020204020204" pitchFamily="34" charset="0"/>
                <a:cs typeface="Oracle Sans Light" panose="020B0403020204020204" pitchFamily="34" charset="0"/>
              </a:defRPr>
            </a:lvl1pPr>
          </a:lstStyle>
          <a:p>
            <a:r>
              <a:rPr lang="en-US" dirty="0"/>
              <a:t>Click to insert icon</a:t>
            </a:r>
          </a:p>
        </p:txBody>
      </p:sp>
      <p:sp>
        <p:nvSpPr>
          <p:cNvPr id="41" name="Text Placeholder 21">
            <a:extLst>
              <a:ext uri="{FF2B5EF4-FFF2-40B4-BE49-F238E27FC236}">
                <a16:creationId xmlns:a16="http://schemas.microsoft.com/office/drawing/2014/main" id="{7FFC3A72-CD29-1771-F4D6-1FE24E237316}"/>
              </a:ext>
            </a:extLst>
          </p:cNvPr>
          <p:cNvSpPr>
            <a:spLocks noGrp="1"/>
          </p:cNvSpPr>
          <p:nvPr>
            <p:ph type="body" sz="quarter" idx="46" hasCustomPrompt="1"/>
          </p:nvPr>
        </p:nvSpPr>
        <p:spPr>
          <a:xfrm>
            <a:off x="4800600" y="2987798"/>
            <a:ext cx="1610239" cy="242914"/>
          </a:xfrm>
          <a:prstGeom prst="rect">
            <a:avLst/>
          </a:prstGeom>
          <a:noFill/>
        </p:spPr>
        <p:txBody>
          <a:bodyPr lIns="0" tIns="0" rIns="0" bIns="0"/>
          <a:lstStyle>
            <a:lvl1pPr algn="l">
              <a:lnSpc>
                <a:spcPts val="1410"/>
              </a:lnSpc>
              <a:defRPr sz="1050" b="1" i="0">
                <a:solidFill>
                  <a:schemeClr val="tx1"/>
                </a:solidFill>
                <a:latin typeface="Oracle Sans" panose="020B0503020204020204" pitchFamily="34" charset="0"/>
                <a:cs typeface="Oracle Sans" panose="020B0503020204020204" pitchFamily="34" charset="0"/>
              </a:defRPr>
            </a:lvl1pPr>
          </a:lstStyle>
          <a:p>
            <a:pPr lvl="0"/>
            <a:r>
              <a:rPr lang="en-IN" dirty="0"/>
              <a:t>Subhead goes here.</a:t>
            </a:r>
            <a:endParaRPr lang="en-US" dirty="0"/>
          </a:p>
        </p:txBody>
      </p:sp>
      <p:sp>
        <p:nvSpPr>
          <p:cNvPr id="42" name="Text Placeholder 21">
            <a:extLst>
              <a:ext uri="{FF2B5EF4-FFF2-40B4-BE49-F238E27FC236}">
                <a16:creationId xmlns:a16="http://schemas.microsoft.com/office/drawing/2014/main" id="{3BE75DAD-03B8-A35F-313E-9021E9625E97}"/>
              </a:ext>
            </a:extLst>
          </p:cNvPr>
          <p:cNvSpPr>
            <a:spLocks noGrp="1"/>
          </p:cNvSpPr>
          <p:nvPr>
            <p:ph type="body" sz="quarter" idx="47" hasCustomPrompt="1"/>
          </p:nvPr>
        </p:nvSpPr>
        <p:spPr>
          <a:xfrm>
            <a:off x="4800600" y="3283033"/>
            <a:ext cx="1610239" cy="933710"/>
          </a:xfrm>
          <a:prstGeom prst="rect">
            <a:avLst/>
          </a:prstGeom>
          <a:noFill/>
        </p:spPr>
        <p:txBody>
          <a:bodyPr lIns="0" tIns="0" rIns="0" bIns="0"/>
          <a:lstStyle>
            <a:lvl1pPr algn="l">
              <a:lnSpc>
                <a:spcPct val="100000"/>
              </a:lnSpc>
              <a:defRPr sz="900" b="0" i="0">
                <a:solidFill>
                  <a:schemeClr val="tx2"/>
                </a:solidFill>
                <a:latin typeface="Oracle Sans Light" panose="020B0403020204020204" pitchFamily="34" charset="0"/>
                <a:cs typeface="Oracle Sans Light" panose="020B04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r>
              <a:rPr lang="en-IN" dirty="0"/>
              <a:t>, </a:t>
            </a:r>
            <a:r>
              <a:rPr lang="en-IN" dirty="0" err="1"/>
              <a:t>sed</a:t>
            </a:r>
            <a:r>
              <a:rPr lang="en-IN" dirty="0"/>
              <a:t> do </a:t>
            </a:r>
            <a:r>
              <a:rPr lang="en-IN" dirty="0" err="1"/>
              <a:t>eiusmod</a:t>
            </a:r>
            <a:r>
              <a:rPr lang="en-IN" dirty="0"/>
              <a:t> </a:t>
            </a:r>
            <a:r>
              <a:rPr lang="en-IN" dirty="0" err="1"/>
              <a:t>tempor</a:t>
            </a:r>
            <a:r>
              <a:rPr lang="en-IN" dirty="0"/>
              <a:t> </a:t>
            </a:r>
            <a:r>
              <a:rPr lang="en-IN" dirty="0" err="1"/>
              <a:t>incididunt</a:t>
            </a:r>
            <a:r>
              <a:rPr lang="en-IN" dirty="0"/>
              <a:t> </a:t>
            </a:r>
            <a:r>
              <a:rPr lang="en-IN" dirty="0" err="1"/>
              <a:t>ut</a:t>
            </a:r>
            <a:r>
              <a:rPr lang="en-IN" dirty="0"/>
              <a:t> </a:t>
            </a:r>
            <a:r>
              <a:rPr lang="en-IN" dirty="0" err="1"/>
              <a:t>labore</a:t>
            </a:r>
            <a:r>
              <a:rPr lang="en-IN" dirty="0"/>
              <a:t> et dolore magna </a:t>
            </a:r>
            <a:r>
              <a:rPr lang="en-IN" dirty="0" err="1"/>
              <a:t>aliqua</a:t>
            </a:r>
            <a:r>
              <a:rPr lang="en-IN" dirty="0"/>
              <a:t>. </a:t>
            </a:r>
            <a:endParaRPr lang="en-US" dirty="0"/>
          </a:p>
        </p:txBody>
      </p:sp>
      <p:sp>
        <p:nvSpPr>
          <p:cNvPr id="43" name="Picture Placeholder 2">
            <a:extLst>
              <a:ext uri="{FF2B5EF4-FFF2-40B4-BE49-F238E27FC236}">
                <a16:creationId xmlns:a16="http://schemas.microsoft.com/office/drawing/2014/main" id="{A564445D-3622-F94F-5F5B-64E25C182894}"/>
              </a:ext>
            </a:extLst>
          </p:cNvPr>
          <p:cNvSpPr>
            <a:spLocks noGrp="1" noChangeAspect="1"/>
          </p:cNvSpPr>
          <p:nvPr>
            <p:ph type="pic" sz="quarter" idx="48" hasCustomPrompt="1"/>
          </p:nvPr>
        </p:nvSpPr>
        <p:spPr>
          <a:xfrm>
            <a:off x="6926580" y="1421453"/>
            <a:ext cx="1216219" cy="1143858"/>
          </a:xfrm>
          <a:noFill/>
        </p:spPr>
        <p:txBody>
          <a:bodyPr/>
          <a:lstStyle>
            <a:lvl1pPr>
              <a:defRPr sz="900" b="0" i="0">
                <a:latin typeface="Oracle Sans Light" panose="020B0403020204020204" pitchFamily="34" charset="0"/>
                <a:cs typeface="Oracle Sans Light" panose="020B0403020204020204" pitchFamily="34" charset="0"/>
              </a:defRPr>
            </a:lvl1pPr>
          </a:lstStyle>
          <a:p>
            <a:r>
              <a:rPr lang="en-US" dirty="0"/>
              <a:t>Click to insert icon</a:t>
            </a:r>
          </a:p>
        </p:txBody>
      </p:sp>
      <p:sp>
        <p:nvSpPr>
          <p:cNvPr id="44" name="Text Placeholder 21">
            <a:extLst>
              <a:ext uri="{FF2B5EF4-FFF2-40B4-BE49-F238E27FC236}">
                <a16:creationId xmlns:a16="http://schemas.microsoft.com/office/drawing/2014/main" id="{D73D98F3-F032-F349-D6FF-9956A80B2C0C}"/>
              </a:ext>
            </a:extLst>
          </p:cNvPr>
          <p:cNvSpPr>
            <a:spLocks noGrp="1"/>
          </p:cNvSpPr>
          <p:nvPr>
            <p:ph type="body" sz="quarter" idx="49" hasCustomPrompt="1"/>
          </p:nvPr>
        </p:nvSpPr>
        <p:spPr>
          <a:xfrm>
            <a:off x="6926580" y="2987798"/>
            <a:ext cx="1610239" cy="242914"/>
          </a:xfrm>
          <a:prstGeom prst="rect">
            <a:avLst/>
          </a:prstGeom>
          <a:noFill/>
        </p:spPr>
        <p:txBody>
          <a:bodyPr lIns="0" tIns="0" rIns="0" bIns="0"/>
          <a:lstStyle>
            <a:lvl1pPr algn="l">
              <a:lnSpc>
                <a:spcPts val="1410"/>
              </a:lnSpc>
              <a:defRPr sz="1050" b="1" i="0">
                <a:solidFill>
                  <a:schemeClr val="tx1"/>
                </a:solidFill>
                <a:latin typeface="Oracle Sans" panose="020B0503020204020204" pitchFamily="34" charset="0"/>
                <a:cs typeface="Oracle Sans" panose="020B0503020204020204" pitchFamily="34" charset="0"/>
              </a:defRPr>
            </a:lvl1pPr>
          </a:lstStyle>
          <a:p>
            <a:pPr lvl="0"/>
            <a:r>
              <a:rPr lang="en-IN" dirty="0"/>
              <a:t>Subhead goes here.</a:t>
            </a:r>
            <a:endParaRPr lang="en-US" dirty="0"/>
          </a:p>
        </p:txBody>
      </p:sp>
      <p:sp>
        <p:nvSpPr>
          <p:cNvPr id="45" name="Text Placeholder 21">
            <a:extLst>
              <a:ext uri="{FF2B5EF4-FFF2-40B4-BE49-F238E27FC236}">
                <a16:creationId xmlns:a16="http://schemas.microsoft.com/office/drawing/2014/main" id="{E7F065D2-DFCA-69F0-EFCE-5436B4BBA960}"/>
              </a:ext>
            </a:extLst>
          </p:cNvPr>
          <p:cNvSpPr>
            <a:spLocks noGrp="1"/>
          </p:cNvSpPr>
          <p:nvPr>
            <p:ph type="body" sz="quarter" idx="50" hasCustomPrompt="1"/>
          </p:nvPr>
        </p:nvSpPr>
        <p:spPr>
          <a:xfrm>
            <a:off x="6926580" y="3283033"/>
            <a:ext cx="1610239" cy="933710"/>
          </a:xfrm>
          <a:prstGeom prst="rect">
            <a:avLst/>
          </a:prstGeom>
          <a:noFill/>
        </p:spPr>
        <p:txBody>
          <a:bodyPr lIns="0" tIns="0" rIns="0" bIns="0"/>
          <a:lstStyle>
            <a:lvl1pPr algn="l">
              <a:lnSpc>
                <a:spcPct val="100000"/>
              </a:lnSpc>
              <a:defRPr sz="900" b="0" i="0">
                <a:solidFill>
                  <a:schemeClr val="tx2"/>
                </a:solidFill>
                <a:latin typeface="Oracle Sans Light" panose="020B0403020204020204" pitchFamily="34" charset="0"/>
                <a:cs typeface="Oracle Sans Light" panose="020B04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r>
              <a:rPr lang="en-IN" dirty="0"/>
              <a:t>, </a:t>
            </a:r>
            <a:r>
              <a:rPr lang="en-IN" dirty="0" err="1"/>
              <a:t>sed</a:t>
            </a:r>
            <a:r>
              <a:rPr lang="en-IN" dirty="0"/>
              <a:t> do </a:t>
            </a:r>
            <a:r>
              <a:rPr lang="en-IN" dirty="0" err="1"/>
              <a:t>eiusmod</a:t>
            </a:r>
            <a:r>
              <a:rPr lang="en-IN" dirty="0"/>
              <a:t> </a:t>
            </a:r>
            <a:r>
              <a:rPr lang="en-IN" dirty="0" err="1"/>
              <a:t>tempor</a:t>
            </a:r>
            <a:r>
              <a:rPr lang="en-IN" dirty="0"/>
              <a:t> </a:t>
            </a:r>
            <a:r>
              <a:rPr lang="en-IN" dirty="0" err="1"/>
              <a:t>incididunt</a:t>
            </a:r>
            <a:r>
              <a:rPr lang="en-IN" dirty="0"/>
              <a:t> </a:t>
            </a:r>
            <a:r>
              <a:rPr lang="en-IN" dirty="0" err="1"/>
              <a:t>ut</a:t>
            </a:r>
            <a:r>
              <a:rPr lang="en-IN" dirty="0"/>
              <a:t> </a:t>
            </a:r>
            <a:r>
              <a:rPr lang="en-IN" dirty="0" err="1"/>
              <a:t>labore</a:t>
            </a:r>
            <a:r>
              <a:rPr lang="en-IN" dirty="0"/>
              <a:t> et dolore magna </a:t>
            </a:r>
            <a:r>
              <a:rPr lang="en-IN" dirty="0" err="1"/>
              <a:t>aliqua</a:t>
            </a:r>
            <a:r>
              <a:rPr lang="en-IN" dirty="0"/>
              <a:t>. </a:t>
            </a:r>
            <a:endParaRPr lang="en-US" dirty="0"/>
          </a:p>
        </p:txBody>
      </p:sp>
      <p:sp>
        <p:nvSpPr>
          <p:cNvPr id="4" name="Slide Number Placeholder 5">
            <a:extLst>
              <a:ext uri="{FF2B5EF4-FFF2-40B4-BE49-F238E27FC236}">
                <a16:creationId xmlns:a16="http://schemas.microsoft.com/office/drawing/2014/main" id="{35486A6A-0DF8-D0B1-DD1E-C46872A04421}"/>
              </a:ext>
            </a:extLst>
          </p:cNvPr>
          <p:cNvSpPr>
            <a:spLocks noGrp="1"/>
          </p:cNvSpPr>
          <p:nvPr>
            <p:ph type="sldNum" sz="quarter" idx="40"/>
          </p:nvPr>
        </p:nvSpPr>
        <p:spPr>
          <a:xfrm>
            <a:off x="571500" y="4817745"/>
            <a:ext cx="274320" cy="274320"/>
          </a:xfrm>
        </p:spPr>
        <p:txBody>
          <a:bodyPr/>
          <a:lstStyle>
            <a:lvl1pPr>
              <a:defRPr>
                <a:solidFill>
                  <a:srgbClr val="8B8580"/>
                </a:solidFill>
              </a:defRPr>
            </a:lvl1pPr>
          </a:lstStyle>
          <a:p>
            <a:fld id="{345D60D9-5372-5F40-9443-0F9AE5BDC3C8}" type="slidenum">
              <a:rPr lang="en-US" smtClean="0"/>
              <a:pPr/>
              <a:t>‹#›</a:t>
            </a:fld>
            <a:endParaRPr lang="en-US" dirty="0"/>
          </a:p>
        </p:txBody>
      </p:sp>
      <p:sp>
        <p:nvSpPr>
          <p:cNvPr id="7" name="Footer Placeholder 4">
            <a:extLst>
              <a:ext uri="{FF2B5EF4-FFF2-40B4-BE49-F238E27FC236}">
                <a16:creationId xmlns:a16="http://schemas.microsoft.com/office/drawing/2014/main" id="{B80127FD-69D4-AF35-6F5B-E441DC6D05F0}"/>
              </a:ext>
            </a:extLst>
          </p:cNvPr>
          <p:cNvSpPr>
            <a:spLocks noGrp="1"/>
          </p:cNvSpPr>
          <p:nvPr>
            <p:ph type="ftr" sz="quarter" idx="39"/>
          </p:nvPr>
        </p:nvSpPr>
        <p:spPr>
          <a:xfrm>
            <a:off x="845820" y="4817984"/>
            <a:ext cx="4309034" cy="273844"/>
          </a:xfrm>
        </p:spPr>
        <p:txBody>
          <a:bodyPr/>
          <a:lstStyle>
            <a:lvl1pPr>
              <a:defRPr>
                <a:solidFill>
                  <a:srgbClr val="8B8580"/>
                </a:solidFill>
              </a:defRPr>
            </a:lvl1pPr>
          </a:lstStyle>
          <a:p>
            <a:r>
              <a:rPr lang="en-US"/>
              <a:t>Copyright © 2025, Oracle and/or its affiliates |  Confidential: Internal/Restricted/Highly Restricted</a:t>
            </a:r>
            <a:endParaRPr lang="en-US" dirty="0"/>
          </a:p>
        </p:txBody>
      </p:sp>
      <p:sp>
        <p:nvSpPr>
          <p:cNvPr id="12" name="Date Placeholder 3">
            <a:extLst>
              <a:ext uri="{FF2B5EF4-FFF2-40B4-BE49-F238E27FC236}">
                <a16:creationId xmlns:a16="http://schemas.microsoft.com/office/drawing/2014/main" id="{D81B816E-5663-5300-A4CD-34FAA5D8B8E9}"/>
              </a:ext>
            </a:extLst>
          </p:cNvPr>
          <p:cNvSpPr>
            <a:spLocks noGrp="1"/>
          </p:cNvSpPr>
          <p:nvPr>
            <p:ph type="dt" sz="half" idx="38"/>
          </p:nvPr>
        </p:nvSpPr>
        <p:spPr>
          <a:xfrm>
            <a:off x="5154854" y="4819203"/>
            <a:ext cx="2057400" cy="272625"/>
          </a:xfrm>
        </p:spPr>
        <p:txBody>
          <a:bodyPr/>
          <a:lstStyle>
            <a:lvl1pPr>
              <a:defRPr>
                <a:solidFill>
                  <a:srgbClr val="8B8580"/>
                </a:solidFill>
              </a:defRPr>
            </a:lvl1pPr>
          </a:lstStyle>
          <a:p>
            <a:r>
              <a:rPr lang="en-US"/>
              <a:t>[Date]</a:t>
            </a:r>
            <a:endParaRPr lang="en-US" dirty="0"/>
          </a:p>
        </p:txBody>
      </p:sp>
    </p:spTree>
    <p:extLst>
      <p:ext uri="{BB962C8B-B14F-4D97-AF65-F5344CB8AC3E}">
        <p14:creationId xmlns:p14="http://schemas.microsoft.com/office/powerpoint/2010/main" val="282099060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4 Icons + Short Copy_Bark">
    <p:bg>
      <p:bgRef idx="1001">
        <a:schemeClr val="bg1"/>
      </p:bgRef>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358B48DD-4D54-4AC7-8AB9-59BEB3B7003A}"/>
              </a:ext>
            </a:extLst>
          </p:cNvPr>
          <p:cNvSpPr>
            <a:spLocks noGrp="1"/>
          </p:cNvSpPr>
          <p:nvPr>
            <p:ph type="title" hasCustomPrompt="1"/>
          </p:nvPr>
        </p:nvSpPr>
        <p:spPr/>
        <p:txBody>
          <a:bodyPr/>
          <a:lstStyle>
            <a:lvl1pPr>
              <a:defRPr b="1" i="0">
                <a:latin typeface="Oracle Sans Tab" panose="020B0503020204020204" pitchFamily="34" charset="0"/>
                <a:cs typeface="Oracle Sans Tab" panose="020B0503020204020204" pitchFamily="34" charset="0"/>
              </a:defRPr>
            </a:lvl1pPr>
          </a:lstStyle>
          <a:p>
            <a:r>
              <a:rPr lang="en-US" dirty="0"/>
              <a:t>Title</a:t>
            </a:r>
          </a:p>
        </p:txBody>
      </p:sp>
      <p:sp>
        <p:nvSpPr>
          <p:cNvPr id="3" name="Picture Placeholder 2">
            <a:extLst>
              <a:ext uri="{FF2B5EF4-FFF2-40B4-BE49-F238E27FC236}">
                <a16:creationId xmlns:a16="http://schemas.microsoft.com/office/drawing/2014/main" id="{C7E4901C-1507-39BE-DD20-6C1C61024C01}"/>
              </a:ext>
            </a:extLst>
          </p:cNvPr>
          <p:cNvSpPr>
            <a:spLocks noGrp="1" noChangeAspect="1"/>
          </p:cNvSpPr>
          <p:nvPr>
            <p:ph type="pic" sz="quarter" idx="26" hasCustomPrompt="1"/>
          </p:nvPr>
        </p:nvSpPr>
        <p:spPr>
          <a:xfrm>
            <a:off x="571500" y="1426889"/>
            <a:ext cx="1216219" cy="1143858"/>
          </a:xfrm>
          <a:noFill/>
        </p:spPr>
        <p:txBody>
          <a:bodyPr/>
          <a:lstStyle>
            <a:lvl1pPr>
              <a:defRPr sz="900" b="0" i="0">
                <a:latin typeface="Oracle Sans Light" panose="020B0403020204020204" pitchFamily="34" charset="0"/>
                <a:cs typeface="Oracle Sans Light" panose="020B0403020204020204" pitchFamily="34" charset="0"/>
              </a:defRPr>
            </a:lvl1pPr>
          </a:lstStyle>
          <a:p>
            <a:r>
              <a:rPr lang="en-US" dirty="0"/>
              <a:t>Click to insert icon</a:t>
            </a:r>
          </a:p>
        </p:txBody>
      </p:sp>
      <p:sp>
        <p:nvSpPr>
          <p:cNvPr id="5" name="Text Placeholder 21">
            <a:extLst>
              <a:ext uri="{FF2B5EF4-FFF2-40B4-BE49-F238E27FC236}">
                <a16:creationId xmlns:a16="http://schemas.microsoft.com/office/drawing/2014/main" id="{61551457-6641-DDDD-240B-95CD9A763C92}"/>
              </a:ext>
            </a:extLst>
          </p:cNvPr>
          <p:cNvSpPr>
            <a:spLocks noGrp="1"/>
          </p:cNvSpPr>
          <p:nvPr>
            <p:ph type="body" sz="quarter" idx="25" hasCustomPrompt="1"/>
          </p:nvPr>
        </p:nvSpPr>
        <p:spPr>
          <a:xfrm>
            <a:off x="571499" y="2987798"/>
            <a:ext cx="1610239" cy="242914"/>
          </a:xfrm>
          <a:prstGeom prst="rect">
            <a:avLst/>
          </a:prstGeom>
          <a:noFill/>
        </p:spPr>
        <p:txBody>
          <a:bodyPr lIns="0" tIns="0" rIns="0" bIns="0"/>
          <a:lstStyle>
            <a:lvl1pPr algn="l">
              <a:lnSpc>
                <a:spcPts val="1410"/>
              </a:lnSpc>
              <a:defRPr sz="1050" b="1" i="0">
                <a:solidFill>
                  <a:schemeClr val="tx1"/>
                </a:solidFill>
                <a:latin typeface="Oracle Sans" panose="020B0503020204020204" pitchFamily="34" charset="0"/>
                <a:cs typeface="Oracle Sans" panose="020B0503020204020204" pitchFamily="34" charset="0"/>
              </a:defRPr>
            </a:lvl1pPr>
          </a:lstStyle>
          <a:p>
            <a:pPr lvl="0"/>
            <a:r>
              <a:rPr lang="en-IN" dirty="0"/>
              <a:t>Subhead goes here.</a:t>
            </a:r>
            <a:endParaRPr lang="en-US" dirty="0"/>
          </a:p>
        </p:txBody>
      </p:sp>
      <p:sp>
        <p:nvSpPr>
          <p:cNvPr id="7" name="Text Placeholder 21">
            <a:extLst>
              <a:ext uri="{FF2B5EF4-FFF2-40B4-BE49-F238E27FC236}">
                <a16:creationId xmlns:a16="http://schemas.microsoft.com/office/drawing/2014/main" id="{2513FA9D-BD92-8325-94F0-EE985AA1BDEE}"/>
              </a:ext>
            </a:extLst>
          </p:cNvPr>
          <p:cNvSpPr>
            <a:spLocks noGrp="1"/>
          </p:cNvSpPr>
          <p:nvPr>
            <p:ph type="body" sz="quarter" idx="24" hasCustomPrompt="1"/>
          </p:nvPr>
        </p:nvSpPr>
        <p:spPr>
          <a:xfrm>
            <a:off x="571499" y="3283033"/>
            <a:ext cx="1610239" cy="933710"/>
          </a:xfrm>
          <a:prstGeom prst="rect">
            <a:avLst/>
          </a:prstGeom>
          <a:noFill/>
        </p:spPr>
        <p:txBody>
          <a:bodyPr lIns="0" tIns="0" rIns="0" bIns="0"/>
          <a:lstStyle>
            <a:lvl1pPr algn="l">
              <a:lnSpc>
                <a:spcPct val="100000"/>
              </a:lnSpc>
              <a:defRPr sz="900" b="0" i="0">
                <a:solidFill>
                  <a:schemeClr val="tx2"/>
                </a:solidFill>
                <a:latin typeface="Oracle Sans Light" panose="020B0403020204020204" pitchFamily="34" charset="0"/>
                <a:cs typeface="Oracle Sans Light" panose="020B04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r>
              <a:rPr lang="en-IN" dirty="0"/>
              <a:t>, </a:t>
            </a:r>
            <a:r>
              <a:rPr lang="en-IN" dirty="0" err="1"/>
              <a:t>sed</a:t>
            </a:r>
            <a:r>
              <a:rPr lang="en-IN" dirty="0"/>
              <a:t> do </a:t>
            </a:r>
            <a:r>
              <a:rPr lang="en-IN" dirty="0" err="1"/>
              <a:t>eiusmod</a:t>
            </a:r>
            <a:r>
              <a:rPr lang="en-IN" dirty="0"/>
              <a:t> </a:t>
            </a:r>
            <a:r>
              <a:rPr lang="en-IN" dirty="0" err="1"/>
              <a:t>tempor</a:t>
            </a:r>
            <a:r>
              <a:rPr lang="en-IN" dirty="0"/>
              <a:t> </a:t>
            </a:r>
            <a:r>
              <a:rPr lang="en-IN" dirty="0" err="1"/>
              <a:t>incididunt</a:t>
            </a:r>
            <a:r>
              <a:rPr lang="en-IN" dirty="0"/>
              <a:t> </a:t>
            </a:r>
            <a:r>
              <a:rPr lang="en-IN" dirty="0" err="1"/>
              <a:t>ut</a:t>
            </a:r>
            <a:r>
              <a:rPr lang="en-IN" dirty="0"/>
              <a:t> </a:t>
            </a:r>
            <a:r>
              <a:rPr lang="en-IN" dirty="0" err="1"/>
              <a:t>labore</a:t>
            </a:r>
            <a:r>
              <a:rPr lang="en-IN" dirty="0"/>
              <a:t> et dolore magna </a:t>
            </a:r>
            <a:r>
              <a:rPr lang="en-IN" dirty="0" err="1"/>
              <a:t>aliqua</a:t>
            </a:r>
            <a:r>
              <a:rPr lang="en-IN" dirty="0"/>
              <a:t>. </a:t>
            </a:r>
            <a:endParaRPr lang="en-US" dirty="0"/>
          </a:p>
        </p:txBody>
      </p:sp>
      <p:cxnSp>
        <p:nvCxnSpPr>
          <p:cNvPr id="9" name="Straight Connector 8">
            <a:extLst>
              <a:ext uri="{FF2B5EF4-FFF2-40B4-BE49-F238E27FC236}">
                <a16:creationId xmlns:a16="http://schemas.microsoft.com/office/drawing/2014/main" id="{1CB99CA1-E14C-B2B5-027D-021E4777E9B8}"/>
              </a:ext>
              <a:ext uri="{C183D7F6-B498-43B3-948B-1728B52AA6E4}">
                <adec:decorative xmlns:adec="http://schemas.microsoft.com/office/drawing/2017/decorative" val="1"/>
              </a:ext>
            </a:extLst>
          </p:cNvPr>
          <p:cNvCxnSpPr>
            <a:cxnSpLocks/>
          </p:cNvCxnSpPr>
          <p:nvPr userDrawn="1"/>
        </p:nvCxnSpPr>
        <p:spPr>
          <a:xfrm>
            <a:off x="2411760" y="1191135"/>
            <a:ext cx="0" cy="3283816"/>
          </a:xfrm>
          <a:prstGeom prst="line">
            <a:avLst/>
          </a:prstGeom>
          <a:ln>
            <a:solidFill>
              <a:srgbClr val="AEA8A2">
                <a:alpha val="50000"/>
              </a:srgb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C1D5636A-EF3E-A78D-E743-45902E292E81}"/>
              </a:ext>
              <a:ext uri="{C183D7F6-B498-43B3-948B-1728B52AA6E4}">
                <adec:decorative xmlns:adec="http://schemas.microsoft.com/office/drawing/2017/decorative" val="1"/>
              </a:ext>
            </a:extLst>
          </p:cNvPr>
          <p:cNvCxnSpPr>
            <a:cxnSpLocks/>
          </p:cNvCxnSpPr>
          <p:nvPr userDrawn="1"/>
        </p:nvCxnSpPr>
        <p:spPr>
          <a:xfrm>
            <a:off x="4544997" y="1191135"/>
            <a:ext cx="0" cy="3283816"/>
          </a:xfrm>
          <a:prstGeom prst="line">
            <a:avLst/>
          </a:prstGeom>
          <a:ln>
            <a:solidFill>
              <a:srgbClr val="AEA8A2">
                <a:alpha val="50000"/>
              </a:srgb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0B7B7CE0-FF2D-FD66-71C0-5DAE9C4FF9F5}"/>
              </a:ext>
              <a:ext uri="{C183D7F6-B498-43B3-948B-1728B52AA6E4}">
                <adec:decorative xmlns:adec="http://schemas.microsoft.com/office/drawing/2017/decorative" val="1"/>
              </a:ext>
            </a:extLst>
          </p:cNvPr>
          <p:cNvCxnSpPr>
            <a:cxnSpLocks/>
          </p:cNvCxnSpPr>
          <p:nvPr userDrawn="1"/>
        </p:nvCxnSpPr>
        <p:spPr>
          <a:xfrm>
            <a:off x="6678234" y="1191135"/>
            <a:ext cx="0" cy="3283816"/>
          </a:xfrm>
          <a:prstGeom prst="line">
            <a:avLst/>
          </a:prstGeom>
          <a:ln>
            <a:solidFill>
              <a:srgbClr val="AEA8A2">
                <a:alpha val="50000"/>
              </a:srgbClr>
            </a:solidFill>
          </a:ln>
        </p:spPr>
        <p:style>
          <a:lnRef idx="1">
            <a:schemeClr val="accent1"/>
          </a:lnRef>
          <a:fillRef idx="0">
            <a:schemeClr val="accent1"/>
          </a:fillRef>
          <a:effectRef idx="0">
            <a:schemeClr val="accent1"/>
          </a:effectRef>
          <a:fontRef idx="minor">
            <a:schemeClr val="tx1"/>
          </a:fontRef>
        </p:style>
      </p:cxnSp>
      <p:sp>
        <p:nvSpPr>
          <p:cNvPr id="12" name="Picture Placeholder 2">
            <a:extLst>
              <a:ext uri="{FF2B5EF4-FFF2-40B4-BE49-F238E27FC236}">
                <a16:creationId xmlns:a16="http://schemas.microsoft.com/office/drawing/2014/main" id="{8EB08C3B-5F1B-B23E-C552-A32FACD30973}"/>
              </a:ext>
            </a:extLst>
          </p:cNvPr>
          <p:cNvSpPr>
            <a:spLocks noGrp="1" noChangeAspect="1"/>
          </p:cNvSpPr>
          <p:nvPr>
            <p:ph type="pic" sz="quarter" idx="42" hasCustomPrompt="1"/>
          </p:nvPr>
        </p:nvSpPr>
        <p:spPr>
          <a:xfrm>
            <a:off x="2704736" y="1423874"/>
            <a:ext cx="1216219" cy="1143858"/>
          </a:xfrm>
          <a:noFill/>
        </p:spPr>
        <p:txBody>
          <a:bodyPr/>
          <a:lstStyle>
            <a:lvl1pPr>
              <a:defRPr sz="900" b="0" i="0">
                <a:latin typeface="Oracle Sans Light" panose="020B0403020204020204" pitchFamily="34" charset="0"/>
                <a:cs typeface="Oracle Sans Light" panose="020B0403020204020204" pitchFamily="34" charset="0"/>
              </a:defRPr>
            </a:lvl1pPr>
          </a:lstStyle>
          <a:p>
            <a:r>
              <a:rPr lang="en-US" dirty="0"/>
              <a:t>Click to insert icon</a:t>
            </a:r>
          </a:p>
        </p:txBody>
      </p:sp>
      <p:sp>
        <p:nvSpPr>
          <p:cNvPr id="13" name="Text Placeholder 21">
            <a:extLst>
              <a:ext uri="{FF2B5EF4-FFF2-40B4-BE49-F238E27FC236}">
                <a16:creationId xmlns:a16="http://schemas.microsoft.com/office/drawing/2014/main" id="{8EA554B4-F875-969C-60EA-4C68557314AB}"/>
              </a:ext>
            </a:extLst>
          </p:cNvPr>
          <p:cNvSpPr>
            <a:spLocks noGrp="1"/>
          </p:cNvSpPr>
          <p:nvPr>
            <p:ph type="body" sz="quarter" idx="43" hasCustomPrompt="1"/>
          </p:nvPr>
        </p:nvSpPr>
        <p:spPr>
          <a:xfrm>
            <a:off x="2667000" y="2987798"/>
            <a:ext cx="1610239" cy="242914"/>
          </a:xfrm>
          <a:prstGeom prst="rect">
            <a:avLst/>
          </a:prstGeom>
          <a:noFill/>
        </p:spPr>
        <p:txBody>
          <a:bodyPr lIns="0" tIns="0" rIns="0" bIns="0"/>
          <a:lstStyle>
            <a:lvl1pPr algn="l">
              <a:lnSpc>
                <a:spcPts val="1410"/>
              </a:lnSpc>
              <a:defRPr sz="1050" b="1" i="0">
                <a:solidFill>
                  <a:schemeClr val="tx1"/>
                </a:solidFill>
                <a:latin typeface="Oracle Sans" panose="020B0503020204020204" pitchFamily="34" charset="0"/>
                <a:cs typeface="Oracle Sans" panose="020B0503020204020204" pitchFamily="34" charset="0"/>
              </a:defRPr>
            </a:lvl1pPr>
          </a:lstStyle>
          <a:p>
            <a:pPr lvl="0"/>
            <a:r>
              <a:rPr lang="en-IN" dirty="0"/>
              <a:t>Subhead goes here.</a:t>
            </a:r>
            <a:endParaRPr lang="en-US" dirty="0"/>
          </a:p>
        </p:txBody>
      </p:sp>
      <p:sp>
        <p:nvSpPr>
          <p:cNvPr id="14" name="Text Placeholder 21">
            <a:extLst>
              <a:ext uri="{FF2B5EF4-FFF2-40B4-BE49-F238E27FC236}">
                <a16:creationId xmlns:a16="http://schemas.microsoft.com/office/drawing/2014/main" id="{D2D50AA5-7D98-5CE7-84CE-0605A6E82987}"/>
              </a:ext>
            </a:extLst>
          </p:cNvPr>
          <p:cNvSpPr>
            <a:spLocks noGrp="1"/>
          </p:cNvSpPr>
          <p:nvPr>
            <p:ph type="body" sz="quarter" idx="44" hasCustomPrompt="1"/>
          </p:nvPr>
        </p:nvSpPr>
        <p:spPr>
          <a:xfrm>
            <a:off x="2667000" y="3283033"/>
            <a:ext cx="1610239" cy="933710"/>
          </a:xfrm>
          <a:prstGeom prst="rect">
            <a:avLst/>
          </a:prstGeom>
          <a:noFill/>
        </p:spPr>
        <p:txBody>
          <a:bodyPr lIns="0" tIns="0" rIns="0" bIns="0"/>
          <a:lstStyle>
            <a:lvl1pPr algn="l">
              <a:lnSpc>
                <a:spcPct val="100000"/>
              </a:lnSpc>
              <a:defRPr sz="900" b="0" i="0">
                <a:solidFill>
                  <a:schemeClr val="tx2"/>
                </a:solidFill>
                <a:latin typeface="Oracle Sans Light" panose="020B0403020204020204" pitchFamily="34" charset="0"/>
                <a:cs typeface="Oracle Sans Light" panose="020B04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r>
              <a:rPr lang="en-IN" dirty="0"/>
              <a:t>, </a:t>
            </a:r>
            <a:r>
              <a:rPr lang="en-IN" dirty="0" err="1"/>
              <a:t>sed</a:t>
            </a:r>
            <a:r>
              <a:rPr lang="en-IN" dirty="0"/>
              <a:t> do </a:t>
            </a:r>
            <a:r>
              <a:rPr lang="en-IN" dirty="0" err="1"/>
              <a:t>eiusmod</a:t>
            </a:r>
            <a:r>
              <a:rPr lang="en-IN" dirty="0"/>
              <a:t> </a:t>
            </a:r>
            <a:r>
              <a:rPr lang="en-IN" dirty="0" err="1"/>
              <a:t>tempor</a:t>
            </a:r>
            <a:r>
              <a:rPr lang="en-IN" dirty="0"/>
              <a:t> </a:t>
            </a:r>
            <a:r>
              <a:rPr lang="en-IN" dirty="0" err="1"/>
              <a:t>incididunt</a:t>
            </a:r>
            <a:r>
              <a:rPr lang="en-IN" dirty="0"/>
              <a:t> </a:t>
            </a:r>
            <a:r>
              <a:rPr lang="en-IN" dirty="0" err="1"/>
              <a:t>ut</a:t>
            </a:r>
            <a:r>
              <a:rPr lang="en-IN" dirty="0"/>
              <a:t> </a:t>
            </a:r>
            <a:r>
              <a:rPr lang="en-IN" dirty="0" err="1"/>
              <a:t>labore</a:t>
            </a:r>
            <a:r>
              <a:rPr lang="en-IN" dirty="0"/>
              <a:t> et dolore magna </a:t>
            </a:r>
            <a:r>
              <a:rPr lang="en-IN" dirty="0" err="1"/>
              <a:t>aliqua</a:t>
            </a:r>
            <a:r>
              <a:rPr lang="en-IN" dirty="0"/>
              <a:t>. </a:t>
            </a:r>
            <a:endParaRPr lang="en-US" dirty="0"/>
          </a:p>
        </p:txBody>
      </p:sp>
      <p:sp>
        <p:nvSpPr>
          <p:cNvPr id="15" name="Picture Placeholder 2">
            <a:extLst>
              <a:ext uri="{FF2B5EF4-FFF2-40B4-BE49-F238E27FC236}">
                <a16:creationId xmlns:a16="http://schemas.microsoft.com/office/drawing/2014/main" id="{F994E158-BDF1-CB1C-AF38-459B24847056}"/>
              </a:ext>
            </a:extLst>
          </p:cNvPr>
          <p:cNvSpPr>
            <a:spLocks noGrp="1" noChangeAspect="1"/>
          </p:cNvSpPr>
          <p:nvPr>
            <p:ph type="pic" sz="quarter" idx="45" hasCustomPrompt="1"/>
          </p:nvPr>
        </p:nvSpPr>
        <p:spPr>
          <a:xfrm>
            <a:off x="4800600" y="1423874"/>
            <a:ext cx="1216219" cy="1143858"/>
          </a:xfrm>
          <a:noFill/>
        </p:spPr>
        <p:txBody>
          <a:bodyPr/>
          <a:lstStyle>
            <a:lvl1pPr>
              <a:defRPr sz="900" b="0" i="0">
                <a:latin typeface="Oracle Sans Light" panose="020B0403020204020204" pitchFamily="34" charset="0"/>
                <a:cs typeface="Oracle Sans Light" panose="020B0403020204020204" pitchFamily="34" charset="0"/>
              </a:defRPr>
            </a:lvl1pPr>
          </a:lstStyle>
          <a:p>
            <a:r>
              <a:rPr lang="en-US" dirty="0"/>
              <a:t>Click to insert icon</a:t>
            </a:r>
          </a:p>
        </p:txBody>
      </p:sp>
      <p:sp>
        <p:nvSpPr>
          <p:cNvPr id="16" name="Text Placeholder 21">
            <a:extLst>
              <a:ext uri="{FF2B5EF4-FFF2-40B4-BE49-F238E27FC236}">
                <a16:creationId xmlns:a16="http://schemas.microsoft.com/office/drawing/2014/main" id="{C918D3EB-B6A3-1543-D6FB-4A262FA639F5}"/>
              </a:ext>
            </a:extLst>
          </p:cNvPr>
          <p:cNvSpPr>
            <a:spLocks noGrp="1"/>
          </p:cNvSpPr>
          <p:nvPr>
            <p:ph type="body" sz="quarter" idx="46" hasCustomPrompt="1"/>
          </p:nvPr>
        </p:nvSpPr>
        <p:spPr>
          <a:xfrm>
            <a:off x="4800600" y="2987798"/>
            <a:ext cx="1610239" cy="242914"/>
          </a:xfrm>
          <a:prstGeom prst="rect">
            <a:avLst/>
          </a:prstGeom>
          <a:noFill/>
        </p:spPr>
        <p:txBody>
          <a:bodyPr lIns="0" tIns="0" rIns="0" bIns="0"/>
          <a:lstStyle>
            <a:lvl1pPr algn="l">
              <a:lnSpc>
                <a:spcPts val="1410"/>
              </a:lnSpc>
              <a:defRPr sz="1050" b="1" i="0">
                <a:solidFill>
                  <a:schemeClr val="tx1"/>
                </a:solidFill>
                <a:latin typeface="Oracle Sans" panose="020B0503020204020204" pitchFamily="34" charset="0"/>
                <a:cs typeface="Oracle Sans" panose="020B0503020204020204" pitchFamily="34" charset="0"/>
              </a:defRPr>
            </a:lvl1pPr>
          </a:lstStyle>
          <a:p>
            <a:pPr lvl="0"/>
            <a:r>
              <a:rPr lang="en-IN" dirty="0"/>
              <a:t>Subhead goes here.</a:t>
            </a:r>
            <a:endParaRPr lang="en-US" dirty="0"/>
          </a:p>
        </p:txBody>
      </p:sp>
      <p:sp>
        <p:nvSpPr>
          <p:cNvPr id="17" name="Text Placeholder 21">
            <a:extLst>
              <a:ext uri="{FF2B5EF4-FFF2-40B4-BE49-F238E27FC236}">
                <a16:creationId xmlns:a16="http://schemas.microsoft.com/office/drawing/2014/main" id="{9E10EAFD-1DDE-1416-6E9D-70E7979B5F71}"/>
              </a:ext>
            </a:extLst>
          </p:cNvPr>
          <p:cNvSpPr>
            <a:spLocks noGrp="1"/>
          </p:cNvSpPr>
          <p:nvPr>
            <p:ph type="body" sz="quarter" idx="47" hasCustomPrompt="1"/>
          </p:nvPr>
        </p:nvSpPr>
        <p:spPr>
          <a:xfrm>
            <a:off x="4800600" y="3283033"/>
            <a:ext cx="1610239" cy="933710"/>
          </a:xfrm>
          <a:prstGeom prst="rect">
            <a:avLst/>
          </a:prstGeom>
          <a:noFill/>
        </p:spPr>
        <p:txBody>
          <a:bodyPr lIns="0" tIns="0" rIns="0" bIns="0"/>
          <a:lstStyle>
            <a:lvl1pPr algn="l">
              <a:lnSpc>
                <a:spcPct val="100000"/>
              </a:lnSpc>
              <a:defRPr sz="900" b="0" i="0">
                <a:solidFill>
                  <a:schemeClr val="tx2"/>
                </a:solidFill>
                <a:latin typeface="Oracle Sans Light" panose="020B0403020204020204" pitchFamily="34" charset="0"/>
                <a:cs typeface="Oracle Sans Light" panose="020B04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r>
              <a:rPr lang="en-IN" dirty="0"/>
              <a:t>, </a:t>
            </a:r>
            <a:r>
              <a:rPr lang="en-IN" dirty="0" err="1"/>
              <a:t>sed</a:t>
            </a:r>
            <a:r>
              <a:rPr lang="en-IN" dirty="0"/>
              <a:t> do </a:t>
            </a:r>
            <a:r>
              <a:rPr lang="en-IN" dirty="0" err="1"/>
              <a:t>eiusmod</a:t>
            </a:r>
            <a:r>
              <a:rPr lang="en-IN" dirty="0"/>
              <a:t> </a:t>
            </a:r>
            <a:r>
              <a:rPr lang="en-IN" dirty="0" err="1"/>
              <a:t>tempor</a:t>
            </a:r>
            <a:r>
              <a:rPr lang="en-IN" dirty="0"/>
              <a:t> </a:t>
            </a:r>
            <a:r>
              <a:rPr lang="en-IN" dirty="0" err="1"/>
              <a:t>incididunt</a:t>
            </a:r>
            <a:r>
              <a:rPr lang="en-IN" dirty="0"/>
              <a:t> </a:t>
            </a:r>
            <a:r>
              <a:rPr lang="en-IN" dirty="0" err="1"/>
              <a:t>ut</a:t>
            </a:r>
            <a:r>
              <a:rPr lang="en-IN" dirty="0"/>
              <a:t> </a:t>
            </a:r>
            <a:r>
              <a:rPr lang="en-IN" dirty="0" err="1"/>
              <a:t>labore</a:t>
            </a:r>
            <a:r>
              <a:rPr lang="en-IN" dirty="0"/>
              <a:t> et dolore magna </a:t>
            </a:r>
            <a:r>
              <a:rPr lang="en-IN" dirty="0" err="1"/>
              <a:t>aliqua</a:t>
            </a:r>
            <a:r>
              <a:rPr lang="en-IN" dirty="0"/>
              <a:t>. </a:t>
            </a:r>
            <a:endParaRPr lang="en-US" dirty="0"/>
          </a:p>
        </p:txBody>
      </p:sp>
      <p:sp>
        <p:nvSpPr>
          <p:cNvPr id="20" name="Picture Placeholder 2">
            <a:extLst>
              <a:ext uri="{FF2B5EF4-FFF2-40B4-BE49-F238E27FC236}">
                <a16:creationId xmlns:a16="http://schemas.microsoft.com/office/drawing/2014/main" id="{DA82121E-A7D0-8322-47F8-0E52E6B34CC8}"/>
              </a:ext>
            </a:extLst>
          </p:cNvPr>
          <p:cNvSpPr>
            <a:spLocks noGrp="1" noChangeAspect="1"/>
          </p:cNvSpPr>
          <p:nvPr>
            <p:ph type="pic" sz="quarter" idx="48" hasCustomPrompt="1"/>
          </p:nvPr>
        </p:nvSpPr>
        <p:spPr>
          <a:xfrm>
            <a:off x="6945631" y="1445009"/>
            <a:ext cx="1216219" cy="1143858"/>
          </a:xfrm>
          <a:noFill/>
        </p:spPr>
        <p:txBody>
          <a:bodyPr/>
          <a:lstStyle>
            <a:lvl1pPr>
              <a:defRPr sz="900" b="0" i="0">
                <a:latin typeface="Oracle Sans Light" panose="020B0403020204020204" pitchFamily="34" charset="0"/>
                <a:cs typeface="Oracle Sans Light" panose="020B0403020204020204" pitchFamily="34" charset="0"/>
              </a:defRPr>
            </a:lvl1pPr>
          </a:lstStyle>
          <a:p>
            <a:r>
              <a:rPr lang="en-US" dirty="0"/>
              <a:t>Click to insert icon</a:t>
            </a:r>
          </a:p>
        </p:txBody>
      </p:sp>
      <p:sp>
        <p:nvSpPr>
          <p:cNvPr id="24" name="Text Placeholder 21">
            <a:extLst>
              <a:ext uri="{FF2B5EF4-FFF2-40B4-BE49-F238E27FC236}">
                <a16:creationId xmlns:a16="http://schemas.microsoft.com/office/drawing/2014/main" id="{C8C95771-ADAA-8012-666C-D23E506FF49A}"/>
              </a:ext>
            </a:extLst>
          </p:cNvPr>
          <p:cNvSpPr>
            <a:spLocks noGrp="1"/>
          </p:cNvSpPr>
          <p:nvPr>
            <p:ph type="body" sz="quarter" idx="49" hasCustomPrompt="1"/>
          </p:nvPr>
        </p:nvSpPr>
        <p:spPr>
          <a:xfrm>
            <a:off x="6926580" y="2987798"/>
            <a:ext cx="1610239" cy="242914"/>
          </a:xfrm>
          <a:prstGeom prst="rect">
            <a:avLst/>
          </a:prstGeom>
          <a:noFill/>
        </p:spPr>
        <p:txBody>
          <a:bodyPr lIns="0" tIns="0" rIns="0" bIns="0"/>
          <a:lstStyle>
            <a:lvl1pPr algn="l">
              <a:lnSpc>
                <a:spcPts val="1410"/>
              </a:lnSpc>
              <a:defRPr sz="1050" b="1" i="0">
                <a:solidFill>
                  <a:schemeClr val="tx1"/>
                </a:solidFill>
                <a:latin typeface="Oracle Sans" panose="020B0503020204020204" pitchFamily="34" charset="0"/>
                <a:cs typeface="Oracle Sans" panose="020B0503020204020204" pitchFamily="34" charset="0"/>
              </a:defRPr>
            </a:lvl1pPr>
          </a:lstStyle>
          <a:p>
            <a:pPr lvl="0"/>
            <a:r>
              <a:rPr lang="en-IN" dirty="0"/>
              <a:t>Subhead goes here.</a:t>
            </a:r>
            <a:endParaRPr lang="en-US" dirty="0"/>
          </a:p>
        </p:txBody>
      </p:sp>
      <p:sp>
        <p:nvSpPr>
          <p:cNvPr id="25" name="Text Placeholder 21">
            <a:extLst>
              <a:ext uri="{FF2B5EF4-FFF2-40B4-BE49-F238E27FC236}">
                <a16:creationId xmlns:a16="http://schemas.microsoft.com/office/drawing/2014/main" id="{F959B90B-FDA1-DB8D-72E0-1D8B805EB20B}"/>
              </a:ext>
            </a:extLst>
          </p:cNvPr>
          <p:cNvSpPr>
            <a:spLocks noGrp="1"/>
          </p:cNvSpPr>
          <p:nvPr>
            <p:ph type="body" sz="quarter" idx="50" hasCustomPrompt="1"/>
          </p:nvPr>
        </p:nvSpPr>
        <p:spPr>
          <a:xfrm>
            <a:off x="6926580" y="3283033"/>
            <a:ext cx="1610239" cy="933710"/>
          </a:xfrm>
          <a:prstGeom prst="rect">
            <a:avLst/>
          </a:prstGeom>
          <a:noFill/>
        </p:spPr>
        <p:txBody>
          <a:bodyPr lIns="0" tIns="0" rIns="0" bIns="0"/>
          <a:lstStyle>
            <a:lvl1pPr algn="l">
              <a:lnSpc>
                <a:spcPct val="100000"/>
              </a:lnSpc>
              <a:defRPr sz="900" b="0" i="0">
                <a:solidFill>
                  <a:schemeClr val="tx2"/>
                </a:solidFill>
                <a:latin typeface="Oracle Sans Light" panose="020B0403020204020204" pitchFamily="34" charset="0"/>
                <a:cs typeface="Oracle Sans Light" panose="020B04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r>
              <a:rPr lang="en-IN" dirty="0"/>
              <a:t>, </a:t>
            </a:r>
            <a:r>
              <a:rPr lang="en-IN" dirty="0" err="1"/>
              <a:t>sed</a:t>
            </a:r>
            <a:r>
              <a:rPr lang="en-IN" dirty="0"/>
              <a:t> do </a:t>
            </a:r>
            <a:r>
              <a:rPr lang="en-IN" dirty="0" err="1"/>
              <a:t>eiusmod</a:t>
            </a:r>
            <a:r>
              <a:rPr lang="en-IN" dirty="0"/>
              <a:t> </a:t>
            </a:r>
            <a:r>
              <a:rPr lang="en-IN" dirty="0" err="1"/>
              <a:t>tempor</a:t>
            </a:r>
            <a:r>
              <a:rPr lang="en-IN" dirty="0"/>
              <a:t> </a:t>
            </a:r>
            <a:r>
              <a:rPr lang="en-IN" dirty="0" err="1"/>
              <a:t>incididunt</a:t>
            </a:r>
            <a:r>
              <a:rPr lang="en-IN" dirty="0"/>
              <a:t> </a:t>
            </a:r>
            <a:r>
              <a:rPr lang="en-IN" dirty="0" err="1"/>
              <a:t>ut</a:t>
            </a:r>
            <a:r>
              <a:rPr lang="en-IN" dirty="0"/>
              <a:t> </a:t>
            </a:r>
            <a:r>
              <a:rPr lang="en-IN" dirty="0" err="1"/>
              <a:t>labore</a:t>
            </a:r>
            <a:r>
              <a:rPr lang="en-IN" dirty="0"/>
              <a:t> et dolore magna </a:t>
            </a:r>
            <a:r>
              <a:rPr lang="en-IN" dirty="0" err="1"/>
              <a:t>aliqua</a:t>
            </a:r>
            <a:r>
              <a:rPr lang="en-IN" dirty="0"/>
              <a:t>. </a:t>
            </a:r>
            <a:endParaRPr lang="en-US" dirty="0"/>
          </a:p>
        </p:txBody>
      </p:sp>
      <p:sp>
        <p:nvSpPr>
          <p:cNvPr id="18" name="Slide Number Placeholder 7">
            <a:extLst>
              <a:ext uri="{FF2B5EF4-FFF2-40B4-BE49-F238E27FC236}">
                <a16:creationId xmlns:a16="http://schemas.microsoft.com/office/drawing/2014/main" id="{952A66F5-FAE0-EB87-BAA5-881AB8B072A5}"/>
              </a:ext>
            </a:extLst>
          </p:cNvPr>
          <p:cNvSpPr>
            <a:spLocks noGrp="1"/>
          </p:cNvSpPr>
          <p:nvPr>
            <p:ph type="sldNum" sz="quarter" idx="17"/>
          </p:nvPr>
        </p:nvSpPr>
        <p:spPr>
          <a:xfrm>
            <a:off x="571500" y="4817745"/>
            <a:ext cx="274320" cy="27432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19" name="Footer Placeholder 6">
            <a:extLst>
              <a:ext uri="{FF2B5EF4-FFF2-40B4-BE49-F238E27FC236}">
                <a16:creationId xmlns:a16="http://schemas.microsoft.com/office/drawing/2014/main" id="{477502C2-0A67-A81E-B4B0-BCD50EE69064}"/>
              </a:ext>
            </a:extLst>
          </p:cNvPr>
          <p:cNvSpPr>
            <a:spLocks noGrp="1"/>
          </p:cNvSpPr>
          <p:nvPr>
            <p:ph type="ftr" sz="quarter" idx="16"/>
          </p:nvPr>
        </p:nvSpPr>
        <p:spPr>
          <a:xfrm>
            <a:off x="845820" y="4817984"/>
            <a:ext cx="4309034" cy="273844"/>
          </a:xfrm>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21" name="Date Placeholder 4">
            <a:extLst>
              <a:ext uri="{FF2B5EF4-FFF2-40B4-BE49-F238E27FC236}">
                <a16:creationId xmlns:a16="http://schemas.microsoft.com/office/drawing/2014/main" id="{38407BD2-CE3D-B55B-EDA9-084F090B0E40}"/>
              </a:ext>
            </a:extLst>
          </p:cNvPr>
          <p:cNvSpPr>
            <a:spLocks noGrp="1"/>
          </p:cNvSpPr>
          <p:nvPr>
            <p:ph type="dt" sz="half" idx="15"/>
          </p:nvPr>
        </p:nvSpPr>
        <p:spPr>
          <a:xfrm>
            <a:off x="5154854" y="4819203"/>
            <a:ext cx="2057400" cy="272625"/>
          </a:xfrm>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3984860308"/>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Dark - Blank">
    <p:bg>
      <p:bgRef idx="1001">
        <a:schemeClr val="bg1"/>
      </p:bgRef>
    </p:bg>
    <p:spTree>
      <p:nvGrpSpPr>
        <p:cNvPr id="1" name=""/>
        <p:cNvGrpSpPr/>
        <p:nvPr/>
      </p:nvGrpSpPr>
      <p:grpSpPr>
        <a:xfrm>
          <a:off x="0" y="0"/>
          <a:ext cx="0" cy="0"/>
          <a:chOff x="0" y="0"/>
          <a:chExt cx="0" cy="0"/>
        </a:xfrm>
      </p:grpSpPr>
      <p:sp>
        <p:nvSpPr>
          <p:cNvPr id="3" name="Slide Number Placeholder 7">
            <a:extLst>
              <a:ext uri="{FF2B5EF4-FFF2-40B4-BE49-F238E27FC236}">
                <a16:creationId xmlns:a16="http://schemas.microsoft.com/office/drawing/2014/main" id="{B9BE1098-CB0B-6118-9F18-F82F79BCD072}"/>
              </a:ext>
            </a:extLst>
          </p:cNvPr>
          <p:cNvSpPr>
            <a:spLocks noGrp="1"/>
          </p:cNvSpPr>
          <p:nvPr>
            <p:ph type="sldNum" sz="quarter" idx="17"/>
          </p:nvPr>
        </p:nvSpPr>
        <p:spPr>
          <a:xfrm>
            <a:off x="571500" y="4817745"/>
            <a:ext cx="274320" cy="27432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4" name="Footer Placeholder 6">
            <a:extLst>
              <a:ext uri="{FF2B5EF4-FFF2-40B4-BE49-F238E27FC236}">
                <a16:creationId xmlns:a16="http://schemas.microsoft.com/office/drawing/2014/main" id="{8EF60680-0B89-E284-0AFC-7DCC64BF7750}"/>
              </a:ext>
            </a:extLst>
          </p:cNvPr>
          <p:cNvSpPr>
            <a:spLocks noGrp="1"/>
          </p:cNvSpPr>
          <p:nvPr>
            <p:ph type="ftr" sz="quarter" idx="16"/>
          </p:nvPr>
        </p:nvSpPr>
        <p:spPr>
          <a:xfrm>
            <a:off x="845820" y="4817984"/>
            <a:ext cx="4309034" cy="273844"/>
          </a:xfrm>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5" name="Date Placeholder 4">
            <a:extLst>
              <a:ext uri="{FF2B5EF4-FFF2-40B4-BE49-F238E27FC236}">
                <a16:creationId xmlns:a16="http://schemas.microsoft.com/office/drawing/2014/main" id="{033EE420-175F-A11D-96CB-D1ABB088F9CF}"/>
              </a:ext>
            </a:extLst>
          </p:cNvPr>
          <p:cNvSpPr>
            <a:spLocks noGrp="1"/>
          </p:cNvSpPr>
          <p:nvPr>
            <p:ph type="dt" sz="half" idx="15"/>
          </p:nvPr>
        </p:nvSpPr>
        <p:spPr>
          <a:xfrm>
            <a:off x="5154854" y="4819203"/>
            <a:ext cx="2057400" cy="272625"/>
          </a:xfrm>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2558893351"/>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Light - Blank">
    <p:bg>
      <p:bgRef idx="1001">
        <a:schemeClr val="bg2"/>
      </p:bgRef>
    </p:bg>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986FB920-929F-CD50-52DB-2267C19E529C}"/>
              </a:ext>
            </a:extLst>
          </p:cNvPr>
          <p:cNvSpPr>
            <a:spLocks noGrp="1"/>
          </p:cNvSpPr>
          <p:nvPr>
            <p:ph type="sldNum" sz="quarter" idx="40"/>
          </p:nvPr>
        </p:nvSpPr>
        <p:spPr>
          <a:xfrm>
            <a:off x="571500" y="4817745"/>
            <a:ext cx="274320" cy="274320"/>
          </a:xfrm>
        </p:spPr>
        <p:txBody>
          <a:bodyPr/>
          <a:lstStyle>
            <a:lvl1pPr>
              <a:defRPr>
                <a:solidFill>
                  <a:srgbClr val="8B8580"/>
                </a:solidFill>
              </a:defRPr>
            </a:lvl1pPr>
          </a:lstStyle>
          <a:p>
            <a:fld id="{345D60D9-5372-5F40-9443-0F9AE5BDC3C8}" type="slidenum">
              <a:rPr lang="en-US" smtClean="0"/>
              <a:pPr/>
              <a:t>‹#›</a:t>
            </a:fld>
            <a:endParaRPr lang="en-US" dirty="0"/>
          </a:p>
        </p:txBody>
      </p:sp>
      <p:sp>
        <p:nvSpPr>
          <p:cNvPr id="4" name="Footer Placeholder 4">
            <a:extLst>
              <a:ext uri="{FF2B5EF4-FFF2-40B4-BE49-F238E27FC236}">
                <a16:creationId xmlns:a16="http://schemas.microsoft.com/office/drawing/2014/main" id="{8B934CA2-9189-BBDA-2D47-6B62E59B566E}"/>
              </a:ext>
            </a:extLst>
          </p:cNvPr>
          <p:cNvSpPr>
            <a:spLocks noGrp="1"/>
          </p:cNvSpPr>
          <p:nvPr>
            <p:ph type="ftr" sz="quarter" idx="39"/>
          </p:nvPr>
        </p:nvSpPr>
        <p:spPr>
          <a:xfrm>
            <a:off x="845820" y="4817984"/>
            <a:ext cx="4309034" cy="273844"/>
          </a:xfrm>
        </p:spPr>
        <p:txBody>
          <a:bodyPr/>
          <a:lstStyle>
            <a:lvl1pPr>
              <a:defRPr>
                <a:solidFill>
                  <a:srgbClr val="8B8580"/>
                </a:solidFill>
              </a:defRPr>
            </a:lvl1pPr>
          </a:lstStyle>
          <a:p>
            <a:r>
              <a:rPr lang="en-US"/>
              <a:t>Copyright © 2025, Oracle and/or its affiliates |  Confidential: Internal/Restricted/Highly Restricted</a:t>
            </a:r>
            <a:endParaRPr lang="en-US" dirty="0"/>
          </a:p>
        </p:txBody>
      </p:sp>
      <p:sp>
        <p:nvSpPr>
          <p:cNvPr id="5" name="Date Placeholder 3">
            <a:extLst>
              <a:ext uri="{FF2B5EF4-FFF2-40B4-BE49-F238E27FC236}">
                <a16:creationId xmlns:a16="http://schemas.microsoft.com/office/drawing/2014/main" id="{1EB26826-CB7B-F2D0-E18C-8AA5414C58D7}"/>
              </a:ext>
            </a:extLst>
          </p:cNvPr>
          <p:cNvSpPr>
            <a:spLocks noGrp="1"/>
          </p:cNvSpPr>
          <p:nvPr>
            <p:ph type="dt" sz="half" idx="38"/>
          </p:nvPr>
        </p:nvSpPr>
        <p:spPr>
          <a:xfrm>
            <a:off x="5154854" y="4819203"/>
            <a:ext cx="2057400" cy="272625"/>
          </a:xfrm>
        </p:spPr>
        <p:txBody>
          <a:bodyPr/>
          <a:lstStyle>
            <a:lvl1pPr>
              <a:defRPr>
                <a:solidFill>
                  <a:srgbClr val="8B8580"/>
                </a:solidFill>
              </a:defRPr>
            </a:lvl1pPr>
          </a:lstStyle>
          <a:p>
            <a:r>
              <a:rPr lang="en-US"/>
              <a:t>[Date]</a:t>
            </a:r>
            <a:endParaRPr lang="en-US" dirty="0"/>
          </a:p>
        </p:txBody>
      </p:sp>
    </p:spTree>
    <p:extLst>
      <p:ext uri="{BB962C8B-B14F-4D97-AF65-F5344CB8AC3E}">
        <p14:creationId xmlns:p14="http://schemas.microsoft.com/office/powerpoint/2010/main" val="98358242"/>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Light - Title">
    <p:bg>
      <p:bgRef idx="1001">
        <a:schemeClr val="bg2"/>
      </p:bgRef>
    </p:bg>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0638DF7B-BBB6-684E-A5BB-80F1125943EF}"/>
              </a:ext>
            </a:extLst>
          </p:cNvPr>
          <p:cNvSpPr>
            <a:spLocks noGrp="1"/>
          </p:cNvSpPr>
          <p:nvPr>
            <p:ph type="title" hasCustomPrompt="1"/>
          </p:nvPr>
        </p:nvSpPr>
        <p:spPr>
          <a:xfrm>
            <a:off x="576656" y="136802"/>
            <a:ext cx="8003286" cy="617220"/>
          </a:xfrm>
        </p:spPr>
        <p:txBody>
          <a:bodyPr/>
          <a:lstStyle>
            <a:lvl1pPr>
              <a:defRPr b="1" i="0">
                <a:latin typeface="Oracle Sans Tab" panose="020B0503020204020204" pitchFamily="34" charset="0"/>
                <a:cs typeface="Oracle Sans Tab" panose="020B0503020204020204" pitchFamily="34" charset="0"/>
              </a:defRPr>
            </a:lvl1pPr>
          </a:lstStyle>
          <a:p>
            <a:r>
              <a:rPr lang="en-US" dirty="0"/>
              <a:t>Title</a:t>
            </a:r>
          </a:p>
        </p:txBody>
      </p:sp>
      <p:sp>
        <p:nvSpPr>
          <p:cNvPr id="3" name="Slide Number Placeholder 5">
            <a:extLst>
              <a:ext uri="{FF2B5EF4-FFF2-40B4-BE49-F238E27FC236}">
                <a16:creationId xmlns:a16="http://schemas.microsoft.com/office/drawing/2014/main" id="{0196566A-34C0-2909-1BBA-2F1E01266A07}"/>
              </a:ext>
            </a:extLst>
          </p:cNvPr>
          <p:cNvSpPr>
            <a:spLocks noGrp="1"/>
          </p:cNvSpPr>
          <p:nvPr>
            <p:ph type="sldNum" sz="quarter" idx="40"/>
          </p:nvPr>
        </p:nvSpPr>
        <p:spPr>
          <a:xfrm>
            <a:off x="571500" y="4817745"/>
            <a:ext cx="274320" cy="274320"/>
          </a:xfrm>
        </p:spPr>
        <p:txBody>
          <a:bodyPr/>
          <a:lstStyle>
            <a:lvl1pPr>
              <a:defRPr>
                <a:solidFill>
                  <a:srgbClr val="8B8580"/>
                </a:solidFill>
              </a:defRPr>
            </a:lvl1pPr>
          </a:lstStyle>
          <a:p>
            <a:fld id="{345D60D9-5372-5F40-9443-0F9AE5BDC3C8}" type="slidenum">
              <a:rPr lang="en-US" smtClean="0"/>
              <a:pPr/>
              <a:t>‹#›</a:t>
            </a:fld>
            <a:endParaRPr lang="en-US" dirty="0"/>
          </a:p>
        </p:txBody>
      </p:sp>
      <p:sp>
        <p:nvSpPr>
          <p:cNvPr id="4" name="Footer Placeholder 4">
            <a:extLst>
              <a:ext uri="{FF2B5EF4-FFF2-40B4-BE49-F238E27FC236}">
                <a16:creationId xmlns:a16="http://schemas.microsoft.com/office/drawing/2014/main" id="{47D75A6B-90D9-58CE-7BC7-31C53C19C8F9}"/>
              </a:ext>
            </a:extLst>
          </p:cNvPr>
          <p:cNvSpPr>
            <a:spLocks noGrp="1"/>
          </p:cNvSpPr>
          <p:nvPr>
            <p:ph type="ftr" sz="quarter" idx="39"/>
          </p:nvPr>
        </p:nvSpPr>
        <p:spPr>
          <a:xfrm>
            <a:off x="845820" y="4817984"/>
            <a:ext cx="4309034" cy="273844"/>
          </a:xfrm>
        </p:spPr>
        <p:txBody>
          <a:bodyPr/>
          <a:lstStyle>
            <a:lvl1pPr>
              <a:defRPr>
                <a:solidFill>
                  <a:srgbClr val="8B8580"/>
                </a:solidFill>
              </a:defRPr>
            </a:lvl1pPr>
          </a:lstStyle>
          <a:p>
            <a:r>
              <a:rPr lang="en-US"/>
              <a:t>Copyright © 2025, Oracle and/or its affiliates |  Confidential: Internal/Restricted/Highly Restricted</a:t>
            </a:r>
            <a:endParaRPr lang="en-US" dirty="0"/>
          </a:p>
        </p:txBody>
      </p:sp>
      <p:sp>
        <p:nvSpPr>
          <p:cNvPr id="5" name="Date Placeholder 3">
            <a:extLst>
              <a:ext uri="{FF2B5EF4-FFF2-40B4-BE49-F238E27FC236}">
                <a16:creationId xmlns:a16="http://schemas.microsoft.com/office/drawing/2014/main" id="{33C7F88C-022C-DC8C-F4BA-18F89F1E4ADA}"/>
              </a:ext>
            </a:extLst>
          </p:cNvPr>
          <p:cNvSpPr>
            <a:spLocks noGrp="1"/>
          </p:cNvSpPr>
          <p:nvPr>
            <p:ph type="dt" sz="half" idx="38"/>
          </p:nvPr>
        </p:nvSpPr>
        <p:spPr>
          <a:xfrm>
            <a:off x="5154854" y="4819203"/>
            <a:ext cx="2057400" cy="272625"/>
          </a:xfrm>
        </p:spPr>
        <p:txBody>
          <a:bodyPr/>
          <a:lstStyle>
            <a:lvl1pPr>
              <a:defRPr>
                <a:solidFill>
                  <a:srgbClr val="8B8580"/>
                </a:solidFill>
              </a:defRPr>
            </a:lvl1pPr>
          </a:lstStyle>
          <a:p>
            <a:r>
              <a:rPr lang="en-US"/>
              <a:t>[Date]</a:t>
            </a:r>
            <a:endParaRPr lang="en-US" dirty="0"/>
          </a:p>
        </p:txBody>
      </p:sp>
    </p:spTree>
    <p:extLst>
      <p:ext uri="{BB962C8B-B14F-4D97-AF65-F5344CB8AC3E}">
        <p14:creationId xmlns:p14="http://schemas.microsoft.com/office/powerpoint/2010/main" val="2497863711"/>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Dark - Title">
    <p:bg>
      <p:bgRef idx="1001">
        <a:schemeClr val="bg1"/>
      </p:bgRef>
    </p:bg>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0638DF7B-BBB6-684E-A5BB-80F1125943EF}"/>
              </a:ext>
            </a:extLst>
          </p:cNvPr>
          <p:cNvSpPr>
            <a:spLocks noGrp="1"/>
          </p:cNvSpPr>
          <p:nvPr>
            <p:ph type="title" hasCustomPrompt="1"/>
          </p:nvPr>
        </p:nvSpPr>
        <p:spPr>
          <a:xfrm>
            <a:off x="576656" y="136802"/>
            <a:ext cx="8003286" cy="617220"/>
          </a:xfrm>
        </p:spPr>
        <p:txBody>
          <a:bodyPr/>
          <a:lstStyle>
            <a:lvl1pPr>
              <a:defRPr b="1" i="0">
                <a:solidFill>
                  <a:schemeClr val="tx1"/>
                </a:solidFill>
                <a:latin typeface="Oracle Sans Tab" panose="020B0503020204020204" pitchFamily="34" charset="0"/>
                <a:cs typeface="Oracle Sans Tab" panose="020B0503020204020204" pitchFamily="34" charset="0"/>
              </a:defRPr>
            </a:lvl1pPr>
          </a:lstStyle>
          <a:p>
            <a:r>
              <a:rPr lang="en-US" dirty="0"/>
              <a:t>Title</a:t>
            </a:r>
          </a:p>
        </p:txBody>
      </p:sp>
      <p:sp>
        <p:nvSpPr>
          <p:cNvPr id="2" name="Slide Number Placeholder 7">
            <a:extLst>
              <a:ext uri="{FF2B5EF4-FFF2-40B4-BE49-F238E27FC236}">
                <a16:creationId xmlns:a16="http://schemas.microsoft.com/office/drawing/2014/main" id="{97C3ED5D-4573-7EB2-556F-2EF18A7D2A2E}"/>
              </a:ext>
            </a:extLst>
          </p:cNvPr>
          <p:cNvSpPr>
            <a:spLocks noGrp="1"/>
          </p:cNvSpPr>
          <p:nvPr>
            <p:ph type="sldNum" sz="quarter" idx="17"/>
          </p:nvPr>
        </p:nvSpPr>
        <p:spPr>
          <a:xfrm>
            <a:off x="571500" y="4817745"/>
            <a:ext cx="274320" cy="27432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3" name="Footer Placeholder 6">
            <a:extLst>
              <a:ext uri="{FF2B5EF4-FFF2-40B4-BE49-F238E27FC236}">
                <a16:creationId xmlns:a16="http://schemas.microsoft.com/office/drawing/2014/main" id="{58440478-2F1F-8106-9748-50C7E33FD626}"/>
              </a:ext>
            </a:extLst>
          </p:cNvPr>
          <p:cNvSpPr>
            <a:spLocks noGrp="1"/>
          </p:cNvSpPr>
          <p:nvPr>
            <p:ph type="ftr" sz="quarter" idx="16"/>
          </p:nvPr>
        </p:nvSpPr>
        <p:spPr>
          <a:xfrm>
            <a:off x="845820" y="4817984"/>
            <a:ext cx="4309034" cy="273844"/>
          </a:xfrm>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4" name="Date Placeholder 4">
            <a:extLst>
              <a:ext uri="{FF2B5EF4-FFF2-40B4-BE49-F238E27FC236}">
                <a16:creationId xmlns:a16="http://schemas.microsoft.com/office/drawing/2014/main" id="{3B6D0E51-4F27-712D-689C-A9A3CDFAD6FB}"/>
              </a:ext>
            </a:extLst>
          </p:cNvPr>
          <p:cNvSpPr>
            <a:spLocks noGrp="1"/>
          </p:cNvSpPr>
          <p:nvPr>
            <p:ph type="dt" sz="half" idx="15"/>
          </p:nvPr>
        </p:nvSpPr>
        <p:spPr>
          <a:xfrm>
            <a:off x="5154854" y="4819203"/>
            <a:ext cx="2057400" cy="272625"/>
          </a:xfrm>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401917247"/>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Light - Title/Subtitle">
    <p:bg>
      <p:bgRef idx="1001">
        <a:schemeClr val="bg2"/>
      </p:bgRef>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C6A8D35-C90D-428D-8E15-6F958679D947}"/>
              </a:ext>
            </a:extLst>
          </p:cNvPr>
          <p:cNvSpPr>
            <a:spLocks noGrp="1"/>
          </p:cNvSpPr>
          <p:nvPr>
            <p:ph type="title" hasCustomPrompt="1"/>
          </p:nvPr>
        </p:nvSpPr>
        <p:spPr/>
        <p:txBody>
          <a:bodyPr/>
          <a:lstStyle>
            <a:lvl1pPr>
              <a:defRPr b="1" i="0">
                <a:latin typeface="Oracle Sans Tab" panose="020B0503020204020204" pitchFamily="34" charset="0"/>
                <a:cs typeface="Oracle Sans Tab" panose="020B0503020204020204" pitchFamily="34" charset="0"/>
              </a:defRPr>
            </a:lvl1pPr>
          </a:lstStyle>
          <a:p>
            <a:r>
              <a:rPr lang="en-US" dirty="0"/>
              <a:t>Title</a:t>
            </a:r>
          </a:p>
        </p:txBody>
      </p:sp>
      <p:sp>
        <p:nvSpPr>
          <p:cNvPr id="15" name="Subtitle">
            <a:extLst>
              <a:ext uri="{FF2B5EF4-FFF2-40B4-BE49-F238E27FC236}">
                <a16:creationId xmlns:a16="http://schemas.microsoft.com/office/drawing/2014/main" id="{FC0004EB-159B-A345-859C-0E83416ED930}"/>
              </a:ext>
            </a:extLst>
          </p:cNvPr>
          <p:cNvSpPr>
            <a:spLocks noGrp="1"/>
          </p:cNvSpPr>
          <p:nvPr>
            <p:ph type="body" sz="quarter" idx="11" hasCustomPrompt="1"/>
          </p:nvPr>
        </p:nvSpPr>
        <p:spPr>
          <a:xfrm>
            <a:off x="571500" y="768176"/>
            <a:ext cx="8003286" cy="247905"/>
          </a:xfrm>
          <a:prstGeom prst="rect">
            <a:avLst/>
          </a:prstGeom>
        </p:spPr>
        <p:txBody>
          <a:bodyPr lIns="0">
            <a:noAutofit/>
          </a:bodyPr>
          <a:lstStyle>
            <a:lvl1pPr marL="0" indent="0">
              <a:spcAft>
                <a:spcPts val="0"/>
              </a:spcAft>
              <a:buNone/>
              <a:defRPr sz="15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2" name="Slide Number Placeholder 5">
            <a:extLst>
              <a:ext uri="{FF2B5EF4-FFF2-40B4-BE49-F238E27FC236}">
                <a16:creationId xmlns:a16="http://schemas.microsoft.com/office/drawing/2014/main" id="{DBEEF32F-ED74-47E3-D2C3-F1B1AD13F3F5}"/>
              </a:ext>
            </a:extLst>
          </p:cNvPr>
          <p:cNvSpPr>
            <a:spLocks noGrp="1"/>
          </p:cNvSpPr>
          <p:nvPr>
            <p:ph type="sldNum" sz="quarter" idx="40"/>
          </p:nvPr>
        </p:nvSpPr>
        <p:spPr>
          <a:xfrm>
            <a:off x="571500" y="4817745"/>
            <a:ext cx="274320" cy="274320"/>
          </a:xfrm>
        </p:spPr>
        <p:txBody>
          <a:bodyPr/>
          <a:lstStyle>
            <a:lvl1pPr>
              <a:defRPr>
                <a:solidFill>
                  <a:srgbClr val="8B8580"/>
                </a:solidFill>
              </a:defRPr>
            </a:lvl1pPr>
          </a:lstStyle>
          <a:p>
            <a:fld id="{345D60D9-5372-5F40-9443-0F9AE5BDC3C8}" type="slidenum">
              <a:rPr lang="en-US" smtClean="0"/>
              <a:pPr/>
              <a:t>‹#›</a:t>
            </a:fld>
            <a:endParaRPr lang="en-US" dirty="0"/>
          </a:p>
        </p:txBody>
      </p:sp>
      <p:sp>
        <p:nvSpPr>
          <p:cNvPr id="7" name="Footer Placeholder 4">
            <a:extLst>
              <a:ext uri="{FF2B5EF4-FFF2-40B4-BE49-F238E27FC236}">
                <a16:creationId xmlns:a16="http://schemas.microsoft.com/office/drawing/2014/main" id="{DFD6C787-D3B4-031A-8D4C-3A19D9BDFA78}"/>
              </a:ext>
            </a:extLst>
          </p:cNvPr>
          <p:cNvSpPr>
            <a:spLocks noGrp="1"/>
          </p:cNvSpPr>
          <p:nvPr>
            <p:ph type="ftr" sz="quarter" idx="39"/>
          </p:nvPr>
        </p:nvSpPr>
        <p:spPr>
          <a:xfrm>
            <a:off x="845820" y="4817984"/>
            <a:ext cx="4309034" cy="273844"/>
          </a:xfrm>
        </p:spPr>
        <p:txBody>
          <a:bodyPr/>
          <a:lstStyle>
            <a:lvl1pPr>
              <a:defRPr>
                <a:solidFill>
                  <a:srgbClr val="8B8580"/>
                </a:solidFill>
              </a:defRPr>
            </a:lvl1pPr>
          </a:lstStyle>
          <a:p>
            <a:r>
              <a:rPr lang="en-US"/>
              <a:t>Copyright © 2025, Oracle and/or its affiliates |  Confidential: Internal/Restricted/Highly Restricted</a:t>
            </a:r>
            <a:endParaRPr lang="en-US" dirty="0"/>
          </a:p>
        </p:txBody>
      </p:sp>
      <p:sp>
        <p:nvSpPr>
          <p:cNvPr id="8" name="Date Placeholder 3">
            <a:extLst>
              <a:ext uri="{FF2B5EF4-FFF2-40B4-BE49-F238E27FC236}">
                <a16:creationId xmlns:a16="http://schemas.microsoft.com/office/drawing/2014/main" id="{005CA9E8-9559-78FA-E425-B044F817EEE2}"/>
              </a:ext>
            </a:extLst>
          </p:cNvPr>
          <p:cNvSpPr>
            <a:spLocks noGrp="1"/>
          </p:cNvSpPr>
          <p:nvPr>
            <p:ph type="dt" sz="half" idx="38"/>
          </p:nvPr>
        </p:nvSpPr>
        <p:spPr>
          <a:xfrm>
            <a:off x="5154854" y="4819203"/>
            <a:ext cx="2057400" cy="272625"/>
          </a:xfrm>
        </p:spPr>
        <p:txBody>
          <a:bodyPr/>
          <a:lstStyle>
            <a:lvl1pPr>
              <a:defRPr>
                <a:solidFill>
                  <a:srgbClr val="8B8580"/>
                </a:solidFill>
              </a:defRPr>
            </a:lvl1pPr>
          </a:lstStyle>
          <a:p>
            <a:r>
              <a:rPr lang="en-US"/>
              <a:t>[Date]</a:t>
            </a:r>
            <a:endParaRPr lang="en-US" dirty="0"/>
          </a:p>
        </p:txBody>
      </p:sp>
    </p:spTree>
    <p:extLst>
      <p:ext uri="{BB962C8B-B14F-4D97-AF65-F5344CB8AC3E}">
        <p14:creationId xmlns:p14="http://schemas.microsoft.com/office/powerpoint/2010/main" val="1342533126"/>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Dark - Title/Subtitle">
    <p:bg>
      <p:bgRef idx="1001">
        <a:schemeClr val="bg1"/>
      </p:bgRef>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471FF06-338B-46FE-B4FE-F72B7ABAED7F}"/>
              </a:ext>
            </a:extLst>
          </p:cNvPr>
          <p:cNvSpPr>
            <a:spLocks noGrp="1"/>
          </p:cNvSpPr>
          <p:nvPr>
            <p:ph type="title" hasCustomPrompt="1"/>
          </p:nvPr>
        </p:nvSpPr>
        <p:spPr/>
        <p:txBody>
          <a:bodyPr/>
          <a:lstStyle>
            <a:lvl1pPr>
              <a:defRPr b="1" i="0">
                <a:latin typeface="Oracle Sans Tab" panose="020B0503020204020204" pitchFamily="34" charset="0"/>
                <a:cs typeface="Oracle Sans Tab" panose="020B0503020204020204" pitchFamily="34" charset="0"/>
              </a:defRPr>
            </a:lvl1pPr>
          </a:lstStyle>
          <a:p>
            <a:r>
              <a:rPr lang="en-US" dirty="0"/>
              <a:t>Title</a:t>
            </a:r>
          </a:p>
        </p:txBody>
      </p:sp>
      <p:sp>
        <p:nvSpPr>
          <p:cNvPr id="6" name="Subtitle">
            <a:extLst>
              <a:ext uri="{FF2B5EF4-FFF2-40B4-BE49-F238E27FC236}">
                <a16:creationId xmlns:a16="http://schemas.microsoft.com/office/drawing/2014/main" id="{756DCC98-315C-61EE-3BD9-275F39B0D5BB}"/>
              </a:ext>
            </a:extLst>
          </p:cNvPr>
          <p:cNvSpPr>
            <a:spLocks noGrp="1"/>
          </p:cNvSpPr>
          <p:nvPr>
            <p:ph type="body" sz="quarter" idx="11" hasCustomPrompt="1"/>
          </p:nvPr>
        </p:nvSpPr>
        <p:spPr>
          <a:xfrm>
            <a:off x="575072" y="757428"/>
            <a:ext cx="8003286" cy="247905"/>
          </a:xfrm>
          <a:prstGeom prst="rect">
            <a:avLst/>
          </a:prstGeom>
        </p:spPr>
        <p:txBody>
          <a:bodyPr lIns="0">
            <a:noAutofit/>
          </a:bodyPr>
          <a:lstStyle>
            <a:lvl1pPr marL="0" indent="0">
              <a:spcAft>
                <a:spcPts val="0"/>
              </a:spcAft>
              <a:buNone/>
              <a:defRPr sz="15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5" name="Slide Number Placeholder 7">
            <a:extLst>
              <a:ext uri="{FF2B5EF4-FFF2-40B4-BE49-F238E27FC236}">
                <a16:creationId xmlns:a16="http://schemas.microsoft.com/office/drawing/2014/main" id="{0511B848-5314-5CFA-E302-CF9747E005C9}"/>
              </a:ext>
            </a:extLst>
          </p:cNvPr>
          <p:cNvSpPr>
            <a:spLocks noGrp="1"/>
          </p:cNvSpPr>
          <p:nvPr>
            <p:ph type="sldNum" sz="quarter" idx="17"/>
          </p:nvPr>
        </p:nvSpPr>
        <p:spPr>
          <a:xfrm>
            <a:off x="571500" y="4817745"/>
            <a:ext cx="274320" cy="27432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8" name="Footer Placeholder 6">
            <a:extLst>
              <a:ext uri="{FF2B5EF4-FFF2-40B4-BE49-F238E27FC236}">
                <a16:creationId xmlns:a16="http://schemas.microsoft.com/office/drawing/2014/main" id="{68D47112-C304-3F08-B268-4678B7957255}"/>
              </a:ext>
            </a:extLst>
          </p:cNvPr>
          <p:cNvSpPr>
            <a:spLocks noGrp="1"/>
          </p:cNvSpPr>
          <p:nvPr>
            <p:ph type="ftr" sz="quarter" idx="16"/>
          </p:nvPr>
        </p:nvSpPr>
        <p:spPr>
          <a:xfrm>
            <a:off x="845820" y="4817984"/>
            <a:ext cx="4309034" cy="273844"/>
          </a:xfrm>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9" name="Date Placeholder 4">
            <a:extLst>
              <a:ext uri="{FF2B5EF4-FFF2-40B4-BE49-F238E27FC236}">
                <a16:creationId xmlns:a16="http://schemas.microsoft.com/office/drawing/2014/main" id="{E986AE2C-3C8D-7087-0A03-7B9F6CF293A3}"/>
              </a:ext>
            </a:extLst>
          </p:cNvPr>
          <p:cNvSpPr>
            <a:spLocks noGrp="1"/>
          </p:cNvSpPr>
          <p:nvPr>
            <p:ph type="dt" sz="half" idx="15"/>
          </p:nvPr>
        </p:nvSpPr>
        <p:spPr>
          <a:xfrm>
            <a:off x="5154854" y="4819203"/>
            <a:ext cx="2057400" cy="272625"/>
          </a:xfrm>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2959633742"/>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Photo Collage + Content Light">
    <p:bg>
      <p:bgRef idx="1001">
        <a:schemeClr val="bg2"/>
      </p:bgRef>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E9CD95A-1265-2999-4C85-664DC8CE8978}"/>
              </a:ext>
            </a:extLst>
          </p:cNvPr>
          <p:cNvSpPr>
            <a:spLocks noGrp="1"/>
          </p:cNvSpPr>
          <p:nvPr>
            <p:ph type="title" hasCustomPrompt="1"/>
          </p:nvPr>
        </p:nvSpPr>
        <p:spPr>
          <a:xfrm>
            <a:off x="576657" y="136802"/>
            <a:ext cx="3721027" cy="617220"/>
          </a:xfrm>
        </p:spPr>
        <p:txBody>
          <a:bodyPr/>
          <a:lstStyle>
            <a:lvl1pPr>
              <a:defRPr b="1" i="0">
                <a:latin typeface="Oracle Sans Tab" panose="020B0503020204020204" pitchFamily="34" charset="0"/>
                <a:cs typeface="Oracle Sans Tab" panose="020B0503020204020204" pitchFamily="34" charset="0"/>
              </a:defRPr>
            </a:lvl1pPr>
          </a:lstStyle>
          <a:p>
            <a:r>
              <a:rPr lang="en-US" dirty="0"/>
              <a:t>Title</a:t>
            </a:r>
          </a:p>
        </p:txBody>
      </p:sp>
      <p:sp>
        <p:nvSpPr>
          <p:cNvPr id="3" name="Text Placeholder 2">
            <a:extLst>
              <a:ext uri="{FF2B5EF4-FFF2-40B4-BE49-F238E27FC236}">
                <a16:creationId xmlns:a16="http://schemas.microsoft.com/office/drawing/2014/main" id="{A12F5E0A-F774-0941-0246-D4704DBA0B25}"/>
              </a:ext>
            </a:extLst>
          </p:cNvPr>
          <p:cNvSpPr>
            <a:spLocks noGrp="1"/>
          </p:cNvSpPr>
          <p:nvPr>
            <p:ph type="body" sz="quarter" idx="29"/>
          </p:nvPr>
        </p:nvSpPr>
        <p:spPr>
          <a:xfrm>
            <a:off x="594403" y="1313754"/>
            <a:ext cx="3674326" cy="1057804"/>
          </a:xfrm>
          <a:prstGeom prst="rect">
            <a:avLst/>
          </a:prstGeom>
        </p:spPr>
        <p:txBody>
          <a:bodyPr/>
          <a:lstStyle>
            <a:lvl1pPr marL="0" marR="0" indent="0" algn="l" defTabSz="685629" rtl="0" eaLnBrk="1" fontAlgn="auto" latinLnBrk="0" hangingPunct="1">
              <a:lnSpc>
                <a:spcPct val="90000"/>
              </a:lnSpc>
              <a:spcBef>
                <a:spcPts val="750"/>
              </a:spcBef>
              <a:spcAft>
                <a:spcPts val="0"/>
              </a:spcAft>
              <a:buClrTx/>
              <a:buSzTx/>
              <a:buFont typeface="Arial" panose="020B0604020202020204" pitchFamily="34" charset="0"/>
              <a:buNone/>
              <a:tabLst/>
              <a:defRPr lang="en-US" sz="1500" b="0" i="0" kern="1200" dirty="0" smtClean="0">
                <a:solidFill>
                  <a:schemeClr val="tx1"/>
                </a:solidFill>
                <a:latin typeface="Oracle Sans Tab" panose="020B0503020204020204" pitchFamily="34" charset="0"/>
                <a:ea typeface="+mn-ea"/>
                <a:cs typeface="Oracle Sans Tab" panose="020B0503020204020204" pitchFamily="34" charset="0"/>
              </a:defRPr>
            </a:lvl1pPr>
            <a:lvl2pPr marL="0" marR="0" indent="0" algn="l" defTabSz="685629" rtl="0" eaLnBrk="1" fontAlgn="auto" latinLnBrk="0" hangingPunct="1">
              <a:lnSpc>
                <a:spcPct val="90000"/>
              </a:lnSpc>
              <a:spcBef>
                <a:spcPts val="375"/>
              </a:spcBef>
              <a:spcAft>
                <a:spcPts val="0"/>
              </a:spcAft>
              <a:buClrTx/>
              <a:buSzTx/>
              <a:buFont typeface="Arial" panose="020B0604020202020204" pitchFamily="34" charset="0"/>
              <a:buNone/>
              <a:tabLst/>
              <a:defRPr lang="en-US" sz="1350" b="0" i="0" kern="1200" dirty="0" smtClean="0">
                <a:solidFill>
                  <a:schemeClr val="tx1"/>
                </a:solidFill>
                <a:latin typeface="Oracle Sans Tab" panose="020B0503020204020204" pitchFamily="34" charset="0"/>
                <a:ea typeface="+mn-ea"/>
                <a:cs typeface="Oracle Sans Tab" panose="020B0503020204020204" pitchFamily="34" charset="0"/>
              </a:defRPr>
            </a:lvl2pPr>
            <a:lvl3pPr marL="89875" marR="0" indent="0" algn="l" defTabSz="685629" rtl="0" eaLnBrk="1" fontAlgn="auto" latinLnBrk="0" hangingPunct="1">
              <a:lnSpc>
                <a:spcPct val="90000"/>
              </a:lnSpc>
              <a:spcBef>
                <a:spcPts val="375"/>
              </a:spcBef>
              <a:spcAft>
                <a:spcPts val="0"/>
              </a:spcAft>
              <a:buClrTx/>
              <a:buSzTx/>
              <a:buFont typeface="Arial" panose="020B0604020202020204" pitchFamily="34" charset="0"/>
              <a:buNone/>
              <a:tabLst/>
              <a:defRPr lang="en-US" sz="1200" b="0" i="0" kern="1200" dirty="0" smtClean="0">
                <a:solidFill>
                  <a:schemeClr val="tx1"/>
                </a:solidFill>
                <a:latin typeface="Oracle Sans Tab" panose="020B0503020204020204" pitchFamily="34" charset="0"/>
                <a:ea typeface="+mn-ea"/>
                <a:cs typeface="Oracle Sans Tab" panose="020B0503020204020204" pitchFamily="34" charset="0"/>
              </a:defRPr>
            </a:lvl3pPr>
          </a:lstStyle>
          <a:p>
            <a:pPr marL="257123" lvl="0" indent="-257123" algn="l" defTabSz="685629" rtl="0" eaLnBrk="1" latinLnBrk="0" hangingPunct="1">
              <a:lnSpc>
                <a:spcPct val="110000"/>
              </a:lnSpc>
              <a:spcBef>
                <a:spcPts val="225"/>
              </a:spcBef>
            </a:pPr>
            <a:r>
              <a:rPr lang="en-US"/>
              <a:t>Click to edit Master text styles</a:t>
            </a:r>
          </a:p>
          <a:p>
            <a:pPr marL="257123" lvl="1" indent="-257123" algn="l" defTabSz="685629" rtl="0" eaLnBrk="1" latinLnBrk="0" hangingPunct="1">
              <a:lnSpc>
                <a:spcPct val="110000"/>
              </a:lnSpc>
              <a:spcBef>
                <a:spcPts val="225"/>
              </a:spcBef>
            </a:pPr>
            <a:r>
              <a:rPr lang="en-US"/>
              <a:t>Second level</a:t>
            </a:r>
          </a:p>
          <a:p>
            <a:pPr marL="257123" lvl="2" indent="-257123" algn="l" defTabSz="685629" rtl="0" eaLnBrk="1" latinLnBrk="0" hangingPunct="1">
              <a:lnSpc>
                <a:spcPct val="110000"/>
              </a:lnSpc>
              <a:spcBef>
                <a:spcPts val="225"/>
              </a:spcBef>
            </a:pPr>
            <a:r>
              <a:rPr lang="en-US"/>
              <a:t>Third level</a:t>
            </a:r>
          </a:p>
        </p:txBody>
      </p:sp>
      <p:sp>
        <p:nvSpPr>
          <p:cNvPr id="10" name="Text Placeholder 2">
            <a:extLst>
              <a:ext uri="{FF2B5EF4-FFF2-40B4-BE49-F238E27FC236}">
                <a16:creationId xmlns:a16="http://schemas.microsoft.com/office/drawing/2014/main" id="{FB6C8AB0-7757-DF1D-9CCE-4510B7276134}"/>
              </a:ext>
            </a:extLst>
          </p:cNvPr>
          <p:cNvSpPr>
            <a:spLocks noGrp="1"/>
          </p:cNvSpPr>
          <p:nvPr>
            <p:ph type="body" sz="quarter" idx="38"/>
          </p:nvPr>
        </p:nvSpPr>
        <p:spPr>
          <a:xfrm>
            <a:off x="594403" y="2534074"/>
            <a:ext cx="3674326" cy="1057804"/>
          </a:xfrm>
          <a:prstGeom prst="rect">
            <a:avLst/>
          </a:prstGeom>
        </p:spPr>
        <p:txBody>
          <a:bodyPr/>
          <a:lstStyle>
            <a:lvl1pPr marL="0" marR="0" indent="0" algn="l" defTabSz="685629" rtl="0" eaLnBrk="1" fontAlgn="auto" latinLnBrk="0" hangingPunct="1">
              <a:lnSpc>
                <a:spcPct val="90000"/>
              </a:lnSpc>
              <a:spcBef>
                <a:spcPts val="750"/>
              </a:spcBef>
              <a:spcAft>
                <a:spcPts val="0"/>
              </a:spcAft>
              <a:buClrTx/>
              <a:buSzTx/>
              <a:buFont typeface="Arial" panose="020B0604020202020204" pitchFamily="34" charset="0"/>
              <a:buNone/>
              <a:tabLst/>
              <a:defRPr lang="en-US" sz="1500" b="0" i="0" kern="1200" dirty="0" smtClean="0">
                <a:solidFill>
                  <a:schemeClr val="tx1"/>
                </a:solidFill>
                <a:latin typeface="Oracle Sans Tab" panose="020B0503020204020204" pitchFamily="34" charset="0"/>
                <a:ea typeface="+mn-ea"/>
                <a:cs typeface="Oracle Sans Tab" panose="020B0503020204020204" pitchFamily="34" charset="0"/>
              </a:defRPr>
            </a:lvl1pPr>
            <a:lvl2pPr marL="0" marR="0" indent="0" algn="l" defTabSz="685629" rtl="0" eaLnBrk="1" fontAlgn="auto" latinLnBrk="0" hangingPunct="1">
              <a:lnSpc>
                <a:spcPct val="90000"/>
              </a:lnSpc>
              <a:spcBef>
                <a:spcPts val="375"/>
              </a:spcBef>
              <a:spcAft>
                <a:spcPts val="0"/>
              </a:spcAft>
              <a:buClrTx/>
              <a:buSzTx/>
              <a:buFont typeface="Arial" panose="020B0604020202020204" pitchFamily="34" charset="0"/>
              <a:buNone/>
              <a:tabLst/>
              <a:defRPr lang="en-US" sz="1350" b="0" i="0" kern="1200" dirty="0" smtClean="0">
                <a:solidFill>
                  <a:schemeClr val="tx1"/>
                </a:solidFill>
                <a:latin typeface="Oracle Sans Tab" panose="020B0503020204020204" pitchFamily="34" charset="0"/>
                <a:ea typeface="+mn-ea"/>
                <a:cs typeface="Oracle Sans Tab" panose="020B0503020204020204" pitchFamily="34" charset="0"/>
              </a:defRPr>
            </a:lvl2pPr>
            <a:lvl3pPr marL="89875" marR="0" indent="0" algn="l" defTabSz="685629" rtl="0" eaLnBrk="1" fontAlgn="auto" latinLnBrk="0" hangingPunct="1">
              <a:lnSpc>
                <a:spcPct val="90000"/>
              </a:lnSpc>
              <a:spcBef>
                <a:spcPts val="375"/>
              </a:spcBef>
              <a:spcAft>
                <a:spcPts val="0"/>
              </a:spcAft>
              <a:buClrTx/>
              <a:buSzTx/>
              <a:buFont typeface="Arial" panose="020B0604020202020204" pitchFamily="34" charset="0"/>
              <a:buNone/>
              <a:tabLst/>
              <a:defRPr lang="en-US" sz="1200" b="0" i="0" kern="1200" dirty="0" smtClean="0">
                <a:solidFill>
                  <a:schemeClr val="tx1"/>
                </a:solidFill>
                <a:latin typeface="Oracle Sans Tab" panose="020B0503020204020204" pitchFamily="34" charset="0"/>
                <a:ea typeface="+mn-ea"/>
                <a:cs typeface="Oracle Sans Tab" panose="020B0503020204020204" pitchFamily="34" charset="0"/>
              </a:defRPr>
            </a:lvl3pPr>
          </a:lstStyle>
          <a:p>
            <a:pPr marL="257123" lvl="0" indent="-257123" algn="l" defTabSz="685629" rtl="0" eaLnBrk="1" latinLnBrk="0" hangingPunct="1">
              <a:lnSpc>
                <a:spcPct val="110000"/>
              </a:lnSpc>
              <a:spcBef>
                <a:spcPts val="225"/>
              </a:spcBef>
            </a:pPr>
            <a:r>
              <a:rPr lang="en-US"/>
              <a:t>Click to edit Master text styles</a:t>
            </a:r>
          </a:p>
          <a:p>
            <a:pPr marL="257123" lvl="1" indent="-257123" algn="l" defTabSz="685629" rtl="0" eaLnBrk="1" latinLnBrk="0" hangingPunct="1">
              <a:lnSpc>
                <a:spcPct val="110000"/>
              </a:lnSpc>
              <a:spcBef>
                <a:spcPts val="225"/>
              </a:spcBef>
            </a:pPr>
            <a:r>
              <a:rPr lang="en-US"/>
              <a:t>Second level</a:t>
            </a:r>
          </a:p>
          <a:p>
            <a:pPr marL="257123" lvl="2" indent="-257123" algn="l" defTabSz="685629" rtl="0" eaLnBrk="1" latinLnBrk="0" hangingPunct="1">
              <a:lnSpc>
                <a:spcPct val="110000"/>
              </a:lnSpc>
              <a:spcBef>
                <a:spcPts val="225"/>
              </a:spcBef>
            </a:pPr>
            <a:r>
              <a:rPr lang="en-US"/>
              <a:t>Third level</a:t>
            </a:r>
          </a:p>
        </p:txBody>
      </p:sp>
      <p:sp>
        <p:nvSpPr>
          <p:cNvPr id="8" name="Text Placeholder 2">
            <a:extLst>
              <a:ext uri="{FF2B5EF4-FFF2-40B4-BE49-F238E27FC236}">
                <a16:creationId xmlns:a16="http://schemas.microsoft.com/office/drawing/2014/main" id="{5EF42849-DE58-A637-B663-CB6753E7BB76}"/>
              </a:ext>
            </a:extLst>
          </p:cNvPr>
          <p:cNvSpPr>
            <a:spLocks noGrp="1"/>
          </p:cNvSpPr>
          <p:nvPr>
            <p:ph type="body" sz="quarter" idx="37"/>
          </p:nvPr>
        </p:nvSpPr>
        <p:spPr>
          <a:xfrm>
            <a:off x="594403" y="3754396"/>
            <a:ext cx="3674326" cy="846180"/>
          </a:xfrm>
          <a:prstGeom prst="rect">
            <a:avLst/>
          </a:prstGeom>
        </p:spPr>
        <p:txBody>
          <a:bodyPr/>
          <a:lstStyle>
            <a:lvl1pPr marL="0" marR="0" indent="0" algn="l" defTabSz="685629" rtl="0" eaLnBrk="1" fontAlgn="auto" latinLnBrk="0" hangingPunct="1">
              <a:lnSpc>
                <a:spcPct val="90000"/>
              </a:lnSpc>
              <a:spcBef>
                <a:spcPts val="750"/>
              </a:spcBef>
              <a:spcAft>
                <a:spcPts val="0"/>
              </a:spcAft>
              <a:buClrTx/>
              <a:buSzTx/>
              <a:buFont typeface="Arial" panose="020B0604020202020204" pitchFamily="34" charset="0"/>
              <a:buNone/>
              <a:tabLst/>
              <a:defRPr lang="en-US" sz="1500" b="0" i="0" kern="1200" dirty="0" smtClean="0">
                <a:solidFill>
                  <a:schemeClr val="tx1"/>
                </a:solidFill>
                <a:latin typeface="Oracle Sans Tab" panose="020B0503020204020204" pitchFamily="34" charset="0"/>
                <a:ea typeface="+mn-ea"/>
                <a:cs typeface="Oracle Sans Tab" panose="020B0503020204020204" pitchFamily="34" charset="0"/>
              </a:defRPr>
            </a:lvl1pPr>
            <a:lvl2pPr marL="0" marR="0" indent="0" algn="l" defTabSz="685629" rtl="0" eaLnBrk="1" fontAlgn="auto" latinLnBrk="0" hangingPunct="1">
              <a:lnSpc>
                <a:spcPct val="90000"/>
              </a:lnSpc>
              <a:spcBef>
                <a:spcPts val="375"/>
              </a:spcBef>
              <a:spcAft>
                <a:spcPts val="0"/>
              </a:spcAft>
              <a:buClrTx/>
              <a:buSzTx/>
              <a:buFont typeface="Arial" panose="020B0604020202020204" pitchFamily="34" charset="0"/>
              <a:buNone/>
              <a:tabLst/>
              <a:defRPr lang="en-US" sz="1350" b="0" i="0" kern="1200" dirty="0" smtClean="0">
                <a:solidFill>
                  <a:schemeClr val="tx1"/>
                </a:solidFill>
                <a:latin typeface="Oracle Sans Tab" panose="020B0503020204020204" pitchFamily="34" charset="0"/>
                <a:ea typeface="+mn-ea"/>
                <a:cs typeface="Oracle Sans Tab" panose="020B0503020204020204" pitchFamily="34" charset="0"/>
              </a:defRPr>
            </a:lvl2pPr>
            <a:lvl3pPr marL="89875" marR="0" indent="0" algn="l" defTabSz="685629" rtl="0" eaLnBrk="1" fontAlgn="auto" latinLnBrk="0" hangingPunct="1">
              <a:lnSpc>
                <a:spcPct val="90000"/>
              </a:lnSpc>
              <a:spcBef>
                <a:spcPts val="375"/>
              </a:spcBef>
              <a:spcAft>
                <a:spcPts val="0"/>
              </a:spcAft>
              <a:buClrTx/>
              <a:buSzTx/>
              <a:buFont typeface="Arial" panose="020B0604020202020204" pitchFamily="34" charset="0"/>
              <a:buNone/>
              <a:tabLst/>
              <a:defRPr lang="en-US" sz="1200" b="0" i="0" kern="1200" dirty="0" smtClean="0">
                <a:solidFill>
                  <a:schemeClr val="tx1"/>
                </a:solidFill>
                <a:latin typeface="Oracle Sans Tab" panose="020B0503020204020204" pitchFamily="34" charset="0"/>
                <a:ea typeface="+mn-ea"/>
                <a:cs typeface="Oracle Sans Tab" panose="020B0503020204020204" pitchFamily="34" charset="0"/>
              </a:defRPr>
            </a:lvl3pPr>
          </a:lstStyle>
          <a:p>
            <a:pPr marL="257123" lvl="0" indent="-257123" algn="l" defTabSz="685629" rtl="0" eaLnBrk="1" latinLnBrk="0" hangingPunct="1">
              <a:lnSpc>
                <a:spcPct val="110000"/>
              </a:lnSpc>
              <a:spcBef>
                <a:spcPts val="225"/>
              </a:spcBef>
            </a:pPr>
            <a:r>
              <a:rPr lang="en-US"/>
              <a:t>Click to edit Master text styles</a:t>
            </a:r>
          </a:p>
          <a:p>
            <a:pPr marL="257123" lvl="1" indent="-257123" algn="l" defTabSz="685629" rtl="0" eaLnBrk="1" latinLnBrk="0" hangingPunct="1">
              <a:lnSpc>
                <a:spcPct val="110000"/>
              </a:lnSpc>
              <a:spcBef>
                <a:spcPts val="225"/>
              </a:spcBef>
            </a:pPr>
            <a:r>
              <a:rPr lang="en-US"/>
              <a:t>Second level</a:t>
            </a:r>
          </a:p>
          <a:p>
            <a:pPr marL="257123" lvl="2" indent="-257123" algn="l" defTabSz="685629" rtl="0" eaLnBrk="1" latinLnBrk="0" hangingPunct="1">
              <a:lnSpc>
                <a:spcPct val="110000"/>
              </a:lnSpc>
              <a:spcBef>
                <a:spcPts val="225"/>
              </a:spcBef>
            </a:pPr>
            <a:r>
              <a:rPr lang="en-US"/>
              <a:t>Third level</a:t>
            </a:r>
          </a:p>
        </p:txBody>
      </p:sp>
      <p:sp>
        <p:nvSpPr>
          <p:cNvPr id="20" name="Picture Placeholder 17">
            <a:extLst>
              <a:ext uri="{FF2B5EF4-FFF2-40B4-BE49-F238E27FC236}">
                <a16:creationId xmlns:a16="http://schemas.microsoft.com/office/drawing/2014/main" id="{445E1E13-5767-FE9A-C855-C6FD3055FC6A}"/>
              </a:ext>
            </a:extLst>
          </p:cNvPr>
          <p:cNvSpPr>
            <a:spLocks noGrp="1"/>
          </p:cNvSpPr>
          <p:nvPr>
            <p:ph type="pic" sz="quarter" idx="36"/>
          </p:nvPr>
        </p:nvSpPr>
        <p:spPr>
          <a:xfrm>
            <a:off x="4571702" y="4092828"/>
            <a:ext cx="2164416" cy="1050673"/>
          </a:xfrm>
          <a:prstGeom prst="rect">
            <a:avLst/>
          </a:prstGeom>
        </p:spPr>
        <p:txBody>
          <a:bodyPr anchor="ctr"/>
          <a:lstStyle>
            <a:lvl1pPr marL="0" indent="0" algn="ctr">
              <a:buNone/>
              <a:defRPr>
                <a:solidFill>
                  <a:schemeClr val="accent1"/>
                </a:solidFill>
              </a:defRPr>
            </a:lvl1pPr>
          </a:lstStyle>
          <a:p>
            <a:r>
              <a:rPr lang="en-US"/>
              <a:t>Click icon to add picture</a:t>
            </a:r>
            <a:endParaRPr lang="en-US" dirty="0"/>
          </a:p>
        </p:txBody>
      </p:sp>
      <p:sp>
        <p:nvSpPr>
          <p:cNvPr id="19" name="Picture Placeholder 17">
            <a:extLst>
              <a:ext uri="{FF2B5EF4-FFF2-40B4-BE49-F238E27FC236}">
                <a16:creationId xmlns:a16="http://schemas.microsoft.com/office/drawing/2014/main" id="{128E96FD-9D3F-692F-EB8E-C1CA80E5D55D}"/>
              </a:ext>
            </a:extLst>
          </p:cNvPr>
          <p:cNvSpPr>
            <a:spLocks noGrp="1"/>
          </p:cNvSpPr>
          <p:nvPr>
            <p:ph type="pic" sz="quarter" idx="35"/>
          </p:nvPr>
        </p:nvSpPr>
        <p:spPr>
          <a:xfrm>
            <a:off x="4571702" y="2044780"/>
            <a:ext cx="2164416" cy="1996552"/>
          </a:xfrm>
          <a:prstGeom prst="rect">
            <a:avLst/>
          </a:prstGeom>
        </p:spPr>
        <p:txBody>
          <a:bodyPr anchor="ctr"/>
          <a:lstStyle>
            <a:lvl1pPr marL="0" indent="0" algn="ctr">
              <a:buNone/>
              <a:defRPr>
                <a:solidFill>
                  <a:schemeClr val="accent1"/>
                </a:solidFill>
              </a:defRPr>
            </a:lvl1pPr>
          </a:lstStyle>
          <a:p>
            <a:r>
              <a:rPr lang="en-US"/>
              <a:t>Click icon to add picture</a:t>
            </a:r>
            <a:endParaRPr lang="en-US" dirty="0"/>
          </a:p>
        </p:txBody>
      </p:sp>
      <p:sp>
        <p:nvSpPr>
          <p:cNvPr id="18" name="Picture Placeholder 17">
            <a:extLst>
              <a:ext uri="{FF2B5EF4-FFF2-40B4-BE49-F238E27FC236}">
                <a16:creationId xmlns:a16="http://schemas.microsoft.com/office/drawing/2014/main" id="{17CD157F-D3C9-1E3B-56AC-86F51CBDA2C5}"/>
              </a:ext>
            </a:extLst>
          </p:cNvPr>
          <p:cNvSpPr>
            <a:spLocks noGrp="1"/>
          </p:cNvSpPr>
          <p:nvPr>
            <p:ph type="pic" sz="quarter" idx="34"/>
          </p:nvPr>
        </p:nvSpPr>
        <p:spPr>
          <a:xfrm>
            <a:off x="4571702" y="-1"/>
            <a:ext cx="2164416" cy="1996552"/>
          </a:xfrm>
          <a:prstGeom prst="rect">
            <a:avLst/>
          </a:prstGeom>
        </p:spPr>
        <p:txBody>
          <a:bodyPr anchor="ctr"/>
          <a:lstStyle>
            <a:lvl1pPr marL="0" indent="0" algn="ctr">
              <a:buNone/>
              <a:defRPr>
                <a:solidFill>
                  <a:schemeClr val="accent1"/>
                </a:solidFill>
              </a:defRPr>
            </a:lvl1pPr>
          </a:lstStyle>
          <a:p>
            <a:r>
              <a:rPr lang="en-US"/>
              <a:t>Click icon to add picture</a:t>
            </a:r>
            <a:endParaRPr lang="en-US" dirty="0"/>
          </a:p>
        </p:txBody>
      </p:sp>
      <p:sp>
        <p:nvSpPr>
          <p:cNvPr id="11" name="Picture Placeholder 10">
            <a:extLst>
              <a:ext uri="{FF2B5EF4-FFF2-40B4-BE49-F238E27FC236}">
                <a16:creationId xmlns:a16="http://schemas.microsoft.com/office/drawing/2014/main" id="{D9A0A2C7-B129-2C84-4EC5-9BE7DAA226FD}"/>
              </a:ext>
            </a:extLst>
          </p:cNvPr>
          <p:cNvSpPr>
            <a:spLocks noGrp="1"/>
          </p:cNvSpPr>
          <p:nvPr>
            <p:ph type="pic" sz="quarter" idx="33"/>
          </p:nvPr>
        </p:nvSpPr>
        <p:spPr>
          <a:xfrm>
            <a:off x="6787004" y="3092054"/>
            <a:ext cx="2356996" cy="2051447"/>
          </a:xfrm>
          <a:prstGeom prst="rect">
            <a:avLst/>
          </a:prstGeom>
        </p:spPr>
        <p:txBody>
          <a:bodyPr anchor="ctr"/>
          <a:lstStyle>
            <a:lvl1pPr marL="0" indent="0" algn="ctr">
              <a:buNone/>
              <a:defRPr>
                <a:solidFill>
                  <a:schemeClr val="accent1"/>
                </a:solidFill>
              </a:defRPr>
            </a:lvl1pPr>
          </a:lstStyle>
          <a:p>
            <a:r>
              <a:rPr lang="en-US"/>
              <a:t>Click icon to add picture</a:t>
            </a:r>
          </a:p>
        </p:txBody>
      </p:sp>
      <p:sp>
        <p:nvSpPr>
          <p:cNvPr id="9" name="Picture Placeholder 8">
            <a:extLst>
              <a:ext uri="{FF2B5EF4-FFF2-40B4-BE49-F238E27FC236}">
                <a16:creationId xmlns:a16="http://schemas.microsoft.com/office/drawing/2014/main" id="{1E2386B7-272F-BDAB-2DCD-298558469EDB}"/>
              </a:ext>
            </a:extLst>
          </p:cNvPr>
          <p:cNvSpPr>
            <a:spLocks noGrp="1"/>
          </p:cNvSpPr>
          <p:nvPr>
            <p:ph type="pic" sz="quarter" idx="32"/>
          </p:nvPr>
        </p:nvSpPr>
        <p:spPr>
          <a:xfrm>
            <a:off x="6786848" y="1"/>
            <a:ext cx="2357153" cy="3045422"/>
          </a:xfrm>
          <a:prstGeom prst="rect">
            <a:avLst/>
          </a:prstGeom>
        </p:spPr>
        <p:txBody>
          <a:bodyPr anchor="ctr"/>
          <a:lstStyle>
            <a:lvl1pPr marL="0" indent="0" algn="ctr">
              <a:buNone/>
              <a:defRPr>
                <a:solidFill>
                  <a:schemeClr val="accent1"/>
                </a:solidFill>
              </a:defRPr>
            </a:lvl1pPr>
          </a:lstStyle>
          <a:p>
            <a:r>
              <a:rPr lang="en-US"/>
              <a:t>Click icon to add picture</a:t>
            </a:r>
            <a:endParaRPr lang="en-US" dirty="0"/>
          </a:p>
        </p:txBody>
      </p:sp>
      <p:sp>
        <p:nvSpPr>
          <p:cNvPr id="2" name="Slide Number Placeholder 5">
            <a:extLst>
              <a:ext uri="{FF2B5EF4-FFF2-40B4-BE49-F238E27FC236}">
                <a16:creationId xmlns:a16="http://schemas.microsoft.com/office/drawing/2014/main" id="{FBD94B30-BCEE-59B6-7AE0-7786317741C5}"/>
              </a:ext>
            </a:extLst>
          </p:cNvPr>
          <p:cNvSpPr>
            <a:spLocks noGrp="1"/>
          </p:cNvSpPr>
          <p:nvPr>
            <p:ph type="sldNum" sz="quarter" idx="40"/>
          </p:nvPr>
        </p:nvSpPr>
        <p:spPr>
          <a:xfrm>
            <a:off x="571500" y="4817745"/>
            <a:ext cx="274320" cy="274320"/>
          </a:xfrm>
        </p:spPr>
        <p:txBody>
          <a:bodyPr/>
          <a:lstStyle>
            <a:lvl1pPr>
              <a:defRPr>
                <a:solidFill>
                  <a:srgbClr val="8B8580"/>
                </a:solidFill>
              </a:defRPr>
            </a:lvl1pPr>
          </a:lstStyle>
          <a:p>
            <a:fld id="{345D60D9-5372-5F40-9443-0F9AE5BDC3C8}" type="slidenum">
              <a:rPr lang="en-US" smtClean="0"/>
              <a:pPr/>
              <a:t>‹#›</a:t>
            </a:fld>
            <a:endParaRPr lang="en-US" dirty="0"/>
          </a:p>
        </p:txBody>
      </p:sp>
      <p:sp>
        <p:nvSpPr>
          <p:cNvPr id="6" name="Footer Placeholder 4">
            <a:extLst>
              <a:ext uri="{FF2B5EF4-FFF2-40B4-BE49-F238E27FC236}">
                <a16:creationId xmlns:a16="http://schemas.microsoft.com/office/drawing/2014/main" id="{D39C8B0E-97D7-991C-2025-14272B07B525}"/>
              </a:ext>
            </a:extLst>
          </p:cNvPr>
          <p:cNvSpPr>
            <a:spLocks noGrp="1"/>
          </p:cNvSpPr>
          <p:nvPr>
            <p:ph type="ftr" sz="quarter" idx="39"/>
          </p:nvPr>
        </p:nvSpPr>
        <p:spPr>
          <a:xfrm>
            <a:off x="845820" y="4817984"/>
            <a:ext cx="4309034" cy="273844"/>
          </a:xfrm>
        </p:spPr>
        <p:txBody>
          <a:bodyPr/>
          <a:lstStyle>
            <a:lvl1pPr>
              <a:defRPr>
                <a:solidFill>
                  <a:srgbClr val="8B8580"/>
                </a:solidFill>
              </a:defRPr>
            </a:lvl1pPr>
          </a:lstStyle>
          <a:p>
            <a:r>
              <a:rPr lang="en-US"/>
              <a:t>Copyright © 2025, Oracle and/or its affiliates |  Confidential: Internal/Restricted/Highly Restricted</a:t>
            </a:r>
            <a:endParaRPr lang="en-US" dirty="0"/>
          </a:p>
        </p:txBody>
      </p:sp>
      <p:sp>
        <p:nvSpPr>
          <p:cNvPr id="12" name="Date Placeholder 3">
            <a:extLst>
              <a:ext uri="{FF2B5EF4-FFF2-40B4-BE49-F238E27FC236}">
                <a16:creationId xmlns:a16="http://schemas.microsoft.com/office/drawing/2014/main" id="{CB7D4F94-59C8-86AE-466F-98696039DFD2}"/>
              </a:ext>
            </a:extLst>
          </p:cNvPr>
          <p:cNvSpPr>
            <a:spLocks noGrp="1"/>
          </p:cNvSpPr>
          <p:nvPr>
            <p:ph type="dt" sz="half" idx="41"/>
          </p:nvPr>
        </p:nvSpPr>
        <p:spPr>
          <a:xfrm>
            <a:off x="5154854" y="4819203"/>
            <a:ext cx="2057400" cy="272625"/>
          </a:xfrm>
        </p:spPr>
        <p:txBody>
          <a:bodyPr/>
          <a:lstStyle>
            <a:lvl1pPr>
              <a:defRPr>
                <a:solidFill>
                  <a:srgbClr val="8B8580"/>
                </a:solidFill>
              </a:defRPr>
            </a:lvl1pPr>
          </a:lstStyle>
          <a:p>
            <a:r>
              <a:rPr lang="en-US"/>
              <a:t>[Date]</a:t>
            </a:r>
            <a:endParaRPr lang="en-US" dirty="0"/>
          </a:p>
        </p:txBody>
      </p:sp>
    </p:spTree>
    <p:extLst>
      <p:ext uri="{BB962C8B-B14F-4D97-AF65-F5344CB8AC3E}">
        <p14:creationId xmlns:p14="http://schemas.microsoft.com/office/powerpoint/2010/main" val="654932641"/>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Photo Collage + Content Dark">
    <p:bg>
      <p:bgRef idx="1001">
        <a:schemeClr val="bg2"/>
      </p:bgRef>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E9CD95A-1265-2999-4C85-664DC8CE8978}"/>
              </a:ext>
            </a:extLst>
          </p:cNvPr>
          <p:cNvSpPr>
            <a:spLocks noGrp="1"/>
          </p:cNvSpPr>
          <p:nvPr>
            <p:ph type="title" hasCustomPrompt="1"/>
          </p:nvPr>
        </p:nvSpPr>
        <p:spPr>
          <a:xfrm>
            <a:off x="576657" y="136802"/>
            <a:ext cx="3721027" cy="617220"/>
          </a:xfrm>
        </p:spPr>
        <p:txBody>
          <a:bodyPr/>
          <a:lstStyle>
            <a:lvl1pPr>
              <a:defRPr b="1" i="0">
                <a:latin typeface="Oracle Sans Tab" panose="020B0503020204020204" pitchFamily="34" charset="0"/>
                <a:cs typeface="Oracle Sans Tab" panose="020B0503020204020204" pitchFamily="34" charset="0"/>
              </a:defRPr>
            </a:lvl1pPr>
          </a:lstStyle>
          <a:p>
            <a:r>
              <a:rPr lang="en-US" dirty="0"/>
              <a:t>Title</a:t>
            </a:r>
          </a:p>
        </p:txBody>
      </p:sp>
      <p:sp>
        <p:nvSpPr>
          <p:cNvPr id="3" name="Text Placeholder 2">
            <a:extLst>
              <a:ext uri="{FF2B5EF4-FFF2-40B4-BE49-F238E27FC236}">
                <a16:creationId xmlns:a16="http://schemas.microsoft.com/office/drawing/2014/main" id="{A12F5E0A-F774-0941-0246-D4704DBA0B25}"/>
              </a:ext>
            </a:extLst>
          </p:cNvPr>
          <p:cNvSpPr>
            <a:spLocks noGrp="1"/>
          </p:cNvSpPr>
          <p:nvPr>
            <p:ph type="body" sz="quarter" idx="29"/>
          </p:nvPr>
        </p:nvSpPr>
        <p:spPr>
          <a:xfrm>
            <a:off x="594403" y="1313754"/>
            <a:ext cx="3674326" cy="1057804"/>
          </a:xfrm>
          <a:prstGeom prst="rect">
            <a:avLst/>
          </a:prstGeom>
        </p:spPr>
        <p:txBody>
          <a:bodyPr/>
          <a:lstStyle>
            <a:lvl1pPr marL="0" marR="0" indent="0" algn="l" defTabSz="685629" rtl="0" eaLnBrk="1" fontAlgn="auto" latinLnBrk="0" hangingPunct="1">
              <a:lnSpc>
                <a:spcPct val="90000"/>
              </a:lnSpc>
              <a:spcBef>
                <a:spcPts val="750"/>
              </a:spcBef>
              <a:spcAft>
                <a:spcPts val="0"/>
              </a:spcAft>
              <a:buClrTx/>
              <a:buSzTx/>
              <a:buFont typeface="Arial" panose="020B0604020202020204" pitchFamily="34" charset="0"/>
              <a:buNone/>
              <a:tabLst/>
              <a:defRPr lang="en-US" sz="1500" b="0" i="0" kern="1200" dirty="0" smtClean="0">
                <a:solidFill>
                  <a:schemeClr val="tx1"/>
                </a:solidFill>
                <a:latin typeface="Oracle Sans Tab" panose="020B0503020204020204" pitchFamily="34" charset="0"/>
                <a:ea typeface="+mn-ea"/>
                <a:cs typeface="Oracle Sans Tab" panose="020B0503020204020204" pitchFamily="34" charset="0"/>
              </a:defRPr>
            </a:lvl1pPr>
            <a:lvl2pPr marL="0" marR="0" indent="0" algn="l" defTabSz="685629" rtl="0" eaLnBrk="1" fontAlgn="auto" latinLnBrk="0" hangingPunct="1">
              <a:lnSpc>
                <a:spcPct val="90000"/>
              </a:lnSpc>
              <a:spcBef>
                <a:spcPts val="375"/>
              </a:spcBef>
              <a:spcAft>
                <a:spcPts val="0"/>
              </a:spcAft>
              <a:buClrTx/>
              <a:buSzTx/>
              <a:buFont typeface="Arial" panose="020B0604020202020204" pitchFamily="34" charset="0"/>
              <a:buNone/>
              <a:tabLst/>
              <a:defRPr lang="en-US" sz="1350" b="0" i="0" kern="1200" dirty="0" smtClean="0">
                <a:solidFill>
                  <a:schemeClr val="tx1"/>
                </a:solidFill>
                <a:latin typeface="Oracle Sans Tab" panose="020B0503020204020204" pitchFamily="34" charset="0"/>
                <a:ea typeface="+mn-ea"/>
                <a:cs typeface="Oracle Sans Tab" panose="020B0503020204020204" pitchFamily="34" charset="0"/>
              </a:defRPr>
            </a:lvl2pPr>
            <a:lvl3pPr marL="89875" marR="0" indent="0" algn="l" defTabSz="685629" rtl="0" eaLnBrk="1" fontAlgn="auto" latinLnBrk="0" hangingPunct="1">
              <a:lnSpc>
                <a:spcPct val="90000"/>
              </a:lnSpc>
              <a:spcBef>
                <a:spcPts val="375"/>
              </a:spcBef>
              <a:spcAft>
                <a:spcPts val="0"/>
              </a:spcAft>
              <a:buClrTx/>
              <a:buSzTx/>
              <a:buFont typeface="Arial" panose="020B0604020202020204" pitchFamily="34" charset="0"/>
              <a:buNone/>
              <a:tabLst/>
              <a:defRPr lang="en-US" sz="1200" b="0" i="0" kern="1200" dirty="0" smtClean="0">
                <a:solidFill>
                  <a:schemeClr val="tx1"/>
                </a:solidFill>
                <a:latin typeface="Oracle Sans Tab" panose="020B0503020204020204" pitchFamily="34" charset="0"/>
                <a:ea typeface="+mn-ea"/>
                <a:cs typeface="Oracle Sans Tab" panose="020B0503020204020204" pitchFamily="34" charset="0"/>
              </a:defRPr>
            </a:lvl3pPr>
          </a:lstStyle>
          <a:p>
            <a:pPr marL="257123" lvl="0" indent="-257123" algn="l" defTabSz="685629" rtl="0" eaLnBrk="1" latinLnBrk="0" hangingPunct="1">
              <a:lnSpc>
                <a:spcPct val="110000"/>
              </a:lnSpc>
              <a:spcBef>
                <a:spcPts val="225"/>
              </a:spcBef>
            </a:pPr>
            <a:r>
              <a:rPr lang="en-US"/>
              <a:t>Click to edit Master text styles</a:t>
            </a:r>
          </a:p>
          <a:p>
            <a:pPr marL="257123" lvl="1" indent="-257123" algn="l" defTabSz="685629" rtl="0" eaLnBrk="1" latinLnBrk="0" hangingPunct="1">
              <a:lnSpc>
                <a:spcPct val="110000"/>
              </a:lnSpc>
              <a:spcBef>
                <a:spcPts val="225"/>
              </a:spcBef>
            </a:pPr>
            <a:r>
              <a:rPr lang="en-US"/>
              <a:t>Second level</a:t>
            </a:r>
          </a:p>
          <a:p>
            <a:pPr marL="257123" lvl="2" indent="-257123" algn="l" defTabSz="685629" rtl="0" eaLnBrk="1" latinLnBrk="0" hangingPunct="1">
              <a:lnSpc>
                <a:spcPct val="110000"/>
              </a:lnSpc>
              <a:spcBef>
                <a:spcPts val="225"/>
              </a:spcBef>
            </a:pPr>
            <a:r>
              <a:rPr lang="en-US"/>
              <a:t>Third level</a:t>
            </a:r>
          </a:p>
        </p:txBody>
      </p:sp>
      <p:sp>
        <p:nvSpPr>
          <p:cNvPr id="10" name="Text Placeholder 2">
            <a:extLst>
              <a:ext uri="{FF2B5EF4-FFF2-40B4-BE49-F238E27FC236}">
                <a16:creationId xmlns:a16="http://schemas.microsoft.com/office/drawing/2014/main" id="{FB6C8AB0-7757-DF1D-9CCE-4510B7276134}"/>
              </a:ext>
            </a:extLst>
          </p:cNvPr>
          <p:cNvSpPr>
            <a:spLocks noGrp="1"/>
          </p:cNvSpPr>
          <p:nvPr>
            <p:ph type="body" sz="quarter" idx="38"/>
          </p:nvPr>
        </p:nvSpPr>
        <p:spPr>
          <a:xfrm>
            <a:off x="594403" y="2534074"/>
            <a:ext cx="3674326" cy="1057804"/>
          </a:xfrm>
          <a:prstGeom prst="rect">
            <a:avLst/>
          </a:prstGeom>
        </p:spPr>
        <p:txBody>
          <a:bodyPr/>
          <a:lstStyle>
            <a:lvl1pPr marL="0" marR="0" indent="0" algn="l" defTabSz="685629" rtl="0" eaLnBrk="1" fontAlgn="auto" latinLnBrk="0" hangingPunct="1">
              <a:lnSpc>
                <a:spcPct val="90000"/>
              </a:lnSpc>
              <a:spcBef>
                <a:spcPts val="750"/>
              </a:spcBef>
              <a:spcAft>
                <a:spcPts val="0"/>
              </a:spcAft>
              <a:buClrTx/>
              <a:buSzTx/>
              <a:buFont typeface="Arial" panose="020B0604020202020204" pitchFamily="34" charset="0"/>
              <a:buNone/>
              <a:tabLst/>
              <a:defRPr lang="en-US" sz="1500" b="0" i="0" kern="1200" dirty="0" smtClean="0">
                <a:solidFill>
                  <a:schemeClr val="tx1"/>
                </a:solidFill>
                <a:latin typeface="Oracle Sans Tab" panose="020B0503020204020204" pitchFamily="34" charset="0"/>
                <a:ea typeface="+mn-ea"/>
                <a:cs typeface="Oracle Sans Tab" panose="020B0503020204020204" pitchFamily="34" charset="0"/>
              </a:defRPr>
            </a:lvl1pPr>
            <a:lvl2pPr marL="0" marR="0" indent="0" algn="l" defTabSz="685629" rtl="0" eaLnBrk="1" fontAlgn="auto" latinLnBrk="0" hangingPunct="1">
              <a:lnSpc>
                <a:spcPct val="90000"/>
              </a:lnSpc>
              <a:spcBef>
                <a:spcPts val="375"/>
              </a:spcBef>
              <a:spcAft>
                <a:spcPts val="0"/>
              </a:spcAft>
              <a:buClrTx/>
              <a:buSzTx/>
              <a:buFont typeface="Arial" panose="020B0604020202020204" pitchFamily="34" charset="0"/>
              <a:buNone/>
              <a:tabLst/>
              <a:defRPr lang="en-US" sz="1350" b="0" i="0" kern="1200" dirty="0" smtClean="0">
                <a:solidFill>
                  <a:schemeClr val="tx1"/>
                </a:solidFill>
                <a:latin typeface="Oracle Sans Tab" panose="020B0503020204020204" pitchFamily="34" charset="0"/>
                <a:ea typeface="+mn-ea"/>
                <a:cs typeface="Oracle Sans Tab" panose="020B0503020204020204" pitchFamily="34" charset="0"/>
              </a:defRPr>
            </a:lvl2pPr>
            <a:lvl3pPr marL="89875" marR="0" indent="0" algn="l" defTabSz="685629" rtl="0" eaLnBrk="1" fontAlgn="auto" latinLnBrk="0" hangingPunct="1">
              <a:lnSpc>
                <a:spcPct val="90000"/>
              </a:lnSpc>
              <a:spcBef>
                <a:spcPts val="375"/>
              </a:spcBef>
              <a:spcAft>
                <a:spcPts val="0"/>
              </a:spcAft>
              <a:buClrTx/>
              <a:buSzTx/>
              <a:buFont typeface="Arial" panose="020B0604020202020204" pitchFamily="34" charset="0"/>
              <a:buNone/>
              <a:tabLst/>
              <a:defRPr lang="en-US" sz="1200" b="0" i="0" kern="1200" dirty="0" smtClean="0">
                <a:solidFill>
                  <a:schemeClr val="tx1"/>
                </a:solidFill>
                <a:latin typeface="Oracle Sans Tab" panose="020B0503020204020204" pitchFamily="34" charset="0"/>
                <a:ea typeface="+mn-ea"/>
                <a:cs typeface="Oracle Sans Tab" panose="020B0503020204020204" pitchFamily="34" charset="0"/>
              </a:defRPr>
            </a:lvl3pPr>
          </a:lstStyle>
          <a:p>
            <a:pPr marL="257123" lvl="0" indent="-257123" algn="l" defTabSz="685629" rtl="0" eaLnBrk="1" latinLnBrk="0" hangingPunct="1">
              <a:lnSpc>
                <a:spcPct val="110000"/>
              </a:lnSpc>
              <a:spcBef>
                <a:spcPts val="225"/>
              </a:spcBef>
            </a:pPr>
            <a:r>
              <a:rPr lang="en-US"/>
              <a:t>Click to edit Master text styles</a:t>
            </a:r>
          </a:p>
          <a:p>
            <a:pPr marL="257123" lvl="1" indent="-257123" algn="l" defTabSz="685629" rtl="0" eaLnBrk="1" latinLnBrk="0" hangingPunct="1">
              <a:lnSpc>
                <a:spcPct val="110000"/>
              </a:lnSpc>
              <a:spcBef>
                <a:spcPts val="225"/>
              </a:spcBef>
            </a:pPr>
            <a:r>
              <a:rPr lang="en-US"/>
              <a:t>Second level</a:t>
            </a:r>
          </a:p>
          <a:p>
            <a:pPr marL="257123" lvl="2" indent="-257123" algn="l" defTabSz="685629" rtl="0" eaLnBrk="1" latinLnBrk="0" hangingPunct="1">
              <a:lnSpc>
                <a:spcPct val="110000"/>
              </a:lnSpc>
              <a:spcBef>
                <a:spcPts val="225"/>
              </a:spcBef>
            </a:pPr>
            <a:r>
              <a:rPr lang="en-US"/>
              <a:t>Third level</a:t>
            </a:r>
          </a:p>
        </p:txBody>
      </p:sp>
      <p:sp>
        <p:nvSpPr>
          <p:cNvPr id="8" name="Text Placeholder 2">
            <a:extLst>
              <a:ext uri="{FF2B5EF4-FFF2-40B4-BE49-F238E27FC236}">
                <a16:creationId xmlns:a16="http://schemas.microsoft.com/office/drawing/2014/main" id="{5EF42849-DE58-A637-B663-CB6753E7BB76}"/>
              </a:ext>
            </a:extLst>
          </p:cNvPr>
          <p:cNvSpPr>
            <a:spLocks noGrp="1"/>
          </p:cNvSpPr>
          <p:nvPr>
            <p:ph type="body" sz="quarter" idx="37"/>
          </p:nvPr>
        </p:nvSpPr>
        <p:spPr>
          <a:xfrm>
            <a:off x="594403" y="3754396"/>
            <a:ext cx="3674326" cy="846180"/>
          </a:xfrm>
          <a:prstGeom prst="rect">
            <a:avLst/>
          </a:prstGeom>
        </p:spPr>
        <p:txBody>
          <a:bodyPr/>
          <a:lstStyle>
            <a:lvl1pPr marL="0" marR="0" indent="0" algn="l" defTabSz="685629" rtl="0" eaLnBrk="1" fontAlgn="auto" latinLnBrk="0" hangingPunct="1">
              <a:lnSpc>
                <a:spcPct val="90000"/>
              </a:lnSpc>
              <a:spcBef>
                <a:spcPts val="750"/>
              </a:spcBef>
              <a:spcAft>
                <a:spcPts val="0"/>
              </a:spcAft>
              <a:buClrTx/>
              <a:buSzTx/>
              <a:buFont typeface="Arial" panose="020B0604020202020204" pitchFamily="34" charset="0"/>
              <a:buNone/>
              <a:tabLst/>
              <a:defRPr lang="en-US" sz="1500" b="0" i="0" kern="1200" dirty="0" smtClean="0">
                <a:solidFill>
                  <a:schemeClr val="tx1"/>
                </a:solidFill>
                <a:latin typeface="Oracle Sans Tab" panose="020B0503020204020204" pitchFamily="34" charset="0"/>
                <a:ea typeface="+mn-ea"/>
                <a:cs typeface="Oracle Sans Tab" panose="020B0503020204020204" pitchFamily="34" charset="0"/>
              </a:defRPr>
            </a:lvl1pPr>
            <a:lvl2pPr marL="0" marR="0" indent="0" algn="l" defTabSz="685629" rtl="0" eaLnBrk="1" fontAlgn="auto" latinLnBrk="0" hangingPunct="1">
              <a:lnSpc>
                <a:spcPct val="90000"/>
              </a:lnSpc>
              <a:spcBef>
                <a:spcPts val="375"/>
              </a:spcBef>
              <a:spcAft>
                <a:spcPts val="0"/>
              </a:spcAft>
              <a:buClrTx/>
              <a:buSzTx/>
              <a:buFont typeface="Arial" panose="020B0604020202020204" pitchFamily="34" charset="0"/>
              <a:buNone/>
              <a:tabLst/>
              <a:defRPr lang="en-US" sz="1350" b="0" i="0" kern="1200" dirty="0" smtClean="0">
                <a:solidFill>
                  <a:schemeClr val="tx1"/>
                </a:solidFill>
                <a:latin typeface="Oracle Sans Tab" panose="020B0503020204020204" pitchFamily="34" charset="0"/>
                <a:ea typeface="+mn-ea"/>
                <a:cs typeface="Oracle Sans Tab" panose="020B0503020204020204" pitchFamily="34" charset="0"/>
              </a:defRPr>
            </a:lvl2pPr>
            <a:lvl3pPr marL="89875" marR="0" indent="0" algn="l" defTabSz="685629" rtl="0" eaLnBrk="1" fontAlgn="auto" latinLnBrk="0" hangingPunct="1">
              <a:lnSpc>
                <a:spcPct val="90000"/>
              </a:lnSpc>
              <a:spcBef>
                <a:spcPts val="375"/>
              </a:spcBef>
              <a:spcAft>
                <a:spcPts val="0"/>
              </a:spcAft>
              <a:buClrTx/>
              <a:buSzTx/>
              <a:buFont typeface="Arial" panose="020B0604020202020204" pitchFamily="34" charset="0"/>
              <a:buNone/>
              <a:tabLst/>
              <a:defRPr lang="en-US" sz="1200" b="0" i="0" kern="1200" dirty="0" smtClean="0">
                <a:solidFill>
                  <a:schemeClr val="tx1"/>
                </a:solidFill>
                <a:latin typeface="Oracle Sans Tab" panose="020B0503020204020204" pitchFamily="34" charset="0"/>
                <a:ea typeface="+mn-ea"/>
                <a:cs typeface="Oracle Sans Tab" panose="020B0503020204020204" pitchFamily="34" charset="0"/>
              </a:defRPr>
            </a:lvl3pPr>
          </a:lstStyle>
          <a:p>
            <a:pPr marL="257123" lvl="0" indent="-257123" algn="l" defTabSz="685629" rtl="0" eaLnBrk="1" latinLnBrk="0" hangingPunct="1">
              <a:lnSpc>
                <a:spcPct val="110000"/>
              </a:lnSpc>
              <a:spcBef>
                <a:spcPts val="225"/>
              </a:spcBef>
            </a:pPr>
            <a:r>
              <a:rPr lang="en-US"/>
              <a:t>Click to edit Master text styles</a:t>
            </a:r>
          </a:p>
          <a:p>
            <a:pPr marL="257123" lvl="1" indent="-257123" algn="l" defTabSz="685629" rtl="0" eaLnBrk="1" latinLnBrk="0" hangingPunct="1">
              <a:lnSpc>
                <a:spcPct val="110000"/>
              </a:lnSpc>
              <a:spcBef>
                <a:spcPts val="225"/>
              </a:spcBef>
            </a:pPr>
            <a:r>
              <a:rPr lang="en-US"/>
              <a:t>Second level</a:t>
            </a:r>
          </a:p>
          <a:p>
            <a:pPr marL="257123" lvl="2" indent="-257123" algn="l" defTabSz="685629" rtl="0" eaLnBrk="1" latinLnBrk="0" hangingPunct="1">
              <a:lnSpc>
                <a:spcPct val="110000"/>
              </a:lnSpc>
              <a:spcBef>
                <a:spcPts val="225"/>
              </a:spcBef>
            </a:pPr>
            <a:r>
              <a:rPr lang="en-US"/>
              <a:t>Third level</a:t>
            </a:r>
          </a:p>
        </p:txBody>
      </p:sp>
      <p:sp>
        <p:nvSpPr>
          <p:cNvPr id="20" name="Picture Placeholder 17">
            <a:extLst>
              <a:ext uri="{FF2B5EF4-FFF2-40B4-BE49-F238E27FC236}">
                <a16:creationId xmlns:a16="http://schemas.microsoft.com/office/drawing/2014/main" id="{445E1E13-5767-FE9A-C855-C6FD3055FC6A}"/>
              </a:ext>
            </a:extLst>
          </p:cNvPr>
          <p:cNvSpPr>
            <a:spLocks noGrp="1"/>
          </p:cNvSpPr>
          <p:nvPr>
            <p:ph type="pic" sz="quarter" idx="36"/>
          </p:nvPr>
        </p:nvSpPr>
        <p:spPr>
          <a:xfrm>
            <a:off x="4571702" y="4092828"/>
            <a:ext cx="2164416" cy="1050673"/>
          </a:xfrm>
          <a:prstGeom prst="rect">
            <a:avLst/>
          </a:prstGeom>
        </p:spPr>
        <p:txBody>
          <a:bodyPr anchor="ctr"/>
          <a:lstStyle>
            <a:lvl1pPr marL="0" indent="0" algn="ctr">
              <a:buNone/>
              <a:defRPr>
                <a:solidFill>
                  <a:srgbClr val="AEA8A2"/>
                </a:solidFill>
              </a:defRPr>
            </a:lvl1pPr>
          </a:lstStyle>
          <a:p>
            <a:r>
              <a:rPr lang="en-US"/>
              <a:t>Click icon to add picture</a:t>
            </a:r>
            <a:endParaRPr lang="en-US" dirty="0"/>
          </a:p>
        </p:txBody>
      </p:sp>
      <p:sp>
        <p:nvSpPr>
          <p:cNvPr id="19" name="Picture Placeholder 17">
            <a:extLst>
              <a:ext uri="{FF2B5EF4-FFF2-40B4-BE49-F238E27FC236}">
                <a16:creationId xmlns:a16="http://schemas.microsoft.com/office/drawing/2014/main" id="{128E96FD-9D3F-692F-EB8E-C1CA80E5D55D}"/>
              </a:ext>
            </a:extLst>
          </p:cNvPr>
          <p:cNvSpPr>
            <a:spLocks noGrp="1"/>
          </p:cNvSpPr>
          <p:nvPr>
            <p:ph type="pic" sz="quarter" idx="35"/>
          </p:nvPr>
        </p:nvSpPr>
        <p:spPr>
          <a:xfrm>
            <a:off x="4571702" y="2044780"/>
            <a:ext cx="2164416" cy="1996552"/>
          </a:xfrm>
          <a:prstGeom prst="rect">
            <a:avLst/>
          </a:prstGeom>
        </p:spPr>
        <p:txBody>
          <a:bodyPr anchor="ctr"/>
          <a:lstStyle>
            <a:lvl1pPr marL="0" indent="0" algn="ctr">
              <a:buNone/>
              <a:defRPr>
                <a:solidFill>
                  <a:srgbClr val="AEA8A2"/>
                </a:solidFill>
              </a:defRPr>
            </a:lvl1pPr>
          </a:lstStyle>
          <a:p>
            <a:r>
              <a:rPr lang="en-US"/>
              <a:t>Click icon to add picture</a:t>
            </a:r>
            <a:endParaRPr lang="en-US" dirty="0"/>
          </a:p>
        </p:txBody>
      </p:sp>
      <p:sp>
        <p:nvSpPr>
          <p:cNvPr id="18" name="Picture Placeholder 17">
            <a:extLst>
              <a:ext uri="{FF2B5EF4-FFF2-40B4-BE49-F238E27FC236}">
                <a16:creationId xmlns:a16="http://schemas.microsoft.com/office/drawing/2014/main" id="{17CD157F-D3C9-1E3B-56AC-86F51CBDA2C5}"/>
              </a:ext>
            </a:extLst>
          </p:cNvPr>
          <p:cNvSpPr>
            <a:spLocks noGrp="1"/>
          </p:cNvSpPr>
          <p:nvPr>
            <p:ph type="pic" sz="quarter" idx="34"/>
          </p:nvPr>
        </p:nvSpPr>
        <p:spPr>
          <a:xfrm>
            <a:off x="4571702" y="-1"/>
            <a:ext cx="2164416" cy="1996552"/>
          </a:xfrm>
          <a:prstGeom prst="rect">
            <a:avLst/>
          </a:prstGeom>
        </p:spPr>
        <p:txBody>
          <a:bodyPr anchor="ctr"/>
          <a:lstStyle>
            <a:lvl1pPr marL="0" indent="0" algn="ctr">
              <a:buNone/>
              <a:defRPr>
                <a:solidFill>
                  <a:srgbClr val="AEA8A2"/>
                </a:solidFill>
              </a:defRPr>
            </a:lvl1pPr>
          </a:lstStyle>
          <a:p>
            <a:r>
              <a:rPr lang="en-US"/>
              <a:t>Click icon to add picture</a:t>
            </a:r>
            <a:endParaRPr lang="en-US" dirty="0"/>
          </a:p>
        </p:txBody>
      </p:sp>
      <p:sp>
        <p:nvSpPr>
          <p:cNvPr id="11" name="Picture Placeholder 10">
            <a:extLst>
              <a:ext uri="{FF2B5EF4-FFF2-40B4-BE49-F238E27FC236}">
                <a16:creationId xmlns:a16="http://schemas.microsoft.com/office/drawing/2014/main" id="{D9A0A2C7-B129-2C84-4EC5-9BE7DAA226FD}"/>
              </a:ext>
            </a:extLst>
          </p:cNvPr>
          <p:cNvSpPr>
            <a:spLocks noGrp="1"/>
          </p:cNvSpPr>
          <p:nvPr>
            <p:ph type="pic" sz="quarter" idx="33"/>
          </p:nvPr>
        </p:nvSpPr>
        <p:spPr>
          <a:xfrm>
            <a:off x="6787004" y="3092054"/>
            <a:ext cx="2356996" cy="2051447"/>
          </a:xfrm>
          <a:prstGeom prst="rect">
            <a:avLst/>
          </a:prstGeom>
        </p:spPr>
        <p:txBody>
          <a:bodyPr anchor="ctr"/>
          <a:lstStyle>
            <a:lvl1pPr marL="0" indent="0" algn="ctr">
              <a:buNone/>
              <a:defRPr>
                <a:solidFill>
                  <a:srgbClr val="AEA8A2"/>
                </a:solidFill>
              </a:defRPr>
            </a:lvl1pPr>
          </a:lstStyle>
          <a:p>
            <a:r>
              <a:rPr lang="en-US"/>
              <a:t>Click icon to add picture</a:t>
            </a:r>
          </a:p>
        </p:txBody>
      </p:sp>
      <p:sp>
        <p:nvSpPr>
          <p:cNvPr id="9" name="Picture Placeholder 8">
            <a:extLst>
              <a:ext uri="{FF2B5EF4-FFF2-40B4-BE49-F238E27FC236}">
                <a16:creationId xmlns:a16="http://schemas.microsoft.com/office/drawing/2014/main" id="{1E2386B7-272F-BDAB-2DCD-298558469EDB}"/>
              </a:ext>
            </a:extLst>
          </p:cNvPr>
          <p:cNvSpPr>
            <a:spLocks noGrp="1"/>
          </p:cNvSpPr>
          <p:nvPr>
            <p:ph type="pic" sz="quarter" idx="32"/>
          </p:nvPr>
        </p:nvSpPr>
        <p:spPr>
          <a:xfrm>
            <a:off x="6786848" y="1"/>
            <a:ext cx="2357153" cy="3045422"/>
          </a:xfrm>
          <a:prstGeom prst="rect">
            <a:avLst/>
          </a:prstGeom>
        </p:spPr>
        <p:txBody>
          <a:bodyPr anchor="ctr"/>
          <a:lstStyle>
            <a:lvl1pPr marL="0" indent="0" algn="ctr">
              <a:buNone/>
              <a:defRPr>
                <a:solidFill>
                  <a:srgbClr val="AEA8A2"/>
                </a:solidFill>
              </a:defRPr>
            </a:lvl1pPr>
          </a:lstStyle>
          <a:p>
            <a:r>
              <a:rPr lang="en-US"/>
              <a:t>Click icon to add picture</a:t>
            </a:r>
            <a:endParaRPr lang="en-US" dirty="0"/>
          </a:p>
        </p:txBody>
      </p:sp>
      <p:sp>
        <p:nvSpPr>
          <p:cNvPr id="2" name="Slide Number Placeholder 5">
            <a:extLst>
              <a:ext uri="{FF2B5EF4-FFF2-40B4-BE49-F238E27FC236}">
                <a16:creationId xmlns:a16="http://schemas.microsoft.com/office/drawing/2014/main" id="{FBD94B30-BCEE-59B6-7AE0-7786317741C5}"/>
              </a:ext>
            </a:extLst>
          </p:cNvPr>
          <p:cNvSpPr>
            <a:spLocks noGrp="1"/>
          </p:cNvSpPr>
          <p:nvPr>
            <p:ph type="sldNum" sz="quarter" idx="40"/>
          </p:nvPr>
        </p:nvSpPr>
        <p:spPr>
          <a:xfrm>
            <a:off x="571500" y="4817745"/>
            <a:ext cx="274320" cy="27432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6" name="Footer Placeholder 4">
            <a:extLst>
              <a:ext uri="{FF2B5EF4-FFF2-40B4-BE49-F238E27FC236}">
                <a16:creationId xmlns:a16="http://schemas.microsoft.com/office/drawing/2014/main" id="{D39C8B0E-97D7-991C-2025-14272B07B525}"/>
              </a:ext>
            </a:extLst>
          </p:cNvPr>
          <p:cNvSpPr>
            <a:spLocks noGrp="1"/>
          </p:cNvSpPr>
          <p:nvPr>
            <p:ph type="ftr" sz="quarter" idx="39"/>
          </p:nvPr>
        </p:nvSpPr>
        <p:spPr>
          <a:xfrm>
            <a:off x="845820" y="4817984"/>
            <a:ext cx="4309034" cy="273844"/>
          </a:xfrm>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12" name="Date Placeholder 3">
            <a:extLst>
              <a:ext uri="{FF2B5EF4-FFF2-40B4-BE49-F238E27FC236}">
                <a16:creationId xmlns:a16="http://schemas.microsoft.com/office/drawing/2014/main" id="{CB7D4F94-59C8-86AE-466F-98696039DFD2}"/>
              </a:ext>
            </a:extLst>
          </p:cNvPr>
          <p:cNvSpPr>
            <a:spLocks noGrp="1"/>
          </p:cNvSpPr>
          <p:nvPr>
            <p:ph type="dt" sz="half" idx="41"/>
          </p:nvPr>
        </p:nvSpPr>
        <p:spPr>
          <a:xfrm>
            <a:off x="5154854" y="4819203"/>
            <a:ext cx="2057400" cy="272625"/>
          </a:xfrm>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60541705"/>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PHOTO_Full Slide">
    <p:bg>
      <p:bgRef idx="1001">
        <a:schemeClr val="bg2"/>
      </p:bgRef>
    </p:bg>
    <p:spTree>
      <p:nvGrpSpPr>
        <p:cNvPr id="1" name=""/>
        <p:cNvGrpSpPr/>
        <p:nvPr/>
      </p:nvGrpSpPr>
      <p:grpSpPr>
        <a:xfrm>
          <a:off x="0" y="0"/>
          <a:ext cx="0" cy="0"/>
          <a:chOff x="0" y="0"/>
          <a:chExt cx="0" cy="0"/>
        </a:xfrm>
      </p:grpSpPr>
      <p:sp>
        <p:nvSpPr>
          <p:cNvPr id="5" name="Slide Number Placeholder 7" hidden="1">
            <a:extLst>
              <a:ext uri="{FF2B5EF4-FFF2-40B4-BE49-F238E27FC236}">
                <a16:creationId xmlns:a16="http://schemas.microsoft.com/office/drawing/2014/main" id="{B0BD77A1-77CB-B876-21BC-3E357707FB00}"/>
              </a:ext>
            </a:extLst>
          </p:cNvPr>
          <p:cNvSpPr>
            <a:spLocks noGrp="1"/>
          </p:cNvSpPr>
          <p:nvPr>
            <p:ph type="sldNum" sz="quarter" idx="17"/>
          </p:nvPr>
        </p:nvSpPr>
        <p:spPr>
          <a:xfrm>
            <a:off x="571500" y="4821478"/>
            <a:ext cx="274320" cy="274320"/>
          </a:xfrm>
          <a:prstGeom prst="rect">
            <a:avLst/>
          </a:prstGeom>
        </p:spPr>
        <p:txBody>
          <a:bodyPr/>
          <a:lstStyle/>
          <a:p>
            <a:fld id="{345D60D9-5372-5F40-9443-0F9AE5BDC3C8}" type="slidenum">
              <a:rPr lang="en-US" smtClean="0"/>
              <a:pPr/>
              <a:t>‹#›</a:t>
            </a:fld>
            <a:endParaRPr lang="en-US" dirty="0"/>
          </a:p>
        </p:txBody>
      </p:sp>
      <p:sp>
        <p:nvSpPr>
          <p:cNvPr id="7" name="Footer Placeholder 6" hidden="1">
            <a:extLst>
              <a:ext uri="{FF2B5EF4-FFF2-40B4-BE49-F238E27FC236}">
                <a16:creationId xmlns:a16="http://schemas.microsoft.com/office/drawing/2014/main" id="{361D4689-E747-22B9-8A23-5E8372B62E14}"/>
              </a:ext>
            </a:extLst>
          </p:cNvPr>
          <p:cNvSpPr>
            <a:spLocks noGrp="1"/>
          </p:cNvSpPr>
          <p:nvPr>
            <p:ph type="ftr" sz="quarter" idx="16"/>
          </p:nvPr>
        </p:nvSpPr>
        <p:spPr>
          <a:xfrm>
            <a:off x="845820" y="4821717"/>
            <a:ext cx="3925311" cy="273844"/>
          </a:xfrm>
          <a:prstGeom prst="rect">
            <a:avLst/>
          </a:prstGeom>
        </p:spPr>
        <p:txBody>
          <a:bodyPr/>
          <a:lstStyle/>
          <a:p>
            <a:r>
              <a:rPr lang="en-US"/>
              <a:t>Copyright © 2025, Oracle and/or its affiliates |  Confidential: Internal/Restricted/Highly Restricted</a:t>
            </a:r>
            <a:endParaRPr lang="en-US" dirty="0"/>
          </a:p>
        </p:txBody>
      </p:sp>
      <p:sp>
        <p:nvSpPr>
          <p:cNvPr id="2" name="Picture Placeholder 1">
            <a:extLst>
              <a:ext uri="{FF2B5EF4-FFF2-40B4-BE49-F238E27FC236}">
                <a16:creationId xmlns:a16="http://schemas.microsoft.com/office/drawing/2014/main" id="{5170667F-B06C-96EB-B8A5-00675DC62804}"/>
              </a:ext>
            </a:extLst>
          </p:cNvPr>
          <p:cNvSpPr>
            <a:spLocks noGrp="1"/>
          </p:cNvSpPr>
          <p:nvPr>
            <p:ph type="pic" sz="quarter" idx="13"/>
          </p:nvPr>
        </p:nvSpPr>
        <p:spPr>
          <a:xfrm>
            <a:off x="0" y="0"/>
            <a:ext cx="9144000" cy="5143500"/>
          </a:xfrm>
        </p:spPr>
        <p:txBody>
          <a:bodyPr anchor="ctr"/>
          <a:lstStyle>
            <a:lvl1pPr algn="ctr">
              <a:defRPr/>
            </a:lvl1pPr>
          </a:lstStyle>
          <a:p>
            <a:r>
              <a:rPr lang="en-US"/>
              <a:t>Click icon to add picture</a:t>
            </a:r>
          </a:p>
        </p:txBody>
      </p:sp>
    </p:spTree>
    <p:extLst>
      <p:ext uri="{BB962C8B-B14F-4D97-AF65-F5344CB8AC3E}">
        <p14:creationId xmlns:p14="http://schemas.microsoft.com/office/powerpoint/2010/main" val="4221657887"/>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Dark 2 Images and Content">
    <p:bg>
      <p:bgRef idx="1001">
        <a:schemeClr val="bg2"/>
      </p:bgRef>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A536DA1B-D096-01B8-6B79-C6DBB456A7CA}"/>
              </a:ext>
            </a:extLst>
          </p:cNvPr>
          <p:cNvSpPr>
            <a:spLocks noGrp="1"/>
          </p:cNvSpPr>
          <p:nvPr>
            <p:ph type="title" hasCustomPrompt="1"/>
          </p:nvPr>
        </p:nvSpPr>
        <p:spPr>
          <a:xfrm>
            <a:off x="576656" y="136802"/>
            <a:ext cx="8003286" cy="617220"/>
          </a:xfrm>
        </p:spPr>
        <p:txBody>
          <a:bodyPr/>
          <a:lstStyle>
            <a:lvl1pPr>
              <a:defRPr b="1" i="0">
                <a:solidFill>
                  <a:schemeClr val="tx1"/>
                </a:solidFill>
                <a:latin typeface="Oracle Sans Tab" panose="020B0503020204020204" pitchFamily="34" charset="0"/>
                <a:cs typeface="Oracle Sans Tab" panose="020B0503020204020204" pitchFamily="34" charset="0"/>
              </a:defRPr>
            </a:lvl1pPr>
          </a:lstStyle>
          <a:p>
            <a:r>
              <a:rPr lang="en-US" dirty="0"/>
              <a:t>Title</a:t>
            </a:r>
          </a:p>
        </p:txBody>
      </p:sp>
      <p:sp>
        <p:nvSpPr>
          <p:cNvPr id="4" name="Text Placeholder 5">
            <a:extLst>
              <a:ext uri="{FF2B5EF4-FFF2-40B4-BE49-F238E27FC236}">
                <a16:creationId xmlns:a16="http://schemas.microsoft.com/office/drawing/2014/main" id="{5359DD48-7CB8-3699-CA89-9D72DAA6B0BF}"/>
              </a:ext>
            </a:extLst>
          </p:cNvPr>
          <p:cNvSpPr>
            <a:spLocks noGrp="1"/>
          </p:cNvSpPr>
          <p:nvPr>
            <p:ph type="body" sz="quarter" idx="29"/>
          </p:nvPr>
        </p:nvSpPr>
        <p:spPr>
          <a:xfrm>
            <a:off x="594404" y="3326122"/>
            <a:ext cx="3712610" cy="968574"/>
          </a:xfrm>
        </p:spPr>
        <p:txBody>
          <a:bodyPr/>
          <a:lstStyle>
            <a:lvl1pPr>
              <a:defRPr>
                <a:solidFill>
                  <a:schemeClr val="tx1"/>
                </a:solidFill>
              </a:defRPr>
            </a:lvl1pPr>
            <a:lvl2pPr>
              <a:defRPr>
                <a:solidFill>
                  <a:schemeClr val="tx1"/>
                </a:solidFill>
              </a:defRPr>
            </a:lvl2pPr>
            <a:lvl3pPr>
              <a:defRPr>
                <a:solidFill>
                  <a:schemeClr val="tx1"/>
                </a:solidFill>
              </a:defRPr>
            </a:lvl3pPr>
          </a:lstStyle>
          <a:p>
            <a:pPr lvl="0"/>
            <a:r>
              <a:rPr lang="en-US"/>
              <a:t>Click to edit Master text styles</a:t>
            </a:r>
          </a:p>
          <a:p>
            <a:pPr lvl="1"/>
            <a:r>
              <a:rPr lang="en-US"/>
              <a:t>Second level</a:t>
            </a:r>
          </a:p>
          <a:p>
            <a:pPr lvl="2"/>
            <a:r>
              <a:rPr lang="en-US"/>
              <a:t>Third level</a:t>
            </a:r>
          </a:p>
        </p:txBody>
      </p:sp>
      <p:sp>
        <p:nvSpPr>
          <p:cNvPr id="6" name="Picture Placeholder 12">
            <a:extLst>
              <a:ext uri="{FF2B5EF4-FFF2-40B4-BE49-F238E27FC236}">
                <a16:creationId xmlns:a16="http://schemas.microsoft.com/office/drawing/2014/main" id="{5C4A9BEF-054B-38A2-DDC6-DD7D3B185912}"/>
              </a:ext>
            </a:extLst>
          </p:cNvPr>
          <p:cNvSpPr>
            <a:spLocks noGrp="1"/>
          </p:cNvSpPr>
          <p:nvPr>
            <p:ph type="pic" sz="quarter" idx="26" hasCustomPrompt="1"/>
          </p:nvPr>
        </p:nvSpPr>
        <p:spPr>
          <a:xfrm>
            <a:off x="596784" y="1212429"/>
            <a:ext cx="3693443" cy="1997059"/>
          </a:xfrm>
          <a:solidFill>
            <a:schemeClr val="bg1">
              <a:alpha val="10000"/>
            </a:schemeClr>
          </a:solidFill>
        </p:spPr>
        <p:txBody>
          <a:bodyPr vert="horz" lIns="91440" tIns="45720" rIns="91440" bIns="45720" rtlCol="0" anchor="ctr" anchorCtr="0">
            <a:normAutofit/>
          </a:bodyPr>
          <a:lstStyle>
            <a:lvl1pPr>
              <a:defRPr lang="en-US">
                <a:solidFill>
                  <a:schemeClr val="tx1"/>
                </a:solidFill>
              </a:defRPr>
            </a:lvl1pPr>
          </a:lstStyle>
          <a:p>
            <a:pPr lvl="0" algn="ctr"/>
            <a:r>
              <a:rPr lang="en-US"/>
              <a:t>Image</a:t>
            </a:r>
          </a:p>
        </p:txBody>
      </p:sp>
      <p:sp>
        <p:nvSpPr>
          <p:cNvPr id="5" name="Text Placeholder 7">
            <a:extLst>
              <a:ext uri="{FF2B5EF4-FFF2-40B4-BE49-F238E27FC236}">
                <a16:creationId xmlns:a16="http://schemas.microsoft.com/office/drawing/2014/main" id="{346E39F9-D43F-04FC-3023-F53553A4056D}"/>
              </a:ext>
            </a:extLst>
          </p:cNvPr>
          <p:cNvSpPr>
            <a:spLocks noGrp="1"/>
          </p:cNvSpPr>
          <p:nvPr>
            <p:ph type="body" sz="quarter" idx="30"/>
          </p:nvPr>
        </p:nvSpPr>
        <p:spPr>
          <a:xfrm>
            <a:off x="4836634" y="3314702"/>
            <a:ext cx="3693560" cy="960239"/>
          </a:xfrm>
        </p:spPr>
        <p:txBody>
          <a:bodyPr/>
          <a:lstStyle>
            <a:lvl1pPr>
              <a:defRPr>
                <a:solidFill>
                  <a:schemeClr val="tx1"/>
                </a:solidFill>
              </a:defRPr>
            </a:lvl1pPr>
            <a:lvl2pPr>
              <a:defRPr>
                <a:solidFill>
                  <a:schemeClr val="tx1"/>
                </a:solidFill>
              </a:defRPr>
            </a:lvl2pPr>
            <a:lvl3pPr>
              <a:defRPr>
                <a:solidFill>
                  <a:schemeClr val="tx1"/>
                </a:solidFill>
              </a:defRPr>
            </a:lvl3pPr>
          </a:lstStyle>
          <a:p>
            <a:pPr lvl="0"/>
            <a:r>
              <a:rPr lang="en-US"/>
              <a:t>Click to edit Master text styles</a:t>
            </a:r>
          </a:p>
          <a:p>
            <a:pPr lvl="1"/>
            <a:r>
              <a:rPr lang="en-US"/>
              <a:t>Second level</a:t>
            </a:r>
          </a:p>
          <a:p>
            <a:pPr lvl="2"/>
            <a:r>
              <a:rPr lang="en-US"/>
              <a:t>Third level</a:t>
            </a:r>
          </a:p>
        </p:txBody>
      </p:sp>
      <p:sp>
        <p:nvSpPr>
          <p:cNvPr id="9" name="Picture Placeholder 12">
            <a:extLst>
              <a:ext uri="{FF2B5EF4-FFF2-40B4-BE49-F238E27FC236}">
                <a16:creationId xmlns:a16="http://schemas.microsoft.com/office/drawing/2014/main" id="{32FA574C-02E7-4456-3CFF-3AD988229D69}"/>
              </a:ext>
            </a:extLst>
          </p:cNvPr>
          <p:cNvSpPr>
            <a:spLocks noGrp="1"/>
          </p:cNvSpPr>
          <p:nvPr>
            <p:ph type="pic" sz="quarter" idx="27" hasCustomPrompt="1"/>
          </p:nvPr>
        </p:nvSpPr>
        <p:spPr>
          <a:xfrm>
            <a:off x="4808607" y="1201008"/>
            <a:ext cx="3693443" cy="1997059"/>
          </a:xfrm>
          <a:solidFill>
            <a:schemeClr val="bg1">
              <a:alpha val="10000"/>
            </a:schemeClr>
          </a:solidFill>
        </p:spPr>
        <p:txBody>
          <a:bodyPr vert="horz" lIns="91440" tIns="45720" rIns="91440" bIns="45720" rtlCol="0" anchor="ctr" anchorCtr="0">
            <a:normAutofit/>
          </a:bodyPr>
          <a:lstStyle>
            <a:lvl1pPr>
              <a:defRPr lang="en-US">
                <a:solidFill>
                  <a:schemeClr val="tx1"/>
                </a:solidFill>
              </a:defRPr>
            </a:lvl1pPr>
          </a:lstStyle>
          <a:p>
            <a:pPr lvl="0" algn="ctr"/>
            <a:r>
              <a:rPr lang="en-US"/>
              <a:t>Image</a:t>
            </a:r>
          </a:p>
        </p:txBody>
      </p:sp>
      <p:sp>
        <p:nvSpPr>
          <p:cNvPr id="8" name="Slide Number Placeholder 7">
            <a:extLst>
              <a:ext uri="{FF2B5EF4-FFF2-40B4-BE49-F238E27FC236}">
                <a16:creationId xmlns:a16="http://schemas.microsoft.com/office/drawing/2014/main" id="{3C49485D-F762-1381-7479-D37FDB46F388}"/>
              </a:ext>
            </a:extLst>
          </p:cNvPr>
          <p:cNvSpPr>
            <a:spLocks noGrp="1"/>
          </p:cNvSpPr>
          <p:nvPr>
            <p:ph type="sldNum" sz="quarter" idx="17"/>
          </p:nvPr>
        </p:nvSpPr>
        <p:spPr>
          <a:xfrm>
            <a:off x="571500" y="4817745"/>
            <a:ext cx="274320" cy="27432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10" name="Footer Placeholder 6">
            <a:extLst>
              <a:ext uri="{FF2B5EF4-FFF2-40B4-BE49-F238E27FC236}">
                <a16:creationId xmlns:a16="http://schemas.microsoft.com/office/drawing/2014/main" id="{844C26A1-8F6A-0142-2190-64BD165AA6D8}"/>
              </a:ext>
            </a:extLst>
          </p:cNvPr>
          <p:cNvSpPr>
            <a:spLocks noGrp="1"/>
          </p:cNvSpPr>
          <p:nvPr>
            <p:ph type="ftr" sz="quarter" idx="16"/>
          </p:nvPr>
        </p:nvSpPr>
        <p:spPr>
          <a:xfrm>
            <a:off x="845820" y="4817984"/>
            <a:ext cx="4309034" cy="273844"/>
          </a:xfrm>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11" name="Date Placeholder 4">
            <a:extLst>
              <a:ext uri="{FF2B5EF4-FFF2-40B4-BE49-F238E27FC236}">
                <a16:creationId xmlns:a16="http://schemas.microsoft.com/office/drawing/2014/main" id="{2699964F-7EAE-A02B-DAAA-5083B3377FE4}"/>
              </a:ext>
            </a:extLst>
          </p:cNvPr>
          <p:cNvSpPr>
            <a:spLocks noGrp="1"/>
          </p:cNvSpPr>
          <p:nvPr>
            <p:ph type="dt" sz="half" idx="15"/>
          </p:nvPr>
        </p:nvSpPr>
        <p:spPr>
          <a:xfrm>
            <a:off x="5154854" y="4819203"/>
            <a:ext cx="2057400" cy="272625"/>
          </a:xfrm>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1816250489"/>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Light 2 Images and Content">
    <p:bg>
      <p:bgRef idx="1001">
        <a:schemeClr val="bg2"/>
      </p:bgRef>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FD4E609-9037-8285-A36E-039E71F8B03C}"/>
              </a:ext>
            </a:extLst>
          </p:cNvPr>
          <p:cNvSpPr>
            <a:spLocks noGrp="1"/>
          </p:cNvSpPr>
          <p:nvPr>
            <p:ph type="title" hasCustomPrompt="1"/>
          </p:nvPr>
        </p:nvSpPr>
        <p:spPr>
          <a:xfrm>
            <a:off x="576656" y="136802"/>
            <a:ext cx="8003286" cy="617220"/>
          </a:xfrm>
        </p:spPr>
        <p:txBody>
          <a:bodyPr/>
          <a:lstStyle>
            <a:lvl1pPr>
              <a:defRPr b="1" i="0">
                <a:latin typeface="Oracle Sans Tab" panose="020B0503020204020204" pitchFamily="34" charset="0"/>
                <a:cs typeface="Oracle Sans Tab" panose="020B0503020204020204" pitchFamily="34" charset="0"/>
              </a:defRPr>
            </a:lvl1pPr>
          </a:lstStyle>
          <a:p>
            <a:r>
              <a:rPr lang="en-US" dirty="0"/>
              <a:t>Title</a:t>
            </a:r>
          </a:p>
        </p:txBody>
      </p:sp>
      <p:sp>
        <p:nvSpPr>
          <p:cNvPr id="8" name="Text Placeholder 5">
            <a:extLst>
              <a:ext uri="{FF2B5EF4-FFF2-40B4-BE49-F238E27FC236}">
                <a16:creationId xmlns:a16="http://schemas.microsoft.com/office/drawing/2014/main" id="{AE8171D6-A364-A377-FFE9-3F53F16263EA}"/>
              </a:ext>
            </a:extLst>
          </p:cNvPr>
          <p:cNvSpPr>
            <a:spLocks noGrp="1"/>
          </p:cNvSpPr>
          <p:nvPr>
            <p:ph type="body" sz="quarter" idx="29"/>
          </p:nvPr>
        </p:nvSpPr>
        <p:spPr>
          <a:xfrm>
            <a:off x="594404" y="3326122"/>
            <a:ext cx="3712610" cy="968574"/>
          </a:xfrm>
        </p:spPr>
        <p:txBody>
          <a:bodyPr/>
          <a:lstStyle/>
          <a:p>
            <a:pPr lvl="0"/>
            <a:r>
              <a:rPr lang="en-US"/>
              <a:t>Click to edit Master text styles</a:t>
            </a:r>
          </a:p>
          <a:p>
            <a:pPr lvl="1"/>
            <a:r>
              <a:rPr lang="en-US"/>
              <a:t>Second level</a:t>
            </a:r>
          </a:p>
          <a:p>
            <a:pPr lvl="2"/>
            <a:r>
              <a:rPr lang="en-US"/>
              <a:t>Third level</a:t>
            </a:r>
          </a:p>
        </p:txBody>
      </p:sp>
      <p:sp>
        <p:nvSpPr>
          <p:cNvPr id="12" name="Picture Placeholder 12">
            <a:extLst>
              <a:ext uri="{FF2B5EF4-FFF2-40B4-BE49-F238E27FC236}">
                <a16:creationId xmlns:a16="http://schemas.microsoft.com/office/drawing/2014/main" id="{90ACCFB3-5B0B-D6E2-D2BA-F70E9C22E3F7}"/>
              </a:ext>
            </a:extLst>
          </p:cNvPr>
          <p:cNvSpPr>
            <a:spLocks noGrp="1"/>
          </p:cNvSpPr>
          <p:nvPr>
            <p:ph type="pic" sz="quarter" idx="26" hasCustomPrompt="1"/>
          </p:nvPr>
        </p:nvSpPr>
        <p:spPr>
          <a:xfrm>
            <a:off x="596784" y="1212429"/>
            <a:ext cx="3693443" cy="1997059"/>
          </a:xfrm>
          <a:solidFill>
            <a:schemeClr val="bg1">
              <a:alpha val="10000"/>
            </a:schemeClr>
          </a:solidFill>
        </p:spPr>
        <p:txBody>
          <a:bodyPr vert="horz" lIns="91440" tIns="45720" rIns="91440" bIns="45720" rtlCol="0" anchor="ctr" anchorCtr="0">
            <a:normAutofit/>
          </a:bodyPr>
          <a:lstStyle>
            <a:lvl1pPr>
              <a:defRPr lang="en-US">
                <a:solidFill>
                  <a:schemeClr val="tx1"/>
                </a:solidFill>
              </a:defRPr>
            </a:lvl1pPr>
          </a:lstStyle>
          <a:p>
            <a:pPr lvl="0" algn="ctr"/>
            <a:r>
              <a:rPr lang="en-US" dirty="0"/>
              <a:t>Image</a:t>
            </a:r>
          </a:p>
        </p:txBody>
      </p:sp>
      <p:sp>
        <p:nvSpPr>
          <p:cNvPr id="11" name="Text Placeholder 7">
            <a:extLst>
              <a:ext uri="{FF2B5EF4-FFF2-40B4-BE49-F238E27FC236}">
                <a16:creationId xmlns:a16="http://schemas.microsoft.com/office/drawing/2014/main" id="{79E2D9AD-B603-1F6B-F5F3-92A71334B474}"/>
              </a:ext>
            </a:extLst>
          </p:cNvPr>
          <p:cNvSpPr>
            <a:spLocks noGrp="1"/>
          </p:cNvSpPr>
          <p:nvPr>
            <p:ph type="body" sz="quarter" idx="30"/>
          </p:nvPr>
        </p:nvSpPr>
        <p:spPr>
          <a:xfrm>
            <a:off x="4836634" y="3314702"/>
            <a:ext cx="3693560" cy="960239"/>
          </a:xfrm>
        </p:spPr>
        <p:txBody>
          <a:bodyPr/>
          <a:lstStyle/>
          <a:p>
            <a:pPr lvl="0"/>
            <a:r>
              <a:rPr lang="en-US"/>
              <a:t>Click to edit Master text styles</a:t>
            </a:r>
          </a:p>
          <a:p>
            <a:pPr lvl="1"/>
            <a:r>
              <a:rPr lang="en-US"/>
              <a:t>Second level</a:t>
            </a:r>
          </a:p>
          <a:p>
            <a:pPr lvl="2"/>
            <a:r>
              <a:rPr lang="en-US"/>
              <a:t>Third level</a:t>
            </a:r>
          </a:p>
        </p:txBody>
      </p:sp>
      <p:sp>
        <p:nvSpPr>
          <p:cNvPr id="13" name="Picture Placeholder 12">
            <a:extLst>
              <a:ext uri="{FF2B5EF4-FFF2-40B4-BE49-F238E27FC236}">
                <a16:creationId xmlns:a16="http://schemas.microsoft.com/office/drawing/2014/main" id="{AE9BE660-418D-B00B-4919-F18A26E7CECF}"/>
              </a:ext>
            </a:extLst>
          </p:cNvPr>
          <p:cNvSpPr>
            <a:spLocks noGrp="1"/>
          </p:cNvSpPr>
          <p:nvPr>
            <p:ph type="pic" sz="quarter" idx="27" hasCustomPrompt="1"/>
          </p:nvPr>
        </p:nvSpPr>
        <p:spPr>
          <a:xfrm>
            <a:off x="4808607" y="1201008"/>
            <a:ext cx="3693443" cy="1997059"/>
          </a:xfrm>
          <a:solidFill>
            <a:schemeClr val="bg1">
              <a:alpha val="10000"/>
            </a:schemeClr>
          </a:solidFill>
        </p:spPr>
        <p:txBody>
          <a:bodyPr vert="horz" lIns="91440" tIns="45720" rIns="91440" bIns="45720" rtlCol="0" anchor="ctr" anchorCtr="0">
            <a:normAutofit/>
          </a:bodyPr>
          <a:lstStyle>
            <a:lvl1pPr>
              <a:defRPr lang="en-US">
                <a:solidFill>
                  <a:schemeClr val="tx1"/>
                </a:solidFill>
              </a:defRPr>
            </a:lvl1pPr>
          </a:lstStyle>
          <a:p>
            <a:pPr lvl="0" algn="ctr"/>
            <a:r>
              <a:rPr lang="en-US" dirty="0"/>
              <a:t>Image</a:t>
            </a:r>
          </a:p>
        </p:txBody>
      </p:sp>
      <p:sp>
        <p:nvSpPr>
          <p:cNvPr id="4" name="Slide Number Placeholder 5">
            <a:extLst>
              <a:ext uri="{FF2B5EF4-FFF2-40B4-BE49-F238E27FC236}">
                <a16:creationId xmlns:a16="http://schemas.microsoft.com/office/drawing/2014/main" id="{7567E54F-7B19-8851-B67D-202FB9AC1D6A}"/>
              </a:ext>
            </a:extLst>
          </p:cNvPr>
          <p:cNvSpPr>
            <a:spLocks noGrp="1"/>
          </p:cNvSpPr>
          <p:nvPr>
            <p:ph type="sldNum" sz="quarter" idx="40"/>
          </p:nvPr>
        </p:nvSpPr>
        <p:spPr>
          <a:xfrm>
            <a:off x="571500" y="4817745"/>
            <a:ext cx="274320" cy="274320"/>
          </a:xfrm>
        </p:spPr>
        <p:txBody>
          <a:bodyPr/>
          <a:lstStyle>
            <a:lvl1pPr>
              <a:defRPr>
                <a:solidFill>
                  <a:srgbClr val="8B8580"/>
                </a:solidFill>
              </a:defRPr>
            </a:lvl1pPr>
          </a:lstStyle>
          <a:p>
            <a:fld id="{345D60D9-5372-5F40-9443-0F9AE5BDC3C8}" type="slidenum">
              <a:rPr lang="en-US" smtClean="0"/>
              <a:pPr/>
              <a:t>‹#›</a:t>
            </a:fld>
            <a:endParaRPr lang="en-US" dirty="0"/>
          </a:p>
        </p:txBody>
      </p:sp>
      <p:sp>
        <p:nvSpPr>
          <p:cNvPr id="5" name="Footer Placeholder 4">
            <a:extLst>
              <a:ext uri="{FF2B5EF4-FFF2-40B4-BE49-F238E27FC236}">
                <a16:creationId xmlns:a16="http://schemas.microsoft.com/office/drawing/2014/main" id="{A1778B27-DEA8-9A30-4AED-960974FB3EBC}"/>
              </a:ext>
            </a:extLst>
          </p:cNvPr>
          <p:cNvSpPr>
            <a:spLocks noGrp="1"/>
          </p:cNvSpPr>
          <p:nvPr>
            <p:ph type="ftr" sz="quarter" idx="39"/>
          </p:nvPr>
        </p:nvSpPr>
        <p:spPr>
          <a:xfrm>
            <a:off x="845820" y="4817984"/>
            <a:ext cx="4309034" cy="273844"/>
          </a:xfrm>
        </p:spPr>
        <p:txBody>
          <a:bodyPr/>
          <a:lstStyle>
            <a:lvl1pPr>
              <a:defRPr>
                <a:solidFill>
                  <a:srgbClr val="8B8580"/>
                </a:solidFill>
              </a:defRPr>
            </a:lvl1pPr>
          </a:lstStyle>
          <a:p>
            <a:r>
              <a:rPr lang="en-US"/>
              <a:t>Copyright © 2025, Oracle and/or its affiliates |  Confidential: Internal/Restricted/Highly Restricted</a:t>
            </a:r>
            <a:endParaRPr lang="en-US" dirty="0"/>
          </a:p>
        </p:txBody>
      </p:sp>
      <p:sp>
        <p:nvSpPr>
          <p:cNvPr id="6" name="Date Placeholder 3">
            <a:extLst>
              <a:ext uri="{FF2B5EF4-FFF2-40B4-BE49-F238E27FC236}">
                <a16:creationId xmlns:a16="http://schemas.microsoft.com/office/drawing/2014/main" id="{333856E5-8C5E-2CF5-6E7E-97C9C55734DC}"/>
              </a:ext>
            </a:extLst>
          </p:cNvPr>
          <p:cNvSpPr>
            <a:spLocks noGrp="1"/>
          </p:cNvSpPr>
          <p:nvPr>
            <p:ph type="dt" sz="half" idx="38"/>
          </p:nvPr>
        </p:nvSpPr>
        <p:spPr>
          <a:xfrm>
            <a:off x="5154854" y="4819203"/>
            <a:ext cx="2057400" cy="272625"/>
          </a:xfrm>
        </p:spPr>
        <p:txBody>
          <a:bodyPr/>
          <a:lstStyle>
            <a:lvl1pPr>
              <a:defRPr>
                <a:solidFill>
                  <a:srgbClr val="8B8580"/>
                </a:solidFill>
              </a:defRPr>
            </a:lvl1pPr>
          </a:lstStyle>
          <a:p>
            <a:r>
              <a:rPr lang="en-US"/>
              <a:t>[Date]</a:t>
            </a:r>
            <a:endParaRPr lang="en-US" dirty="0"/>
          </a:p>
        </p:txBody>
      </p:sp>
    </p:spTree>
    <p:extLst>
      <p:ext uri="{BB962C8B-B14F-4D97-AF65-F5344CB8AC3E}">
        <p14:creationId xmlns:p14="http://schemas.microsoft.com/office/powerpoint/2010/main" val="847547141"/>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Light - Bold Statement with Photo half">
    <p:bg>
      <p:bgRef idx="1001">
        <a:schemeClr val="bg2"/>
      </p:bgRef>
    </p:bg>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BBB52B87-4D2F-759F-F825-1D8452D5364F}"/>
              </a:ext>
            </a:extLst>
          </p:cNvPr>
          <p:cNvSpPr>
            <a:spLocks noGrp="1"/>
          </p:cNvSpPr>
          <p:nvPr>
            <p:ph type="sldNum" sz="quarter" idx="40"/>
          </p:nvPr>
        </p:nvSpPr>
        <p:spPr>
          <a:xfrm>
            <a:off x="571500" y="4817745"/>
            <a:ext cx="274320" cy="274320"/>
          </a:xfrm>
        </p:spPr>
        <p:txBody>
          <a:bodyPr/>
          <a:lstStyle>
            <a:lvl1pPr>
              <a:defRPr>
                <a:solidFill>
                  <a:srgbClr val="8B8580"/>
                </a:solidFill>
              </a:defRPr>
            </a:lvl1pPr>
          </a:lstStyle>
          <a:p>
            <a:fld id="{345D60D9-5372-5F40-9443-0F9AE5BDC3C8}" type="slidenum">
              <a:rPr lang="en-US" smtClean="0"/>
              <a:pPr/>
              <a:t>‹#›</a:t>
            </a:fld>
            <a:endParaRPr lang="en-US" dirty="0"/>
          </a:p>
        </p:txBody>
      </p:sp>
      <p:sp>
        <p:nvSpPr>
          <p:cNvPr id="5" name="Footer Placeholder 4">
            <a:extLst>
              <a:ext uri="{FF2B5EF4-FFF2-40B4-BE49-F238E27FC236}">
                <a16:creationId xmlns:a16="http://schemas.microsoft.com/office/drawing/2014/main" id="{911B1AB9-997E-5411-2C56-8A3EC02DD499}"/>
              </a:ext>
            </a:extLst>
          </p:cNvPr>
          <p:cNvSpPr>
            <a:spLocks noGrp="1"/>
          </p:cNvSpPr>
          <p:nvPr>
            <p:ph type="ftr" sz="quarter" idx="39"/>
          </p:nvPr>
        </p:nvSpPr>
        <p:spPr>
          <a:xfrm>
            <a:off x="845820" y="4817984"/>
            <a:ext cx="4309034" cy="273844"/>
          </a:xfrm>
        </p:spPr>
        <p:txBody>
          <a:bodyPr/>
          <a:lstStyle>
            <a:lvl1pPr>
              <a:defRPr>
                <a:solidFill>
                  <a:srgbClr val="8B8580"/>
                </a:solidFill>
              </a:defRPr>
            </a:lvl1pPr>
          </a:lstStyle>
          <a:p>
            <a:r>
              <a:rPr lang="en-US"/>
              <a:t>Copyright © 2025, Oracle and/or its affiliates |  Confidential: Internal/Restricted/Highly Restricted</a:t>
            </a:r>
            <a:endParaRPr lang="en-US" dirty="0"/>
          </a:p>
        </p:txBody>
      </p:sp>
      <p:sp>
        <p:nvSpPr>
          <p:cNvPr id="6" name="Date Placeholder 3">
            <a:extLst>
              <a:ext uri="{FF2B5EF4-FFF2-40B4-BE49-F238E27FC236}">
                <a16:creationId xmlns:a16="http://schemas.microsoft.com/office/drawing/2014/main" id="{434C0960-AEC7-0B85-1E58-B54E51F0ECD4}"/>
              </a:ext>
            </a:extLst>
          </p:cNvPr>
          <p:cNvSpPr>
            <a:spLocks noGrp="1"/>
          </p:cNvSpPr>
          <p:nvPr>
            <p:ph type="dt" sz="half" idx="41"/>
          </p:nvPr>
        </p:nvSpPr>
        <p:spPr>
          <a:xfrm>
            <a:off x="5154854" y="4819203"/>
            <a:ext cx="2057400" cy="272625"/>
          </a:xfrm>
        </p:spPr>
        <p:txBody>
          <a:bodyPr/>
          <a:lstStyle>
            <a:lvl1pPr>
              <a:defRPr>
                <a:solidFill>
                  <a:srgbClr val="8B8580"/>
                </a:solidFill>
              </a:defRPr>
            </a:lvl1pPr>
          </a:lstStyle>
          <a:p>
            <a:r>
              <a:rPr lang="en-US"/>
              <a:t>[Date]</a:t>
            </a:r>
            <a:endParaRPr lang="en-US" dirty="0"/>
          </a:p>
        </p:txBody>
      </p:sp>
      <p:sp>
        <p:nvSpPr>
          <p:cNvPr id="4" name="Picture Placeholder 17">
            <a:extLst>
              <a:ext uri="{FF2B5EF4-FFF2-40B4-BE49-F238E27FC236}">
                <a16:creationId xmlns:a16="http://schemas.microsoft.com/office/drawing/2014/main" id="{E05D35C0-2DAC-3332-CC0D-3198C85F0FCC}"/>
              </a:ext>
            </a:extLst>
          </p:cNvPr>
          <p:cNvSpPr>
            <a:spLocks noGrp="1"/>
          </p:cNvSpPr>
          <p:nvPr>
            <p:ph type="pic" sz="quarter" idx="11" hasCustomPrompt="1"/>
          </p:nvPr>
        </p:nvSpPr>
        <p:spPr>
          <a:xfrm>
            <a:off x="4572000" y="0"/>
            <a:ext cx="4572000" cy="5143500"/>
          </a:xfrm>
          <a:solidFill>
            <a:schemeClr val="tx1"/>
          </a:solidFill>
        </p:spPr>
        <p:txBody>
          <a:bodyPr lIns="72000" tIns="72000" rIns="0"/>
          <a:lstStyle>
            <a:lvl1pPr algn="ctr">
              <a:defRPr sz="1050" b="0" i="0">
                <a:solidFill>
                  <a:schemeClr val="bg1"/>
                </a:solidFill>
                <a:latin typeface="Oracle Sans Light" panose="020B0403020204020204" pitchFamily="34" charset="0"/>
                <a:cs typeface="Oracle Sans Light" panose="020B0403020204020204" pitchFamily="34" charset="0"/>
              </a:defRPr>
            </a:lvl1pPr>
          </a:lstStyle>
          <a:p>
            <a:r>
              <a:rPr lang="en-US" dirty="0"/>
              <a:t>Click icon to add illustration</a:t>
            </a:r>
          </a:p>
        </p:txBody>
      </p:sp>
      <p:sp>
        <p:nvSpPr>
          <p:cNvPr id="2" name="Title 1">
            <a:extLst>
              <a:ext uri="{FF2B5EF4-FFF2-40B4-BE49-F238E27FC236}">
                <a16:creationId xmlns:a16="http://schemas.microsoft.com/office/drawing/2014/main" id="{EBB5018F-8341-A0A7-3798-BB6D386BF6AE}"/>
              </a:ext>
            </a:extLst>
          </p:cNvPr>
          <p:cNvSpPr>
            <a:spLocks noGrp="1"/>
          </p:cNvSpPr>
          <p:nvPr>
            <p:ph type="title"/>
          </p:nvPr>
        </p:nvSpPr>
        <p:spPr>
          <a:xfrm>
            <a:off x="576657" y="2263140"/>
            <a:ext cx="3446710" cy="617220"/>
          </a:xfrm>
        </p:spPr>
        <p:txBody>
          <a:bodyPr anchor="ctr"/>
          <a:lstStyle>
            <a:lvl1pPr>
              <a:defRPr>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2524059821"/>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Mission Statement">
    <p:spTree>
      <p:nvGrpSpPr>
        <p:cNvPr id="1" name=""/>
        <p:cNvGrpSpPr/>
        <p:nvPr/>
      </p:nvGrpSpPr>
      <p:grpSpPr>
        <a:xfrm>
          <a:off x="0" y="0"/>
          <a:ext cx="0" cy="0"/>
          <a:chOff x="0" y="0"/>
          <a:chExt cx="0" cy="0"/>
        </a:xfrm>
      </p:grpSpPr>
      <p:pic>
        <p:nvPicPr>
          <p:cNvPr id="4" name="Illustration">
            <a:extLst>
              <a:ext uri="{FF2B5EF4-FFF2-40B4-BE49-F238E27FC236}">
                <a16:creationId xmlns:a16="http://schemas.microsoft.com/office/drawing/2014/main" id="{7F6A0B0D-9890-B044-B4D0-946D1FDB962D}"/>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bwMode="invGray">
          <a:xfrm>
            <a:off x="0" y="0"/>
            <a:ext cx="9144000" cy="5143500"/>
          </a:xfrm>
          <a:prstGeom prst="rect">
            <a:avLst/>
          </a:prstGeom>
        </p:spPr>
      </p:pic>
      <p:sp>
        <p:nvSpPr>
          <p:cNvPr id="5" name="TextBox 4">
            <a:extLst>
              <a:ext uri="{FF2B5EF4-FFF2-40B4-BE49-F238E27FC236}">
                <a16:creationId xmlns:a16="http://schemas.microsoft.com/office/drawing/2014/main" id="{1138CAED-6966-416F-96DE-48D3061CAD63}"/>
              </a:ext>
            </a:extLst>
          </p:cNvPr>
          <p:cNvSpPr txBox="1"/>
          <p:nvPr userDrawn="1"/>
        </p:nvSpPr>
        <p:spPr>
          <a:xfrm>
            <a:off x="576657" y="1371601"/>
            <a:ext cx="4805433" cy="1709501"/>
          </a:xfrm>
          <a:prstGeom prst="rect">
            <a:avLst/>
          </a:prstGeom>
        </p:spPr>
        <p:txBody>
          <a:bodyPr vert="horz" lIns="0" tIns="0" rIns="0" bIns="0" rtlCol="0" anchor="b">
            <a:noAutofit/>
          </a:bodyPr>
          <a:lstStyle>
            <a:lvl1pPr>
              <a:lnSpc>
                <a:spcPct val="100000"/>
              </a:lnSpc>
              <a:spcBef>
                <a:spcPct val="0"/>
              </a:spcBef>
              <a:buNone/>
              <a:defRPr lang="en-US" sz="3000" b="0" i="0" baseline="0" dirty="0">
                <a:latin typeface="+mj-lt"/>
                <a:cs typeface="+mj-cs"/>
              </a:defRPr>
            </a:lvl1pPr>
          </a:lstStyle>
          <a:p>
            <a:pPr lvl="0"/>
            <a:r>
              <a:rPr lang="en-US" sz="2250" b="0" i="0" dirty="0">
                <a:latin typeface="Oracle Sans Tab" panose="020B0503020204020204" pitchFamily="34" charset="0"/>
              </a:rPr>
              <a:t>Our mission is to help people see data in new ways, discover insights,</a:t>
            </a:r>
            <a:br>
              <a:rPr lang="en-US" sz="2250" b="0" i="0" dirty="0">
                <a:latin typeface="Oracle Sans Tab" panose="020B0503020204020204" pitchFamily="34" charset="0"/>
              </a:rPr>
            </a:br>
            <a:r>
              <a:rPr lang="en-US" sz="2250" b="0" i="0" dirty="0">
                <a:latin typeface="Oracle Sans Tab" panose="020B0503020204020204" pitchFamily="34" charset="0"/>
              </a:rPr>
              <a:t>unlock endless possibilities.</a:t>
            </a:r>
          </a:p>
        </p:txBody>
      </p:sp>
    </p:spTree>
    <p:extLst>
      <p:ext uri="{BB962C8B-B14F-4D97-AF65-F5344CB8AC3E}">
        <p14:creationId xmlns:p14="http://schemas.microsoft.com/office/powerpoint/2010/main" val="347840878"/>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Light - Closing Slide">
    <p:spTree>
      <p:nvGrpSpPr>
        <p:cNvPr id="1" name=""/>
        <p:cNvGrpSpPr/>
        <p:nvPr/>
      </p:nvGrpSpPr>
      <p:grpSpPr>
        <a:xfrm>
          <a:off x="0" y="0"/>
          <a:ext cx="0" cy="0"/>
          <a:chOff x="0" y="0"/>
          <a:chExt cx="0" cy="0"/>
        </a:xfrm>
      </p:grpSpPr>
      <p:pic>
        <p:nvPicPr>
          <p:cNvPr id="2" name="Oracle Logo" descr="Oracle Logo">
            <a:extLst>
              <a:ext uri="{FF2B5EF4-FFF2-40B4-BE49-F238E27FC236}">
                <a16:creationId xmlns:a16="http://schemas.microsoft.com/office/drawing/2014/main" id="{65E5B106-857C-3950-B28D-EF7037F2162A}"/>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invGray">
          <a:xfrm>
            <a:off x="3032876" y="2248725"/>
            <a:ext cx="3078248" cy="646052"/>
          </a:xfrm>
          <a:prstGeom prst="rect">
            <a:avLst/>
          </a:prstGeom>
        </p:spPr>
      </p:pic>
    </p:spTree>
    <p:extLst>
      <p:ext uri="{BB962C8B-B14F-4D97-AF65-F5344CB8AC3E}">
        <p14:creationId xmlns:p14="http://schemas.microsoft.com/office/powerpoint/2010/main" val="1690585667"/>
      </p:ext>
    </p:extLst>
  </p:cSld>
  <p:clrMapOvr>
    <a:masterClrMapping/>
  </p:clrMapOvr>
  <p:transition>
    <p:fade/>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Dark - Closing Slide">
    <p:bg>
      <p:bgRef idx="1001">
        <a:schemeClr val="bg1"/>
      </p:bgRef>
    </p:bg>
    <p:spTree>
      <p:nvGrpSpPr>
        <p:cNvPr id="1" name=""/>
        <p:cNvGrpSpPr/>
        <p:nvPr/>
      </p:nvGrpSpPr>
      <p:grpSpPr>
        <a:xfrm>
          <a:off x="0" y="0"/>
          <a:ext cx="0" cy="0"/>
          <a:chOff x="0" y="0"/>
          <a:chExt cx="0" cy="0"/>
        </a:xfrm>
      </p:grpSpPr>
      <p:pic>
        <p:nvPicPr>
          <p:cNvPr id="4" name="Oracle Logo" descr="Oracle Logo">
            <a:extLst>
              <a:ext uri="{FF2B5EF4-FFF2-40B4-BE49-F238E27FC236}">
                <a16:creationId xmlns:a16="http://schemas.microsoft.com/office/drawing/2014/main" id="{11C3E469-1A28-4EAE-BB94-ADAB90F021AE}"/>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invGray">
          <a:xfrm>
            <a:off x="3032876" y="2248725"/>
            <a:ext cx="3078248" cy="646052"/>
          </a:xfrm>
          <a:prstGeom prst="rect">
            <a:avLst/>
          </a:prstGeom>
        </p:spPr>
      </p:pic>
    </p:spTree>
    <p:extLst>
      <p:ext uri="{BB962C8B-B14F-4D97-AF65-F5344CB8AC3E}">
        <p14:creationId xmlns:p14="http://schemas.microsoft.com/office/powerpoint/2010/main" val="956173157"/>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userDrawn="1">
  <p:cSld name="1_Table Dark">
    <p:bg>
      <p:bgPr>
        <a:solidFill>
          <a:schemeClr val="bg2"/>
        </a:solidFill>
        <a:effectLst/>
      </p:bgPr>
    </p:bg>
    <p:spTree>
      <p:nvGrpSpPr>
        <p:cNvPr id="1" name=""/>
        <p:cNvGrpSpPr/>
        <p:nvPr/>
      </p:nvGrpSpPr>
      <p:grpSpPr>
        <a:xfrm>
          <a:off x="0" y="0"/>
          <a:ext cx="0" cy="0"/>
          <a:chOff x="0" y="0"/>
          <a:chExt cx="0" cy="0"/>
        </a:xfrm>
      </p:grpSpPr>
      <p:pic>
        <p:nvPicPr>
          <p:cNvPr id="3" name="Picture 2" descr="A blue and white striped background&#10;&#10;Description automatically generated">
            <a:extLst>
              <a:ext uri="{FF2B5EF4-FFF2-40B4-BE49-F238E27FC236}">
                <a16:creationId xmlns:a16="http://schemas.microsoft.com/office/drawing/2014/main" id="{265356C9-CCB7-669D-CDE7-59471E5DE99B}"/>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1" y="3692856"/>
            <a:ext cx="9144001" cy="1450644"/>
          </a:xfrm>
          <a:prstGeom prst="rect">
            <a:avLst/>
          </a:prstGeom>
        </p:spPr>
      </p:pic>
      <p:pic>
        <p:nvPicPr>
          <p:cNvPr id="10" name="Picture 9">
            <a:extLst>
              <a:ext uri="{FF2B5EF4-FFF2-40B4-BE49-F238E27FC236}">
                <a16:creationId xmlns:a16="http://schemas.microsoft.com/office/drawing/2014/main" id="{D19A06E8-3985-96D8-7A4D-4396C1AD32B2}"/>
              </a:ext>
            </a:extLst>
          </p:cNvPr>
          <p:cNvPicPr>
            <a:picLocks noChangeAspect="1"/>
          </p:cNvPicPr>
          <p:nvPr userDrawn="1"/>
        </p:nvPicPr>
        <p:blipFill>
          <a:blip r:embed="rId3" cstate="screen">
            <a:extLst>
              <a:ext uri="{28A0092B-C50C-407E-A947-70E740481C1C}">
                <a14:useLocalDpi xmlns:a14="http://schemas.microsoft.com/office/drawing/2010/main"/>
              </a:ext>
            </a:extLst>
          </a:blip>
          <a:srcRect t="839" b="839"/>
          <a:stretch/>
        </p:blipFill>
        <p:spPr>
          <a:xfrm>
            <a:off x="8536309" y="4836788"/>
            <a:ext cx="306038" cy="310284"/>
          </a:xfrm>
          <a:prstGeom prst="rect">
            <a:avLst/>
          </a:prstGeom>
        </p:spPr>
      </p:pic>
      <p:sp>
        <p:nvSpPr>
          <p:cNvPr id="5" name="Text Placeholder 4">
            <a:extLst>
              <a:ext uri="{FF2B5EF4-FFF2-40B4-BE49-F238E27FC236}">
                <a16:creationId xmlns:a16="http://schemas.microsoft.com/office/drawing/2014/main" id="{9ACD8F5B-AE77-4741-5C6C-C7164F0EE4F2}"/>
              </a:ext>
            </a:extLst>
          </p:cNvPr>
          <p:cNvSpPr>
            <a:spLocks noGrp="1"/>
          </p:cNvSpPr>
          <p:nvPr>
            <p:ph type="body" sz="quarter" idx="21"/>
          </p:nvPr>
        </p:nvSpPr>
        <p:spPr>
          <a:xfrm>
            <a:off x="514385" y="1384697"/>
            <a:ext cx="8017595" cy="2958704"/>
          </a:xfrm>
        </p:spPr>
        <p:txBody>
          <a:bodyPr/>
          <a:lstStyle>
            <a:lvl1pPr>
              <a:defRPr b="0" i="0">
                <a:latin typeface="Oracle Sans" panose="020B0503020204020204" pitchFamily="34" charset="0"/>
              </a:defRPr>
            </a:lvl1pPr>
            <a:lvl2pPr marL="115888" indent="-115888">
              <a:buFont typeface="Arial" panose="020B0604020202020204" pitchFamily="34" charset="0"/>
              <a:buChar char="•"/>
              <a:tabLst/>
              <a:defRPr b="0" i="0">
                <a:latin typeface="Oracle Sans" panose="020B0503020204020204" pitchFamily="34" charset="0"/>
              </a:defRPr>
            </a:lvl2pPr>
            <a:lvl3pPr>
              <a:defRPr b="0" i="0">
                <a:latin typeface="Oracle Sans" panose="020B0503020204020204" pitchFamily="34" charset="0"/>
              </a:defRPr>
            </a:lvl3pPr>
            <a:lvl4pPr>
              <a:defRPr b="0" i="0">
                <a:latin typeface="Oracle Sans" panose="020B0503020204020204" pitchFamily="34" charset="0"/>
              </a:defRPr>
            </a:lvl4pPr>
            <a:lvl5pPr>
              <a:defRPr b="0" i="0">
                <a:latin typeface="Oracle Sans" panose="020B0503020204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6">
            <a:extLst>
              <a:ext uri="{FF2B5EF4-FFF2-40B4-BE49-F238E27FC236}">
                <a16:creationId xmlns:a16="http://schemas.microsoft.com/office/drawing/2014/main" id="{75AB0DCB-C69D-6340-99B8-8C9CB46EC97C}"/>
              </a:ext>
            </a:extLst>
          </p:cNvPr>
          <p:cNvSpPr>
            <a:spLocks noGrp="1"/>
          </p:cNvSpPr>
          <p:nvPr>
            <p:ph type="body" sz="quarter" idx="13" hasCustomPrompt="1"/>
          </p:nvPr>
        </p:nvSpPr>
        <p:spPr>
          <a:xfrm>
            <a:off x="517361" y="995065"/>
            <a:ext cx="8003307" cy="344885"/>
          </a:xfrm>
        </p:spPr>
        <p:txBody>
          <a:bodyPr vert="horz" lIns="91440" tIns="45720" rIns="91440" bIns="45720" rtlCol="0" anchor="t" anchorCtr="0">
            <a:noAutofit/>
          </a:bodyPr>
          <a:lstStyle>
            <a:lvl1pPr>
              <a:defRPr lang="en-US" sz="1200" b="0" i="0" cap="none" spc="0" baseline="0" dirty="0">
                <a:latin typeface="Oracle Sans" panose="020B0503020204020204" pitchFamily="34" charset="0"/>
                <a:cs typeface="Oracle Sans" panose="020B0503020204020204" pitchFamily="34" charset="0"/>
              </a:defRPr>
            </a:lvl1pPr>
          </a:lstStyle>
          <a:p>
            <a:pPr lvl="0">
              <a:lnSpc>
                <a:spcPct val="100000"/>
              </a:lnSpc>
              <a:spcBef>
                <a:spcPts val="0"/>
              </a:spcBef>
            </a:pPr>
            <a:r>
              <a:rPr lang="en-US" dirty="0"/>
              <a:t>Subtitle goes here</a:t>
            </a:r>
          </a:p>
        </p:txBody>
      </p:sp>
      <p:sp>
        <p:nvSpPr>
          <p:cNvPr id="2" name="Title 1">
            <a:extLst>
              <a:ext uri="{FF2B5EF4-FFF2-40B4-BE49-F238E27FC236}">
                <a16:creationId xmlns:a16="http://schemas.microsoft.com/office/drawing/2014/main" id="{4EAE991E-E445-BC14-5F6D-40338E65B324}"/>
              </a:ext>
            </a:extLst>
          </p:cNvPr>
          <p:cNvSpPr>
            <a:spLocks noGrp="1"/>
          </p:cNvSpPr>
          <p:nvPr>
            <p:ph type="title" hasCustomPrompt="1"/>
          </p:nvPr>
        </p:nvSpPr>
        <p:spPr/>
        <p:txBody>
          <a:bodyPr/>
          <a:lstStyle>
            <a:lvl1pPr>
              <a:defRPr lang="en-US" b="0" i="0" dirty="0">
                <a:latin typeface="Oracle Sans" panose="020B0503020204020204" pitchFamily="34" charset="0"/>
              </a:defRPr>
            </a:lvl1pPr>
          </a:lstStyle>
          <a:p>
            <a:r>
              <a:rPr lang="en-US" dirty="0"/>
              <a:t>Click to edit Title</a:t>
            </a:r>
          </a:p>
        </p:txBody>
      </p:sp>
      <p:sp>
        <p:nvSpPr>
          <p:cNvPr id="14" name="Footer Placeholder 13">
            <a:extLst>
              <a:ext uri="{FF2B5EF4-FFF2-40B4-BE49-F238E27FC236}">
                <a16:creationId xmlns:a16="http://schemas.microsoft.com/office/drawing/2014/main" id="{BE60102B-AE39-37A0-4837-F4DAFEE5B290}"/>
              </a:ext>
            </a:extLst>
          </p:cNvPr>
          <p:cNvSpPr>
            <a:spLocks noGrp="1"/>
          </p:cNvSpPr>
          <p:nvPr>
            <p:ph type="ftr" sz="quarter" idx="19"/>
          </p:nvPr>
        </p:nvSpPr>
        <p:spPr/>
        <p:txBody>
          <a:bodyPr/>
          <a:lstStyle>
            <a:lvl1pPr>
              <a:defRPr b="0" i="0">
                <a:solidFill>
                  <a:schemeClr val="tx1"/>
                </a:solidFill>
                <a:latin typeface="Oracle Sans" panose="020B0503020204020204" pitchFamily="34" charset="0"/>
              </a:defRPr>
            </a:lvl1pPr>
          </a:lstStyle>
          <a:p>
            <a:r>
              <a:rPr lang="en-US" dirty="0">
                <a:sym typeface="Symbol" pitchFamily="2" charset="2"/>
              </a:rPr>
              <a:t>Oracle </a:t>
            </a:r>
            <a:r>
              <a:rPr lang="en-US" dirty="0" err="1">
                <a:sym typeface="Symbol" pitchFamily="2" charset="2"/>
              </a:rPr>
              <a:t>CloudWorld</a:t>
            </a:r>
            <a:r>
              <a:rPr lang="en-US" dirty="0">
                <a:sym typeface="Symbol" pitchFamily="2" charset="2"/>
              </a:rPr>
              <a:t> Tour        Copyright © 2025, Oracle and/or its affiliates</a:t>
            </a:r>
            <a:endParaRPr lang="en-CA" dirty="0"/>
          </a:p>
        </p:txBody>
      </p:sp>
      <p:sp>
        <p:nvSpPr>
          <p:cNvPr id="16" name="Slide Number Placeholder 15">
            <a:extLst>
              <a:ext uri="{FF2B5EF4-FFF2-40B4-BE49-F238E27FC236}">
                <a16:creationId xmlns:a16="http://schemas.microsoft.com/office/drawing/2014/main" id="{929407B5-DD28-8045-D767-9E90672DE351}"/>
              </a:ext>
            </a:extLst>
          </p:cNvPr>
          <p:cNvSpPr>
            <a:spLocks noGrp="1"/>
          </p:cNvSpPr>
          <p:nvPr>
            <p:ph type="sldNum" sz="quarter" idx="20"/>
          </p:nvPr>
        </p:nvSpPr>
        <p:spPr/>
        <p:txBody>
          <a:bodyPr/>
          <a:lstStyle>
            <a:lvl1pPr>
              <a:defRPr b="0" i="0">
                <a:solidFill>
                  <a:schemeClr val="tx1"/>
                </a:solidFill>
                <a:latin typeface="Oracle Sans" panose="020B0503020204020204" pitchFamily="34" charset="0"/>
              </a:defRPr>
            </a:lvl1pPr>
          </a:lstStyle>
          <a:p>
            <a:fld id="{CFF4B978-1D82-7745-80C5-DBABA6B131D3}" type="slidenum">
              <a:rPr lang="en-US" smtClean="0"/>
              <a:pPr/>
              <a:t>‹#›</a:t>
            </a:fld>
            <a:endParaRPr lang="en-US" dirty="0"/>
          </a:p>
        </p:txBody>
      </p:sp>
      <p:pic>
        <p:nvPicPr>
          <p:cNvPr id="9" name="Graphic 8">
            <a:extLst>
              <a:ext uri="{FF2B5EF4-FFF2-40B4-BE49-F238E27FC236}">
                <a16:creationId xmlns:a16="http://schemas.microsoft.com/office/drawing/2014/main" id="{8D3E0ED9-6557-7809-6CCB-830A4CE677A1}"/>
              </a:ext>
            </a:extLst>
          </p:cNvPr>
          <p:cNvPicPr>
            <a:picLocks noChangeAspect="1"/>
          </p:cNvPicPr>
          <p:nvPr userDrawn="1"/>
        </p:nvPicPr>
        <p:blipFill>
          <a:blip r:embed="rId4" cstate="hq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0" y="0"/>
            <a:ext cx="126873" cy="5143500"/>
          </a:xfrm>
          <a:prstGeom prst="rect">
            <a:avLst/>
          </a:prstGeom>
        </p:spPr>
      </p:pic>
    </p:spTree>
    <p:extLst>
      <p:ext uri="{BB962C8B-B14F-4D97-AF65-F5344CB8AC3E}">
        <p14:creationId xmlns:p14="http://schemas.microsoft.com/office/powerpoint/2010/main" val="1068930948"/>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userDrawn="1">
  <p:cSld name="1_Title+2 subtitle">
    <p:bg>
      <p:bgPr>
        <a:solidFill>
          <a:schemeClr val="bg2"/>
        </a:solid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8E21E232-F040-FD3A-B1E4-67F83D3D9628}"/>
              </a:ext>
            </a:extLst>
          </p:cNvPr>
          <p:cNvSpPr>
            <a:spLocks noGrp="1"/>
          </p:cNvSpPr>
          <p:nvPr>
            <p:ph type="body" sz="quarter" idx="12" hasCustomPrompt="1"/>
          </p:nvPr>
        </p:nvSpPr>
        <p:spPr>
          <a:xfrm>
            <a:off x="521208" y="1033272"/>
            <a:ext cx="3880975" cy="291465"/>
          </a:xfrm>
        </p:spPr>
        <p:txBody>
          <a:bodyPr vert="horz" lIns="91440" tIns="45720" rIns="91440" bIns="45720" rtlCol="0" anchor="t" anchorCtr="0">
            <a:noAutofit/>
          </a:bodyPr>
          <a:lstStyle>
            <a:lvl1pPr>
              <a:defRPr lang="en-US" sz="1200" b="0" i="0" cap="none" spc="0" baseline="0" dirty="0">
                <a:latin typeface="Oracle Sans" panose="020B0503020204020204" pitchFamily="34" charset="0"/>
                <a:cs typeface="Oracle Sans" panose="020B0503020204020204" pitchFamily="34" charset="0"/>
              </a:defRPr>
            </a:lvl1pPr>
          </a:lstStyle>
          <a:p>
            <a:pPr lvl="0">
              <a:lnSpc>
                <a:spcPct val="100000"/>
              </a:lnSpc>
              <a:spcBef>
                <a:spcPts val="0"/>
              </a:spcBef>
            </a:pPr>
            <a:r>
              <a:rPr lang="en-US" dirty="0"/>
              <a:t>Subtitle goes here</a:t>
            </a:r>
          </a:p>
        </p:txBody>
      </p:sp>
      <p:sp>
        <p:nvSpPr>
          <p:cNvPr id="3" name="Footer Placeholder 2">
            <a:extLst>
              <a:ext uri="{FF2B5EF4-FFF2-40B4-BE49-F238E27FC236}">
                <a16:creationId xmlns:a16="http://schemas.microsoft.com/office/drawing/2014/main" id="{28A30994-E946-D05B-548A-AF34932FF582}"/>
              </a:ext>
            </a:extLst>
          </p:cNvPr>
          <p:cNvSpPr>
            <a:spLocks noGrp="1"/>
          </p:cNvSpPr>
          <p:nvPr>
            <p:ph type="ftr" sz="quarter" idx="10"/>
          </p:nvPr>
        </p:nvSpPr>
        <p:spPr/>
        <p:txBody>
          <a:bodyPr/>
          <a:lstStyle>
            <a:lvl1pPr>
              <a:defRPr b="0" i="0">
                <a:latin typeface="Oracle Sans" panose="020B0503020204020204" pitchFamily="34" charset="0"/>
              </a:defRPr>
            </a:lvl1pPr>
          </a:lstStyle>
          <a:p>
            <a:r>
              <a:rPr lang="en-US" dirty="0">
                <a:sym typeface="Symbol" pitchFamily="2" charset="2"/>
              </a:rPr>
              <a:t>Oracle </a:t>
            </a:r>
            <a:r>
              <a:rPr lang="en-US" dirty="0" err="1">
                <a:sym typeface="Symbol" pitchFamily="2" charset="2"/>
              </a:rPr>
              <a:t>CloudWorld</a:t>
            </a:r>
            <a:r>
              <a:rPr lang="en-US" dirty="0">
                <a:sym typeface="Symbol" pitchFamily="2" charset="2"/>
              </a:rPr>
              <a:t> Tour        Copyright © 2025, Oracle and/or its affiliates</a:t>
            </a:r>
            <a:endParaRPr lang="en-CA" dirty="0"/>
          </a:p>
        </p:txBody>
      </p:sp>
      <p:sp>
        <p:nvSpPr>
          <p:cNvPr id="4" name="Slide Number Placeholder 3">
            <a:extLst>
              <a:ext uri="{FF2B5EF4-FFF2-40B4-BE49-F238E27FC236}">
                <a16:creationId xmlns:a16="http://schemas.microsoft.com/office/drawing/2014/main" id="{13493DE9-ED14-D77E-B215-6CCDC63BA6EA}"/>
              </a:ext>
            </a:extLst>
          </p:cNvPr>
          <p:cNvSpPr>
            <a:spLocks noGrp="1"/>
          </p:cNvSpPr>
          <p:nvPr>
            <p:ph type="sldNum" sz="quarter" idx="11"/>
          </p:nvPr>
        </p:nvSpPr>
        <p:spPr/>
        <p:txBody>
          <a:bodyPr/>
          <a:lstStyle>
            <a:lvl1pPr>
              <a:defRPr b="0" i="0">
                <a:latin typeface="Oracle Sans" panose="020B0503020204020204" pitchFamily="34" charset="0"/>
              </a:defRPr>
            </a:lvl1pPr>
          </a:lstStyle>
          <a:p>
            <a:fld id="{CFF4B978-1D82-7745-80C5-DBABA6B131D3}" type="slidenum">
              <a:rPr lang="en-US" smtClean="0"/>
              <a:pPr/>
              <a:t>‹#›</a:t>
            </a:fld>
            <a:endParaRPr lang="en-US" dirty="0"/>
          </a:p>
        </p:txBody>
      </p:sp>
      <p:sp>
        <p:nvSpPr>
          <p:cNvPr id="5" name="Title 4">
            <a:extLst>
              <a:ext uri="{FF2B5EF4-FFF2-40B4-BE49-F238E27FC236}">
                <a16:creationId xmlns:a16="http://schemas.microsoft.com/office/drawing/2014/main" id="{66BA8F9D-F310-566C-DBFF-4F2A705B72A1}"/>
              </a:ext>
            </a:extLst>
          </p:cNvPr>
          <p:cNvSpPr>
            <a:spLocks noGrp="1"/>
          </p:cNvSpPr>
          <p:nvPr>
            <p:ph type="title" hasCustomPrompt="1"/>
          </p:nvPr>
        </p:nvSpPr>
        <p:spPr/>
        <p:txBody>
          <a:bodyPr/>
          <a:lstStyle>
            <a:lvl1pPr>
              <a:defRPr b="0" i="0">
                <a:latin typeface="Oracle Sans" panose="020B0503020204020204" pitchFamily="34" charset="0"/>
              </a:defRPr>
            </a:lvl1pPr>
          </a:lstStyle>
          <a:p>
            <a:r>
              <a:rPr lang="en-US" dirty="0"/>
              <a:t>Click to edit Title</a:t>
            </a:r>
          </a:p>
        </p:txBody>
      </p:sp>
      <p:sp>
        <p:nvSpPr>
          <p:cNvPr id="10" name="Text Placeholder 9">
            <a:extLst>
              <a:ext uri="{FF2B5EF4-FFF2-40B4-BE49-F238E27FC236}">
                <a16:creationId xmlns:a16="http://schemas.microsoft.com/office/drawing/2014/main" id="{02404138-CDBE-F299-ADF4-698DA0279F05}"/>
              </a:ext>
            </a:extLst>
          </p:cNvPr>
          <p:cNvSpPr>
            <a:spLocks noGrp="1"/>
          </p:cNvSpPr>
          <p:nvPr>
            <p:ph type="body" sz="quarter" idx="13" hasCustomPrompt="1"/>
          </p:nvPr>
        </p:nvSpPr>
        <p:spPr>
          <a:xfrm>
            <a:off x="4654296" y="1033272"/>
            <a:ext cx="3881095" cy="291465"/>
          </a:xfrm>
        </p:spPr>
        <p:txBody>
          <a:bodyPr vert="horz" lIns="91440" tIns="45720" rIns="91440" bIns="45720" rtlCol="0" anchor="t" anchorCtr="0">
            <a:noAutofit/>
          </a:bodyPr>
          <a:lstStyle>
            <a:lvl1pPr>
              <a:defRPr lang="en-US" sz="1200" b="0" i="0" cap="none" spc="0" baseline="0" dirty="0">
                <a:latin typeface="Oracle Sans" panose="020B0503020204020204" pitchFamily="34" charset="0"/>
                <a:cs typeface="Oracle Sans" panose="020B0503020204020204" pitchFamily="34" charset="0"/>
              </a:defRPr>
            </a:lvl1pPr>
          </a:lstStyle>
          <a:p>
            <a:pPr lvl="0">
              <a:lnSpc>
                <a:spcPct val="100000"/>
              </a:lnSpc>
              <a:spcBef>
                <a:spcPts val="0"/>
              </a:spcBef>
            </a:pPr>
            <a:r>
              <a:rPr lang="en-US" dirty="0"/>
              <a:t>Subtitle goes here</a:t>
            </a:r>
          </a:p>
        </p:txBody>
      </p:sp>
      <p:pic>
        <p:nvPicPr>
          <p:cNvPr id="6" name="Graphic 5">
            <a:extLst>
              <a:ext uri="{FF2B5EF4-FFF2-40B4-BE49-F238E27FC236}">
                <a16:creationId xmlns:a16="http://schemas.microsoft.com/office/drawing/2014/main" id="{632C208D-04CD-E12D-F4E2-A06BA99CAD7B}"/>
              </a:ext>
            </a:extLst>
          </p:cNvPr>
          <p:cNvPicPr>
            <a:picLocks noChangeAspect="1"/>
          </p:cNvPicPr>
          <p:nvPr userDrawn="1"/>
        </p:nvPicPr>
        <p:blipFill>
          <a:blip r:embed="rId2" cstate="hq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0" y="0"/>
            <a:ext cx="126873" cy="5143500"/>
          </a:xfrm>
          <a:prstGeom prst="rect">
            <a:avLst/>
          </a:prstGeom>
        </p:spPr>
      </p:pic>
    </p:spTree>
    <p:extLst>
      <p:ext uri="{BB962C8B-B14F-4D97-AF65-F5344CB8AC3E}">
        <p14:creationId xmlns:p14="http://schemas.microsoft.com/office/powerpoint/2010/main" val="3928180651"/>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Dark - Title_Pilla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4" name="Oracle Logo" descr="Oracle Logo">
            <a:extLst>
              <a:ext uri="{FF2B5EF4-FFF2-40B4-BE49-F238E27FC236}">
                <a16:creationId xmlns:a16="http://schemas.microsoft.com/office/drawing/2014/main" id="{90869BEA-7CC8-4176-A565-8203484F77D7}"/>
              </a:ext>
            </a:extLst>
          </p:cNvPr>
          <p:cNvPicPr>
            <a:picLocks noChangeAspect="1"/>
          </p:cNvPicPr>
          <p:nvPr userDrawn="1"/>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bwMode="invGray">
          <a:xfrm>
            <a:off x="708712" y="849277"/>
            <a:ext cx="1143670" cy="240029"/>
          </a:xfrm>
          <a:prstGeom prst="rect">
            <a:avLst/>
          </a:prstGeom>
        </p:spPr>
      </p:pic>
      <p:sp>
        <p:nvSpPr>
          <p:cNvPr id="24" name="Title">
            <a:extLst>
              <a:ext uri="{FF2B5EF4-FFF2-40B4-BE49-F238E27FC236}">
                <a16:creationId xmlns:a16="http://schemas.microsoft.com/office/drawing/2014/main" id="{461BB5F1-8825-7944-96EB-8445317513F5}"/>
              </a:ext>
            </a:extLst>
          </p:cNvPr>
          <p:cNvSpPr>
            <a:spLocks noGrp="1"/>
          </p:cNvSpPr>
          <p:nvPr>
            <p:ph type="ctrTitle" hasCustomPrompt="1"/>
          </p:nvPr>
        </p:nvSpPr>
        <p:spPr>
          <a:xfrm>
            <a:off x="763523" y="1611630"/>
            <a:ext cx="5349240" cy="960120"/>
          </a:xfrm>
          <a:noFill/>
        </p:spPr>
        <p:txBody>
          <a:bodyPr vert="horz" wrap="square" lIns="0" tIns="0" rIns="0" bIns="91440" rtlCol="0" anchor="b">
            <a:noAutofit/>
          </a:bodyPr>
          <a:lstStyle>
            <a:lvl1pPr>
              <a:defRPr lang="en-US" sz="3000" b="1" dirty="0">
                <a:latin typeface="+mn-lt"/>
              </a:defRPr>
            </a:lvl1pPr>
          </a:lstStyle>
          <a:p>
            <a:pPr lvl="0">
              <a:lnSpc>
                <a:spcPct val="100000"/>
              </a:lnSpc>
            </a:pPr>
            <a:r>
              <a:rPr lang="en-US" dirty="0"/>
              <a:t>Title (up to two lines) </a:t>
            </a:r>
            <a:br>
              <a:rPr lang="en-US" dirty="0"/>
            </a:br>
            <a:r>
              <a:rPr lang="en-US" dirty="0"/>
              <a:t>Oracle Sans Tab Bold</a:t>
            </a:r>
          </a:p>
        </p:txBody>
      </p:sp>
      <p:sp>
        <p:nvSpPr>
          <p:cNvPr id="25" name="Subhead">
            <a:extLst>
              <a:ext uri="{FF2B5EF4-FFF2-40B4-BE49-F238E27FC236}">
                <a16:creationId xmlns:a16="http://schemas.microsoft.com/office/drawing/2014/main" id="{DE85AE1C-733D-7244-A6DA-C3ADBC76ED0C}"/>
              </a:ext>
            </a:extLst>
          </p:cNvPr>
          <p:cNvSpPr>
            <a:spLocks noGrp="1"/>
          </p:cNvSpPr>
          <p:nvPr>
            <p:ph type="body" sz="quarter" idx="33" hasCustomPrompt="1"/>
          </p:nvPr>
        </p:nvSpPr>
        <p:spPr>
          <a:xfrm>
            <a:off x="763523" y="2639665"/>
            <a:ext cx="5349240" cy="255935"/>
          </a:xfrm>
          <a:prstGeom prst="rect">
            <a:avLst/>
          </a:prstGeom>
          <a:noFill/>
        </p:spPr>
        <p:txBody>
          <a:bodyPr>
            <a:noAutofit/>
          </a:bodyPr>
          <a:lstStyle>
            <a:lvl1pPr marL="0" marR="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sz="1800" b="0">
                <a:solidFill>
                  <a:schemeClr val="tx1"/>
                </a:solidFill>
              </a:defRPr>
            </a:lvl1pPr>
          </a:lstStyle>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en-US" dirty="0"/>
              <a:t>Subhead goes here on one line.</a:t>
            </a:r>
          </a:p>
        </p:txBody>
      </p:sp>
      <p:sp>
        <p:nvSpPr>
          <p:cNvPr id="11" name="Text Field">
            <a:extLst>
              <a:ext uri="{FF2B5EF4-FFF2-40B4-BE49-F238E27FC236}">
                <a16:creationId xmlns:a16="http://schemas.microsoft.com/office/drawing/2014/main" id="{5096A149-B6C9-A04E-A2B0-54CCFAA42526}"/>
              </a:ext>
            </a:extLst>
          </p:cNvPr>
          <p:cNvSpPr>
            <a:spLocks noGrp="1"/>
          </p:cNvSpPr>
          <p:nvPr>
            <p:ph type="body" sz="quarter" idx="35" hasCustomPrompt="1"/>
          </p:nvPr>
        </p:nvSpPr>
        <p:spPr>
          <a:xfrm>
            <a:off x="763522" y="3408427"/>
            <a:ext cx="3808478" cy="199718"/>
          </a:xfrm>
          <a:prstGeom prst="rect">
            <a:avLst/>
          </a:prstGeom>
          <a:noFill/>
        </p:spPr>
        <p:txBody>
          <a:bodyPr>
            <a:noAutofit/>
          </a:bodyPr>
          <a:lstStyle>
            <a:lvl1pPr>
              <a:defRPr b="1"/>
            </a:lvl1pPr>
          </a:lstStyle>
          <a:p>
            <a:pPr lvl="0"/>
            <a:r>
              <a:rPr lang="en-US" dirty="0"/>
              <a:t>Name</a:t>
            </a:r>
          </a:p>
        </p:txBody>
      </p:sp>
      <p:sp>
        <p:nvSpPr>
          <p:cNvPr id="10" name="Text Field 2">
            <a:extLst>
              <a:ext uri="{FF2B5EF4-FFF2-40B4-BE49-F238E27FC236}">
                <a16:creationId xmlns:a16="http://schemas.microsoft.com/office/drawing/2014/main" id="{A57492F9-1AD2-9346-9BB6-C0CF36DEF5ED}"/>
              </a:ext>
            </a:extLst>
          </p:cNvPr>
          <p:cNvSpPr>
            <a:spLocks noGrp="1"/>
          </p:cNvSpPr>
          <p:nvPr>
            <p:ph type="body" sz="quarter" idx="34" hasCustomPrompt="1"/>
          </p:nvPr>
        </p:nvSpPr>
        <p:spPr>
          <a:xfrm>
            <a:off x="763522" y="3662172"/>
            <a:ext cx="3808478" cy="671386"/>
          </a:xfrm>
          <a:prstGeom prst="rect">
            <a:avLst/>
          </a:prstGeom>
          <a:noFill/>
        </p:spPr>
        <p:txBody>
          <a:bodyPr>
            <a:noAutofit/>
          </a:bodyPr>
          <a:lstStyle>
            <a:lvl1pPr>
              <a:defRPr/>
            </a:lvl1pPr>
          </a:lstStyle>
          <a:p>
            <a:pPr lvl="0"/>
            <a:r>
              <a:rPr lang="en-US" dirty="0"/>
              <a:t>Presenter’s Title</a:t>
            </a:r>
          </a:p>
          <a:p>
            <a:pPr lvl="0"/>
            <a:r>
              <a:rPr lang="en-US" dirty="0"/>
              <a:t>Organization, Division or Business Unit</a:t>
            </a:r>
          </a:p>
          <a:p>
            <a:pPr lvl="0"/>
            <a:r>
              <a:rPr lang="en-US" dirty="0"/>
              <a:t>Month 00, 2023</a:t>
            </a:r>
          </a:p>
        </p:txBody>
      </p:sp>
      <p:cxnSp>
        <p:nvCxnSpPr>
          <p:cNvPr id="2" name="Accent Mark">
            <a:extLst>
              <a:ext uri="{FF2B5EF4-FFF2-40B4-BE49-F238E27FC236}">
                <a16:creationId xmlns:a16="http://schemas.microsoft.com/office/drawing/2014/main" id="{B990A293-E268-7D7D-DA32-5F10CD31B620}"/>
              </a:ext>
              <a:ext uri="{C183D7F6-B498-43B3-948B-1728B52AA6E4}">
                <adec:decorative xmlns:adec="http://schemas.microsoft.com/office/drawing/2017/decorative" val="1"/>
              </a:ext>
            </a:extLst>
          </p:cNvPr>
          <p:cNvCxnSpPr>
            <a:cxnSpLocks/>
          </p:cNvCxnSpPr>
          <p:nvPr userDrawn="1"/>
        </p:nvCxnSpPr>
        <p:spPr>
          <a:xfrm flipH="1">
            <a:off x="767453" y="3140964"/>
            <a:ext cx="281178" cy="0"/>
          </a:xfrm>
          <a:prstGeom prst="line">
            <a:avLst/>
          </a:prstGeom>
          <a:ln w="38100" cap="flat">
            <a:solidFill>
              <a:srgbClr val="F0CC71"/>
            </a:solidFill>
            <a:prstDash val="solid"/>
          </a:ln>
        </p:spPr>
        <p:style>
          <a:lnRef idx="1">
            <a:schemeClr val="accent1"/>
          </a:lnRef>
          <a:fillRef idx="0">
            <a:schemeClr val="accent1"/>
          </a:fillRef>
          <a:effectRef idx="0">
            <a:schemeClr val="accent1"/>
          </a:effectRef>
          <a:fontRef idx="minor">
            <a:schemeClr val="tx1"/>
          </a:fontRef>
        </p:style>
      </p:cxnSp>
      <p:sp>
        <p:nvSpPr>
          <p:cNvPr id="3" name="Date Placeholder 2">
            <a:extLst>
              <a:ext uri="{FF2B5EF4-FFF2-40B4-BE49-F238E27FC236}">
                <a16:creationId xmlns:a16="http://schemas.microsoft.com/office/drawing/2014/main" id="{74E28F03-7252-6A6A-9D9A-7C142FCA4155}"/>
              </a:ext>
            </a:extLst>
          </p:cNvPr>
          <p:cNvSpPr>
            <a:spLocks noGrp="1"/>
          </p:cNvSpPr>
          <p:nvPr>
            <p:ph type="dt" sz="half" idx="10"/>
          </p:nvPr>
        </p:nvSpPr>
        <p:spPr>
          <a:xfrm>
            <a:off x="5154854" y="5247796"/>
            <a:ext cx="2057400" cy="272625"/>
          </a:xfrm>
        </p:spPr>
        <p:txBody>
          <a:bodyPr/>
          <a:lstStyle>
            <a:lvl1pPr>
              <a:defRPr>
                <a:noFill/>
              </a:defRPr>
            </a:lvl1pPr>
          </a:lstStyle>
          <a:p>
            <a:r>
              <a:rPr lang="en-US"/>
              <a:t>[Date]</a:t>
            </a:r>
            <a:endParaRPr lang="en-US" dirty="0"/>
          </a:p>
        </p:txBody>
      </p:sp>
      <p:sp>
        <p:nvSpPr>
          <p:cNvPr id="4" name="Footer Placeholder 3">
            <a:extLst>
              <a:ext uri="{FF2B5EF4-FFF2-40B4-BE49-F238E27FC236}">
                <a16:creationId xmlns:a16="http://schemas.microsoft.com/office/drawing/2014/main" id="{1FCEBD7F-FD1F-90FE-07B1-7E1D2FCAED23}"/>
              </a:ext>
            </a:extLst>
          </p:cNvPr>
          <p:cNvSpPr>
            <a:spLocks noGrp="1"/>
          </p:cNvSpPr>
          <p:nvPr>
            <p:ph type="ftr" sz="quarter" idx="36"/>
          </p:nvPr>
        </p:nvSpPr>
        <p:spPr>
          <a:xfrm>
            <a:off x="845820" y="5246577"/>
            <a:ext cx="4309034" cy="273844"/>
          </a:xfrm>
        </p:spPr>
        <p:txBody>
          <a:bodyPr/>
          <a:lstStyle>
            <a:lvl1pPr>
              <a:defRPr>
                <a:noFill/>
              </a:defRPr>
            </a:lvl1pPr>
          </a:lstStyle>
          <a:p>
            <a:r>
              <a:rPr lang="en-US"/>
              <a:t>Copyright © 2025, Oracle and/or its affiliates |  Confidential: Internal/Restricted/Highly Restricted</a:t>
            </a:r>
            <a:endParaRPr lang="en-US" dirty="0"/>
          </a:p>
        </p:txBody>
      </p:sp>
      <p:sp>
        <p:nvSpPr>
          <p:cNvPr id="5" name="Slide Number Placeholder 4">
            <a:extLst>
              <a:ext uri="{FF2B5EF4-FFF2-40B4-BE49-F238E27FC236}">
                <a16:creationId xmlns:a16="http://schemas.microsoft.com/office/drawing/2014/main" id="{6A4B61EA-E671-B046-E16F-7C37520755BE}"/>
              </a:ext>
            </a:extLst>
          </p:cNvPr>
          <p:cNvSpPr>
            <a:spLocks noGrp="1"/>
          </p:cNvSpPr>
          <p:nvPr>
            <p:ph type="sldNum" sz="quarter" idx="12"/>
          </p:nvPr>
        </p:nvSpPr>
        <p:spPr>
          <a:xfrm>
            <a:off x="571500" y="5246338"/>
            <a:ext cx="274320" cy="274320"/>
          </a:xfrm>
        </p:spPr>
        <p:txBody>
          <a:bodyPr/>
          <a:lstStyle>
            <a:lvl1pPr>
              <a:defRPr>
                <a:noFill/>
              </a:defRPr>
            </a:lvl1p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2838562413"/>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Light - Title_Pilla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2" name="Oracle Logo" descr="Oracle Logo">
            <a:extLst>
              <a:ext uri="{FF2B5EF4-FFF2-40B4-BE49-F238E27FC236}">
                <a16:creationId xmlns:a16="http://schemas.microsoft.com/office/drawing/2014/main" id="{37E7F181-1615-4A41-B1E8-B9FF5CDED018}"/>
              </a:ext>
              <a:ext uri="{C183D7F6-B498-43B3-948B-1728B52AA6E4}">
                <adec:decorative xmlns:adec="http://schemas.microsoft.com/office/drawing/2017/decorative" val="0"/>
              </a:ext>
            </a:extLst>
          </p:cNvPr>
          <p:cNvPicPr>
            <a:picLocks noChangeAspect="1"/>
          </p:cNvPicPr>
          <p:nvPr userDrawn="1"/>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708712" y="849276"/>
            <a:ext cx="1143670" cy="240030"/>
          </a:xfrm>
          <a:prstGeom prst="rect">
            <a:avLst/>
          </a:prstGeom>
        </p:spPr>
      </p:pic>
      <p:sp>
        <p:nvSpPr>
          <p:cNvPr id="24" name="Title">
            <a:extLst>
              <a:ext uri="{FF2B5EF4-FFF2-40B4-BE49-F238E27FC236}">
                <a16:creationId xmlns:a16="http://schemas.microsoft.com/office/drawing/2014/main" id="{461BB5F1-8825-7944-96EB-8445317513F5}"/>
              </a:ext>
            </a:extLst>
          </p:cNvPr>
          <p:cNvSpPr>
            <a:spLocks noGrp="1"/>
          </p:cNvSpPr>
          <p:nvPr>
            <p:ph type="ctrTitle" hasCustomPrompt="1"/>
          </p:nvPr>
        </p:nvSpPr>
        <p:spPr>
          <a:xfrm>
            <a:off x="763523" y="1611630"/>
            <a:ext cx="5349240" cy="960120"/>
          </a:xfrm>
          <a:noFill/>
        </p:spPr>
        <p:txBody>
          <a:bodyPr vert="horz" wrap="square" lIns="0" tIns="0" rIns="0" bIns="91440" rtlCol="0" anchor="b">
            <a:noAutofit/>
          </a:bodyPr>
          <a:lstStyle>
            <a:lvl1pPr>
              <a:defRPr lang="en-US" sz="3000" b="1" dirty="0">
                <a:latin typeface="+mn-lt"/>
              </a:defRPr>
            </a:lvl1pPr>
          </a:lstStyle>
          <a:p>
            <a:pPr lvl="0">
              <a:lnSpc>
                <a:spcPct val="100000"/>
              </a:lnSpc>
            </a:pPr>
            <a:r>
              <a:rPr lang="en-US" dirty="0"/>
              <a:t>Title (up to two lines) </a:t>
            </a:r>
            <a:br>
              <a:rPr lang="en-US" dirty="0"/>
            </a:br>
            <a:r>
              <a:rPr lang="en-US" dirty="0"/>
              <a:t>Oracle Sans Tab Bold</a:t>
            </a:r>
          </a:p>
        </p:txBody>
      </p:sp>
      <p:sp>
        <p:nvSpPr>
          <p:cNvPr id="25" name="Subhead">
            <a:extLst>
              <a:ext uri="{FF2B5EF4-FFF2-40B4-BE49-F238E27FC236}">
                <a16:creationId xmlns:a16="http://schemas.microsoft.com/office/drawing/2014/main" id="{DE85AE1C-733D-7244-A6DA-C3ADBC76ED0C}"/>
              </a:ext>
            </a:extLst>
          </p:cNvPr>
          <p:cNvSpPr>
            <a:spLocks noGrp="1"/>
          </p:cNvSpPr>
          <p:nvPr>
            <p:ph type="body" sz="quarter" idx="33" hasCustomPrompt="1"/>
          </p:nvPr>
        </p:nvSpPr>
        <p:spPr>
          <a:xfrm>
            <a:off x="763523" y="2639665"/>
            <a:ext cx="5349240" cy="255935"/>
          </a:xfrm>
          <a:prstGeom prst="rect">
            <a:avLst/>
          </a:prstGeom>
          <a:noFill/>
        </p:spPr>
        <p:txBody>
          <a:bodyPr>
            <a:noAutofit/>
          </a:bodyPr>
          <a:lstStyle>
            <a:lvl1pPr marL="0" marR="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sz="1800" b="0">
                <a:solidFill>
                  <a:schemeClr val="tx1"/>
                </a:solidFill>
              </a:defRPr>
            </a:lvl1pPr>
          </a:lstStyle>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en-US" dirty="0"/>
              <a:t>Subhead goes here on one line.</a:t>
            </a:r>
          </a:p>
        </p:txBody>
      </p:sp>
      <p:sp>
        <p:nvSpPr>
          <p:cNvPr id="11" name="Text Field">
            <a:extLst>
              <a:ext uri="{FF2B5EF4-FFF2-40B4-BE49-F238E27FC236}">
                <a16:creationId xmlns:a16="http://schemas.microsoft.com/office/drawing/2014/main" id="{5096A149-B6C9-A04E-A2B0-54CCFAA42526}"/>
              </a:ext>
            </a:extLst>
          </p:cNvPr>
          <p:cNvSpPr>
            <a:spLocks noGrp="1"/>
          </p:cNvSpPr>
          <p:nvPr>
            <p:ph type="body" sz="quarter" idx="35" hasCustomPrompt="1"/>
          </p:nvPr>
        </p:nvSpPr>
        <p:spPr>
          <a:xfrm>
            <a:off x="763522" y="3408427"/>
            <a:ext cx="3808478" cy="199718"/>
          </a:xfrm>
          <a:prstGeom prst="rect">
            <a:avLst/>
          </a:prstGeom>
          <a:noFill/>
        </p:spPr>
        <p:txBody>
          <a:bodyPr>
            <a:noAutofit/>
          </a:bodyPr>
          <a:lstStyle>
            <a:lvl1pPr>
              <a:defRPr b="1"/>
            </a:lvl1pPr>
          </a:lstStyle>
          <a:p>
            <a:pPr lvl="0"/>
            <a:r>
              <a:rPr lang="en-US" dirty="0"/>
              <a:t>Name</a:t>
            </a:r>
          </a:p>
        </p:txBody>
      </p:sp>
      <p:sp>
        <p:nvSpPr>
          <p:cNvPr id="10" name="Text Field 2">
            <a:extLst>
              <a:ext uri="{FF2B5EF4-FFF2-40B4-BE49-F238E27FC236}">
                <a16:creationId xmlns:a16="http://schemas.microsoft.com/office/drawing/2014/main" id="{A57492F9-1AD2-9346-9BB6-C0CF36DEF5ED}"/>
              </a:ext>
            </a:extLst>
          </p:cNvPr>
          <p:cNvSpPr>
            <a:spLocks noGrp="1"/>
          </p:cNvSpPr>
          <p:nvPr>
            <p:ph type="body" sz="quarter" idx="34" hasCustomPrompt="1"/>
          </p:nvPr>
        </p:nvSpPr>
        <p:spPr>
          <a:xfrm>
            <a:off x="763522" y="3662172"/>
            <a:ext cx="3808478" cy="671386"/>
          </a:xfrm>
          <a:prstGeom prst="rect">
            <a:avLst/>
          </a:prstGeom>
          <a:noFill/>
        </p:spPr>
        <p:txBody>
          <a:bodyPr>
            <a:noAutofit/>
          </a:bodyPr>
          <a:lstStyle>
            <a:lvl1pPr>
              <a:defRPr/>
            </a:lvl1pPr>
          </a:lstStyle>
          <a:p>
            <a:pPr lvl="0"/>
            <a:r>
              <a:rPr lang="en-US" dirty="0"/>
              <a:t>Presenter’s Title</a:t>
            </a:r>
          </a:p>
          <a:p>
            <a:pPr lvl="0"/>
            <a:r>
              <a:rPr lang="en-US" dirty="0"/>
              <a:t>Organization, Division or Business Unit</a:t>
            </a:r>
          </a:p>
          <a:p>
            <a:pPr lvl="0"/>
            <a:r>
              <a:rPr lang="en-US" dirty="0"/>
              <a:t>Month 00, 2023</a:t>
            </a:r>
          </a:p>
        </p:txBody>
      </p:sp>
      <p:cxnSp>
        <p:nvCxnSpPr>
          <p:cNvPr id="2" name="Accent Mark">
            <a:extLst>
              <a:ext uri="{FF2B5EF4-FFF2-40B4-BE49-F238E27FC236}">
                <a16:creationId xmlns:a16="http://schemas.microsoft.com/office/drawing/2014/main" id="{1B83E8D3-A676-A79D-8C1E-56CFC44113F7}"/>
              </a:ext>
              <a:ext uri="{C183D7F6-B498-43B3-948B-1728B52AA6E4}">
                <adec:decorative xmlns:adec="http://schemas.microsoft.com/office/drawing/2017/decorative" val="1"/>
              </a:ext>
            </a:extLst>
          </p:cNvPr>
          <p:cNvCxnSpPr>
            <a:cxnSpLocks/>
          </p:cNvCxnSpPr>
          <p:nvPr userDrawn="1"/>
        </p:nvCxnSpPr>
        <p:spPr>
          <a:xfrm flipH="1">
            <a:off x="767453" y="3140964"/>
            <a:ext cx="281178" cy="0"/>
          </a:xfrm>
          <a:prstGeom prst="line">
            <a:avLst/>
          </a:prstGeom>
          <a:ln w="38100" cap="flat">
            <a:solidFill>
              <a:srgbClr val="C74634"/>
            </a:solidFill>
            <a:prstDash val="solid"/>
          </a:ln>
        </p:spPr>
        <p:style>
          <a:lnRef idx="1">
            <a:schemeClr val="accent1"/>
          </a:lnRef>
          <a:fillRef idx="0">
            <a:schemeClr val="accent1"/>
          </a:fillRef>
          <a:effectRef idx="0">
            <a:schemeClr val="accent1"/>
          </a:effectRef>
          <a:fontRef idx="minor">
            <a:schemeClr val="tx1"/>
          </a:fontRef>
        </p:style>
      </p:cxnSp>
      <p:sp>
        <p:nvSpPr>
          <p:cNvPr id="3" name="Date Placeholder 2">
            <a:extLst>
              <a:ext uri="{FF2B5EF4-FFF2-40B4-BE49-F238E27FC236}">
                <a16:creationId xmlns:a16="http://schemas.microsoft.com/office/drawing/2014/main" id="{DE9F17F9-481A-5855-B8F0-D871C1F817BF}"/>
              </a:ext>
            </a:extLst>
          </p:cNvPr>
          <p:cNvSpPr>
            <a:spLocks noGrp="1"/>
          </p:cNvSpPr>
          <p:nvPr>
            <p:ph type="dt" sz="half" idx="10"/>
          </p:nvPr>
        </p:nvSpPr>
        <p:spPr>
          <a:xfrm>
            <a:off x="5154854" y="5247796"/>
            <a:ext cx="2057400" cy="272625"/>
          </a:xfrm>
        </p:spPr>
        <p:txBody>
          <a:bodyPr/>
          <a:lstStyle>
            <a:lvl1pPr>
              <a:defRPr>
                <a:noFill/>
              </a:defRPr>
            </a:lvl1pPr>
          </a:lstStyle>
          <a:p>
            <a:r>
              <a:rPr lang="en-US"/>
              <a:t>[Date]</a:t>
            </a:r>
            <a:endParaRPr lang="en-US" dirty="0"/>
          </a:p>
        </p:txBody>
      </p:sp>
      <p:sp>
        <p:nvSpPr>
          <p:cNvPr id="4" name="Footer Placeholder 3">
            <a:extLst>
              <a:ext uri="{FF2B5EF4-FFF2-40B4-BE49-F238E27FC236}">
                <a16:creationId xmlns:a16="http://schemas.microsoft.com/office/drawing/2014/main" id="{47EAEE68-C65E-C8C2-44CB-1ECCD753ADAB}"/>
              </a:ext>
            </a:extLst>
          </p:cNvPr>
          <p:cNvSpPr>
            <a:spLocks noGrp="1"/>
          </p:cNvSpPr>
          <p:nvPr>
            <p:ph type="ftr" sz="quarter" idx="36"/>
          </p:nvPr>
        </p:nvSpPr>
        <p:spPr>
          <a:xfrm>
            <a:off x="845820" y="5246577"/>
            <a:ext cx="4309034" cy="273844"/>
          </a:xfrm>
        </p:spPr>
        <p:txBody>
          <a:bodyPr/>
          <a:lstStyle>
            <a:lvl1pPr>
              <a:defRPr>
                <a:noFill/>
              </a:defRPr>
            </a:lvl1pPr>
          </a:lstStyle>
          <a:p>
            <a:r>
              <a:rPr lang="en-US"/>
              <a:t>Copyright © 2025, Oracle and/or its affiliates |  Confidential: Internal/Restricted/Highly Restricted</a:t>
            </a:r>
            <a:endParaRPr lang="en-US" dirty="0"/>
          </a:p>
        </p:txBody>
      </p:sp>
      <p:sp>
        <p:nvSpPr>
          <p:cNvPr id="5" name="Slide Number Placeholder 4">
            <a:extLst>
              <a:ext uri="{FF2B5EF4-FFF2-40B4-BE49-F238E27FC236}">
                <a16:creationId xmlns:a16="http://schemas.microsoft.com/office/drawing/2014/main" id="{37A2158C-16EA-51FD-AADB-5CCD72645F29}"/>
              </a:ext>
            </a:extLst>
          </p:cNvPr>
          <p:cNvSpPr>
            <a:spLocks noGrp="1"/>
          </p:cNvSpPr>
          <p:nvPr>
            <p:ph type="sldNum" sz="quarter" idx="12"/>
          </p:nvPr>
        </p:nvSpPr>
        <p:spPr>
          <a:xfrm>
            <a:off x="571500" y="5246338"/>
            <a:ext cx="274320" cy="274320"/>
          </a:xfrm>
        </p:spPr>
        <p:txBody>
          <a:bodyPr/>
          <a:lstStyle>
            <a:lvl1pPr>
              <a:defRPr>
                <a:noFill/>
              </a:defRPr>
            </a:lvl1p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2562237998"/>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Light - Quote with Data Texture Background">
    <p:bg>
      <p:bgRef idx="1001">
        <a:schemeClr val="bg2"/>
      </p:bgRef>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248CF9E-C656-E0DD-7F7A-7F093FEA609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14" name="Title">
            <a:extLst>
              <a:ext uri="{FF2B5EF4-FFF2-40B4-BE49-F238E27FC236}">
                <a16:creationId xmlns:a16="http://schemas.microsoft.com/office/drawing/2014/main" id="{2B525FB2-1105-4B12-B35F-60F4BFB07A2F}"/>
              </a:ext>
            </a:extLst>
          </p:cNvPr>
          <p:cNvSpPr>
            <a:spLocks noGrp="1"/>
          </p:cNvSpPr>
          <p:nvPr>
            <p:ph type="title" hasCustomPrompt="1"/>
          </p:nvPr>
        </p:nvSpPr>
        <p:spPr>
          <a:xfrm>
            <a:off x="439445" y="1371601"/>
            <a:ext cx="6174112" cy="1519835"/>
          </a:xfrm>
          <a:noFill/>
        </p:spPr>
        <p:txBody>
          <a:bodyPr vert="horz" wrap="square" lIns="0" tIns="0" rIns="0" bIns="0" rtlCol="0" anchor="b" anchorCtr="0">
            <a:noAutofit/>
          </a:bodyPr>
          <a:lstStyle>
            <a:lvl1pPr marL="138113" indent="-138113">
              <a:lnSpc>
                <a:spcPct val="100000"/>
              </a:lnSpc>
              <a:tabLst/>
              <a:defRPr lang="en-US" sz="2400" b="0" i="0">
                <a:latin typeface="+mj-lt"/>
                <a:cs typeface="Oracle Sans Tab" panose="020B0503020204020204" pitchFamily="34" charset="0"/>
              </a:defRPr>
            </a:lvl1pPr>
          </a:lstStyle>
          <a:p>
            <a:pPr lvl="0"/>
            <a:r>
              <a:rPr lang="en-US" dirty="0"/>
              <a:t>“Click to type customer or</a:t>
            </a:r>
            <a:br>
              <a:rPr lang="en-US" dirty="0"/>
            </a:br>
            <a:r>
              <a:rPr lang="en-US" dirty="0"/>
              <a:t>partner quote surrounded</a:t>
            </a:r>
            <a:br>
              <a:rPr lang="en-US" dirty="0"/>
            </a:br>
            <a:r>
              <a:rPr lang="en-US" dirty="0"/>
              <a:t>by quotation marks.”</a:t>
            </a:r>
          </a:p>
        </p:txBody>
      </p:sp>
      <p:sp>
        <p:nvSpPr>
          <p:cNvPr id="13" name="Text Field">
            <a:extLst>
              <a:ext uri="{FF2B5EF4-FFF2-40B4-BE49-F238E27FC236}">
                <a16:creationId xmlns:a16="http://schemas.microsoft.com/office/drawing/2014/main" id="{B09058E5-A74E-C340-89D0-4D15C2F3B8D0}"/>
              </a:ext>
            </a:extLst>
          </p:cNvPr>
          <p:cNvSpPr>
            <a:spLocks noGrp="1"/>
          </p:cNvSpPr>
          <p:nvPr>
            <p:ph type="body" sz="quarter" idx="37" hasCustomPrompt="1"/>
          </p:nvPr>
        </p:nvSpPr>
        <p:spPr>
          <a:xfrm>
            <a:off x="571500" y="3405187"/>
            <a:ext cx="4000499" cy="199718"/>
          </a:xfrm>
          <a:prstGeom prst="rect">
            <a:avLst/>
          </a:prstGeom>
        </p:spPr>
        <p:txBody>
          <a:bodyPr>
            <a:noAutofit/>
          </a:bodyPr>
          <a:lstStyle>
            <a:lvl1pPr>
              <a:defRPr b="1"/>
            </a:lvl1pPr>
          </a:lstStyle>
          <a:p>
            <a:pPr lvl="0"/>
            <a:r>
              <a:rPr lang="en-US" dirty="0"/>
              <a:t>Name of person quoted</a:t>
            </a:r>
          </a:p>
        </p:txBody>
      </p:sp>
      <p:sp>
        <p:nvSpPr>
          <p:cNvPr id="12" name="Text Field 2">
            <a:extLst>
              <a:ext uri="{FF2B5EF4-FFF2-40B4-BE49-F238E27FC236}">
                <a16:creationId xmlns:a16="http://schemas.microsoft.com/office/drawing/2014/main" id="{36C31D35-A48A-6B46-A3DB-FDB99CCA72F4}"/>
              </a:ext>
            </a:extLst>
          </p:cNvPr>
          <p:cNvSpPr>
            <a:spLocks noGrp="1"/>
          </p:cNvSpPr>
          <p:nvPr>
            <p:ph type="body" sz="quarter" idx="36" hasCustomPrompt="1"/>
          </p:nvPr>
        </p:nvSpPr>
        <p:spPr>
          <a:xfrm>
            <a:off x="571500" y="3658382"/>
            <a:ext cx="4000499" cy="671386"/>
          </a:xfrm>
          <a:prstGeom prst="rect">
            <a:avLst/>
          </a:prstGeom>
        </p:spPr>
        <p:txBody>
          <a:bodyPr>
            <a:noAutofit/>
          </a:bodyPr>
          <a:lstStyle>
            <a:lvl1pPr>
              <a:defRPr/>
            </a:lvl1pPr>
          </a:lstStyle>
          <a:p>
            <a:pPr lvl="0"/>
            <a:r>
              <a:rPr lang="en-US" dirty="0"/>
              <a:t>Additional information if needed</a:t>
            </a:r>
          </a:p>
        </p:txBody>
      </p:sp>
      <p:sp>
        <p:nvSpPr>
          <p:cNvPr id="3" name="Content Placeholder 2">
            <a:extLst>
              <a:ext uri="{FF2B5EF4-FFF2-40B4-BE49-F238E27FC236}">
                <a16:creationId xmlns:a16="http://schemas.microsoft.com/office/drawing/2014/main" id="{37E74DE0-55D3-42EA-9474-DC8A5193EF88}"/>
              </a:ext>
            </a:extLst>
          </p:cNvPr>
          <p:cNvSpPr>
            <a:spLocks noGrp="1" noChangeAspect="1"/>
          </p:cNvSpPr>
          <p:nvPr>
            <p:ph sz="quarter" idx="45" hasCustomPrompt="1"/>
          </p:nvPr>
        </p:nvSpPr>
        <p:spPr>
          <a:xfrm>
            <a:off x="576072" y="847243"/>
            <a:ext cx="1835688" cy="505307"/>
          </a:xfrm>
        </p:spPr>
        <p:txBody>
          <a:bodyPr/>
          <a:lstStyle>
            <a:lvl5pPr marL="548640" indent="0">
              <a:buNone/>
              <a:defRPr/>
            </a:lvl5pPr>
          </a:lstStyle>
          <a:p>
            <a:pPr lvl="0"/>
            <a:r>
              <a:rPr lang="en-US" dirty="0"/>
              <a:t>Click to add logo</a:t>
            </a:r>
          </a:p>
        </p:txBody>
      </p:sp>
      <p:cxnSp>
        <p:nvCxnSpPr>
          <p:cNvPr id="2" name="Accent Mark">
            <a:extLst>
              <a:ext uri="{FF2B5EF4-FFF2-40B4-BE49-F238E27FC236}">
                <a16:creationId xmlns:a16="http://schemas.microsoft.com/office/drawing/2014/main" id="{F4D94408-7A15-B824-08A0-1ED86DE490ED}"/>
              </a:ext>
              <a:ext uri="{C183D7F6-B498-43B3-948B-1728B52AA6E4}">
                <adec:decorative xmlns:adec="http://schemas.microsoft.com/office/drawing/2017/decorative" val="1"/>
              </a:ext>
            </a:extLst>
          </p:cNvPr>
          <p:cNvCxnSpPr>
            <a:cxnSpLocks/>
          </p:cNvCxnSpPr>
          <p:nvPr userDrawn="1"/>
        </p:nvCxnSpPr>
        <p:spPr>
          <a:xfrm flipH="1" flipV="1">
            <a:off x="576656" y="3128721"/>
            <a:ext cx="216000" cy="0"/>
          </a:xfrm>
          <a:prstGeom prst="line">
            <a:avLst/>
          </a:prstGeom>
          <a:ln w="47625" cap="flat">
            <a:solidFill>
              <a:srgbClr val="C74634"/>
            </a:solidFill>
            <a:prstDash val="solid"/>
          </a:ln>
        </p:spPr>
        <p:style>
          <a:lnRef idx="1">
            <a:schemeClr val="accent1"/>
          </a:lnRef>
          <a:fillRef idx="0">
            <a:schemeClr val="accent1"/>
          </a:fillRef>
          <a:effectRef idx="0">
            <a:schemeClr val="accent1"/>
          </a:effectRef>
          <a:fontRef idx="minor">
            <a:schemeClr val="tx1"/>
          </a:fontRef>
        </p:style>
      </p:cxnSp>
      <p:sp>
        <p:nvSpPr>
          <p:cNvPr id="9" name="Slide Number Placeholder 8">
            <a:extLst>
              <a:ext uri="{FF2B5EF4-FFF2-40B4-BE49-F238E27FC236}">
                <a16:creationId xmlns:a16="http://schemas.microsoft.com/office/drawing/2014/main" id="{0F5130C2-E640-4887-BCA9-090F40084C88}"/>
              </a:ext>
            </a:extLst>
          </p:cNvPr>
          <p:cNvSpPr>
            <a:spLocks noGrp="1"/>
          </p:cNvSpPr>
          <p:nvPr>
            <p:ph type="sldNum" sz="quarter" idx="44"/>
          </p:nvPr>
        </p:nvSpPr>
        <p:spPr/>
        <p:txBody>
          <a:bodyPr/>
          <a:lstStyle/>
          <a:p>
            <a:fld id="{345D60D9-5372-5F40-9443-0F9AE5BDC3C8}" type="slidenum">
              <a:rPr lang="en-US" smtClean="0"/>
              <a:pPr/>
              <a:t>‹#›</a:t>
            </a:fld>
            <a:endParaRPr lang="en-US" dirty="0"/>
          </a:p>
        </p:txBody>
      </p:sp>
      <p:sp>
        <p:nvSpPr>
          <p:cNvPr id="8" name="Footer Placeholder 7">
            <a:extLst>
              <a:ext uri="{FF2B5EF4-FFF2-40B4-BE49-F238E27FC236}">
                <a16:creationId xmlns:a16="http://schemas.microsoft.com/office/drawing/2014/main" id="{144FDBCE-E35C-4859-AD9D-93665BD69FD5}"/>
              </a:ext>
            </a:extLst>
          </p:cNvPr>
          <p:cNvSpPr>
            <a:spLocks noGrp="1"/>
          </p:cNvSpPr>
          <p:nvPr>
            <p:ph type="ftr" sz="quarter" idx="43"/>
          </p:nvPr>
        </p:nvSpPr>
        <p:spPr/>
        <p:txBody>
          <a:bodyPr/>
          <a:lstStyle/>
          <a:p>
            <a:r>
              <a:rPr lang="en-US"/>
              <a:t>Copyright © 2025, Oracle and/or its affiliates |  Confidential: Internal/Restricted/Highly Restricted</a:t>
            </a:r>
            <a:endParaRPr lang="en-US" dirty="0"/>
          </a:p>
        </p:txBody>
      </p:sp>
      <p:sp>
        <p:nvSpPr>
          <p:cNvPr id="6" name="Date Placeholder 5">
            <a:extLst>
              <a:ext uri="{FF2B5EF4-FFF2-40B4-BE49-F238E27FC236}">
                <a16:creationId xmlns:a16="http://schemas.microsoft.com/office/drawing/2014/main" id="{F17ECA2C-4CF8-48ED-893A-2958F9909B90}"/>
              </a:ext>
            </a:extLst>
          </p:cNvPr>
          <p:cNvSpPr>
            <a:spLocks noGrp="1"/>
          </p:cNvSpPr>
          <p:nvPr>
            <p:ph type="dt" sz="half" idx="42"/>
          </p:nvPr>
        </p:nvSpPr>
        <p:spPr/>
        <p:txBody>
          <a:bodyPr/>
          <a:lstStyle/>
          <a:p>
            <a:r>
              <a:rPr lang="en-US"/>
              <a:t>[Date]</a:t>
            </a:r>
            <a:endParaRPr lang="en-US" dirty="0"/>
          </a:p>
        </p:txBody>
      </p:sp>
    </p:spTree>
    <p:extLst>
      <p:ext uri="{BB962C8B-B14F-4D97-AF65-F5344CB8AC3E}">
        <p14:creationId xmlns:p14="http://schemas.microsoft.com/office/powerpoint/2010/main" val="973054730"/>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Dark - Quote with Data Texture Background">
    <p:bg>
      <p:bgRef idx="1001">
        <a:schemeClr val="bg2"/>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C1501C0-CAD4-FC1C-49B0-324620DAB0C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14" name="Title">
            <a:extLst>
              <a:ext uri="{FF2B5EF4-FFF2-40B4-BE49-F238E27FC236}">
                <a16:creationId xmlns:a16="http://schemas.microsoft.com/office/drawing/2014/main" id="{2B525FB2-1105-4B12-B35F-60F4BFB07A2F}"/>
              </a:ext>
            </a:extLst>
          </p:cNvPr>
          <p:cNvSpPr>
            <a:spLocks noGrp="1"/>
          </p:cNvSpPr>
          <p:nvPr>
            <p:ph type="title" hasCustomPrompt="1"/>
          </p:nvPr>
        </p:nvSpPr>
        <p:spPr>
          <a:xfrm>
            <a:off x="439445" y="1371601"/>
            <a:ext cx="6174112" cy="1519835"/>
          </a:xfrm>
          <a:noFill/>
        </p:spPr>
        <p:txBody>
          <a:bodyPr vert="horz" wrap="square" lIns="0" tIns="0" rIns="0" bIns="0" rtlCol="0" anchor="b" anchorCtr="0">
            <a:noAutofit/>
          </a:bodyPr>
          <a:lstStyle>
            <a:lvl1pPr marL="138113" indent="-138113">
              <a:lnSpc>
                <a:spcPct val="100000"/>
              </a:lnSpc>
              <a:tabLst/>
              <a:defRPr lang="en-US" sz="2400" b="0" i="0">
                <a:solidFill>
                  <a:schemeClr val="tx1"/>
                </a:solidFill>
                <a:latin typeface="+mj-lt"/>
                <a:cs typeface="Oracle Sans Tab" panose="020B0503020204020204" pitchFamily="34" charset="0"/>
              </a:defRPr>
            </a:lvl1pPr>
          </a:lstStyle>
          <a:p>
            <a:pPr lvl="0"/>
            <a:r>
              <a:rPr lang="en-US" dirty="0"/>
              <a:t>“Click to type customer or</a:t>
            </a:r>
            <a:br>
              <a:rPr lang="en-US" dirty="0"/>
            </a:br>
            <a:r>
              <a:rPr lang="en-US" dirty="0"/>
              <a:t>partner quote surrounded</a:t>
            </a:r>
            <a:br>
              <a:rPr lang="en-US" dirty="0"/>
            </a:br>
            <a:r>
              <a:rPr lang="en-US" dirty="0"/>
              <a:t>by quotation marks.”</a:t>
            </a:r>
          </a:p>
        </p:txBody>
      </p:sp>
      <p:sp>
        <p:nvSpPr>
          <p:cNvPr id="13" name="Text Field">
            <a:extLst>
              <a:ext uri="{FF2B5EF4-FFF2-40B4-BE49-F238E27FC236}">
                <a16:creationId xmlns:a16="http://schemas.microsoft.com/office/drawing/2014/main" id="{B09058E5-A74E-C340-89D0-4D15C2F3B8D0}"/>
              </a:ext>
            </a:extLst>
          </p:cNvPr>
          <p:cNvSpPr>
            <a:spLocks noGrp="1"/>
          </p:cNvSpPr>
          <p:nvPr>
            <p:ph type="body" sz="quarter" idx="37" hasCustomPrompt="1"/>
          </p:nvPr>
        </p:nvSpPr>
        <p:spPr>
          <a:xfrm>
            <a:off x="571500" y="3405187"/>
            <a:ext cx="4000499" cy="199718"/>
          </a:xfrm>
          <a:prstGeom prst="rect">
            <a:avLst/>
          </a:prstGeom>
        </p:spPr>
        <p:txBody>
          <a:bodyPr>
            <a:noAutofit/>
          </a:bodyPr>
          <a:lstStyle>
            <a:lvl1pPr>
              <a:defRPr b="1">
                <a:solidFill>
                  <a:schemeClr val="tx1"/>
                </a:solidFill>
              </a:defRPr>
            </a:lvl1pPr>
          </a:lstStyle>
          <a:p>
            <a:pPr lvl="0"/>
            <a:r>
              <a:rPr lang="en-US" dirty="0"/>
              <a:t>Name of person quoted</a:t>
            </a:r>
          </a:p>
        </p:txBody>
      </p:sp>
      <p:sp>
        <p:nvSpPr>
          <p:cNvPr id="12" name="Text Field 2">
            <a:extLst>
              <a:ext uri="{FF2B5EF4-FFF2-40B4-BE49-F238E27FC236}">
                <a16:creationId xmlns:a16="http://schemas.microsoft.com/office/drawing/2014/main" id="{36C31D35-A48A-6B46-A3DB-FDB99CCA72F4}"/>
              </a:ext>
            </a:extLst>
          </p:cNvPr>
          <p:cNvSpPr>
            <a:spLocks noGrp="1"/>
          </p:cNvSpPr>
          <p:nvPr>
            <p:ph type="body" sz="quarter" idx="36" hasCustomPrompt="1"/>
          </p:nvPr>
        </p:nvSpPr>
        <p:spPr>
          <a:xfrm>
            <a:off x="571500" y="3658382"/>
            <a:ext cx="4000499" cy="671386"/>
          </a:xfrm>
          <a:prstGeom prst="rect">
            <a:avLst/>
          </a:prstGeom>
        </p:spPr>
        <p:txBody>
          <a:bodyPr>
            <a:noAutofit/>
          </a:bodyPr>
          <a:lstStyle>
            <a:lvl1pPr>
              <a:defRPr>
                <a:solidFill>
                  <a:schemeClr val="tx1"/>
                </a:solidFill>
              </a:defRPr>
            </a:lvl1pPr>
          </a:lstStyle>
          <a:p>
            <a:pPr lvl="0"/>
            <a:r>
              <a:rPr lang="en-US" dirty="0"/>
              <a:t>Additional information if needed</a:t>
            </a:r>
          </a:p>
        </p:txBody>
      </p:sp>
      <p:sp>
        <p:nvSpPr>
          <p:cNvPr id="3" name="Content Placeholder 2">
            <a:extLst>
              <a:ext uri="{FF2B5EF4-FFF2-40B4-BE49-F238E27FC236}">
                <a16:creationId xmlns:a16="http://schemas.microsoft.com/office/drawing/2014/main" id="{37E74DE0-55D3-42EA-9474-DC8A5193EF88}"/>
              </a:ext>
            </a:extLst>
          </p:cNvPr>
          <p:cNvSpPr>
            <a:spLocks noGrp="1" noChangeAspect="1"/>
          </p:cNvSpPr>
          <p:nvPr>
            <p:ph sz="quarter" idx="45" hasCustomPrompt="1"/>
          </p:nvPr>
        </p:nvSpPr>
        <p:spPr>
          <a:xfrm>
            <a:off x="576072" y="847243"/>
            <a:ext cx="1835688" cy="505307"/>
          </a:xfrm>
        </p:spPr>
        <p:txBody>
          <a:bodyPr/>
          <a:lstStyle>
            <a:lvl1pPr>
              <a:defRPr>
                <a:solidFill>
                  <a:schemeClr val="tx1"/>
                </a:solidFill>
              </a:defRPr>
            </a:lvl1pPr>
            <a:lvl5pPr marL="548640" indent="0">
              <a:buNone/>
              <a:defRPr/>
            </a:lvl5pPr>
          </a:lstStyle>
          <a:p>
            <a:pPr lvl="0"/>
            <a:r>
              <a:rPr lang="en-US" dirty="0"/>
              <a:t>Click to add logo</a:t>
            </a:r>
          </a:p>
        </p:txBody>
      </p:sp>
      <p:cxnSp>
        <p:nvCxnSpPr>
          <p:cNvPr id="5" name="Accent Mark">
            <a:extLst>
              <a:ext uri="{FF2B5EF4-FFF2-40B4-BE49-F238E27FC236}">
                <a16:creationId xmlns:a16="http://schemas.microsoft.com/office/drawing/2014/main" id="{37A21CC2-57E9-EBBF-0445-5A0E3847E0E6}"/>
              </a:ext>
              <a:ext uri="{C183D7F6-B498-43B3-948B-1728B52AA6E4}">
                <adec:decorative xmlns:adec="http://schemas.microsoft.com/office/drawing/2017/decorative" val="1"/>
              </a:ext>
            </a:extLst>
          </p:cNvPr>
          <p:cNvCxnSpPr>
            <a:cxnSpLocks/>
          </p:cNvCxnSpPr>
          <p:nvPr userDrawn="1"/>
        </p:nvCxnSpPr>
        <p:spPr>
          <a:xfrm flipH="1">
            <a:off x="565228" y="3171737"/>
            <a:ext cx="281178" cy="0"/>
          </a:xfrm>
          <a:prstGeom prst="line">
            <a:avLst/>
          </a:prstGeom>
          <a:ln w="38100" cap="flat">
            <a:solidFill>
              <a:srgbClr val="F0CC71"/>
            </a:solidFill>
            <a:prstDash val="solid"/>
          </a:ln>
        </p:spPr>
        <p:style>
          <a:lnRef idx="1">
            <a:schemeClr val="accent1"/>
          </a:lnRef>
          <a:fillRef idx="0">
            <a:schemeClr val="accent1"/>
          </a:fillRef>
          <a:effectRef idx="0">
            <a:schemeClr val="accent1"/>
          </a:effectRef>
          <a:fontRef idx="minor">
            <a:schemeClr val="tx1"/>
          </a:fontRef>
        </p:style>
      </p:cxnSp>
      <p:sp>
        <p:nvSpPr>
          <p:cNvPr id="2" name="Slide Number Placeholder 7">
            <a:extLst>
              <a:ext uri="{FF2B5EF4-FFF2-40B4-BE49-F238E27FC236}">
                <a16:creationId xmlns:a16="http://schemas.microsoft.com/office/drawing/2014/main" id="{3EE0829F-0C0A-8B14-23B2-7530A6A0E366}"/>
              </a:ext>
            </a:extLst>
          </p:cNvPr>
          <p:cNvSpPr>
            <a:spLocks noGrp="1"/>
          </p:cNvSpPr>
          <p:nvPr>
            <p:ph type="sldNum" sz="quarter" idx="17"/>
          </p:nvPr>
        </p:nvSpPr>
        <p:spPr>
          <a:xfrm>
            <a:off x="571500" y="4817745"/>
            <a:ext cx="274320" cy="27432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4" name="Footer Placeholder 6">
            <a:extLst>
              <a:ext uri="{FF2B5EF4-FFF2-40B4-BE49-F238E27FC236}">
                <a16:creationId xmlns:a16="http://schemas.microsoft.com/office/drawing/2014/main" id="{C06B0B6E-E8C5-4063-ACF6-B009B2CBC7AB}"/>
              </a:ext>
            </a:extLst>
          </p:cNvPr>
          <p:cNvSpPr>
            <a:spLocks noGrp="1"/>
          </p:cNvSpPr>
          <p:nvPr>
            <p:ph type="ftr" sz="quarter" idx="16"/>
          </p:nvPr>
        </p:nvSpPr>
        <p:spPr>
          <a:xfrm>
            <a:off x="845820" y="4817984"/>
            <a:ext cx="4309034" cy="273844"/>
          </a:xfrm>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7" name="Date Placeholder 4">
            <a:extLst>
              <a:ext uri="{FF2B5EF4-FFF2-40B4-BE49-F238E27FC236}">
                <a16:creationId xmlns:a16="http://schemas.microsoft.com/office/drawing/2014/main" id="{FDD33E2D-BC02-BFC7-0F5C-D56B792CBEA2}"/>
              </a:ext>
            </a:extLst>
          </p:cNvPr>
          <p:cNvSpPr>
            <a:spLocks noGrp="1"/>
          </p:cNvSpPr>
          <p:nvPr>
            <p:ph type="dt" sz="half" idx="15"/>
          </p:nvPr>
        </p:nvSpPr>
        <p:spPr>
          <a:xfrm>
            <a:off x="5154854" y="4819203"/>
            <a:ext cx="2057400" cy="272625"/>
          </a:xfrm>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1673127015"/>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userDrawn="1">
  <p:cSld name="Title-full-image">
    <p:bg>
      <p:bgRef idx="1001">
        <a:schemeClr val="bg2"/>
      </p:bgRef>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2D6B4EA-E1ED-4C2D-641C-DC7E0FA9E15B}"/>
              </a:ext>
            </a:extLst>
          </p:cNvPr>
          <p:cNvSpPr>
            <a:spLocks noGrp="1"/>
          </p:cNvSpPr>
          <p:nvPr>
            <p:ph type="pic" sz="quarter" idx="37"/>
          </p:nvPr>
        </p:nvSpPr>
        <p:spPr>
          <a:xfrm>
            <a:off x="0" y="0"/>
            <a:ext cx="9144000" cy="5143500"/>
          </a:xfrm>
        </p:spPr>
        <p:txBody>
          <a:bodyPr/>
          <a:lstStyle/>
          <a:p>
            <a:r>
              <a:rPr lang="en-US"/>
              <a:t>Click icon to add picture</a:t>
            </a:r>
          </a:p>
        </p:txBody>
      </p:sp>
      <p:pic>
        <p:nvPicPr>
          <p:cNvPr id="14" name="Oracle Logo" descr="Oracle Logo">
            <a:extLst>
              <a:ext uri="{FF2B5EF4-FFF2-40B4-BE49-F238E27FC236}">
                <a16:creationId xmlns:a16="http://schemas.microsoft.com/office/drawing/2014/main" id="{90869BEA-7CC8-4176-A565-8203484F77D7}"/>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invGray">
          <a:xfrm>
            <a:off x="708712" y="849277"/>
            <a:ext cx="1143670" cy="240029"/>
          </a:xfrm>
          <a:prstGeom prst="rect">
            <a:avLst/>
          </a:prstGeom>
        </p:spPr>
      </p:pic>
      <p:sp>
        <p:nvSpPr>
          <p:cNvPr id="24" name="Title">
            <a:extLst>
              <a:ext uri="{FF2B5EF4-FFF2-40B4-BE49-F238E27FC236}">
                <a16:creationId xmlns:a16="http://schemas.microsoft.com/office/drawing/2014/main" id="{461BB5F1-8825-7944-96EB-8445317513F5}"/>
              </a:ext>
            </a:extLst>
          </p:cNvPr>
          <p:cNvSpPr>
            <a:spLocks noGrp="1"/>
          </p:cNvSpPr>
          <p:nvPr>
            <p:ph type="ctrTitle" hasCustomPrompt="1"/>
          </p:nvPr>
        </p:nvSpPr>
        <p:spPr>
          <a:xfrm>
            <a:off x="763523" y="1611630"/>
            <a:ext cx="5349240" cy="960120"/>
          </a:xfrm>
          <a:noFill/>
        </p:spPr>
        <p:txBody>
          <a:bodyPr vert="horz" wrap="square" lIns="0" tIns="0" rIns="0" bIns="91440" rtlCol="0" anchor="b">
            <a:noAutofit/>
          </a:bodyPr>
          <a:lstStyle>
            <a:lvl1pPr>
              <a:defRPr lang="en-US" sz="3000" b="1" dirty="0">
                <a:latin typeface="+mn-lt"/>
              </a:defRPr>
            </a:lvl1pPr>
          </a:lstStyle>
          <a:p>
            <a:pPr lvl="0">
              <a:lnSpc>
                <a:spcPct val="100000"/>
              </a:lnSpc>
            </a:pPr>
            <a:r>
              <a:rPr lang="en-US" dirty="0"/>
              <a:t>Fusion Title</a:t>
            </a:r>
            <a:br>
              <a:rPr lang="en-US" dirty="0"/>
            </a:br>
            <a:r>
              <a:rPr lang="en-US" dirty="0"/>
              <a:t>Oracle Sans Tab Bold</a:t>
            </a:r>
          </a:p>
        </p:txBody>
      </p:sp>
      <p:sp>
        <p:nvSpPr>
          <p:cNvPr id="25" name="Subhead">
            <a:extLst>
              <a:ext uri="{FF2B5EF4-FFF2-40B4-BE49-F238E27FC236}">
                <a16:creationId xmlns:a16="http://schemas.microsoft.com/office/drawing/2014/main" id="{DE85AE1C-733D-7244-A6DA-C3ADBC76ED0C}"/>
              </a:ext>
            </a:extLst>
          </p:cNvPr>
          <p:cNvSpPr>
            <a:spLocks noGrp="1"/>
          </p:cNvSpPr>
          <p:nvPr>
            <p:ph type="body" sz="quarter" idx="33" hasCustomPrompt="1"/>
          </p:nvPr>
        </p:nvSpPr>
        <p:spPr>
          <a:xfrm>
            <a:off x="763523" y="2639665"/>
            <a:ext cx="5349240" cy="255935"/>
          </a:xfrm>
          <a:prstGeom prst="rect">
            <a:avLst/>
          </a:prstGeom>
          <a:noFill/>
        </p:spPr>
        <p:txBody>
          <a:bodyPr>
            <a:noAutofit/>
          </a:bodyPr>
          <a:lstStyle>
            <a:lvl1pPr marL="0" marR="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sz="1800" b="0">
                <a:solidFill>
                  <a:schemeClr val="tx1"/>
                </a:solidFill>
              </a:defRPr>
            </a:lvl1pPr>
          </a:lstStyle>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en-US" dirty="0"/>
              <a:t>Subhead goes here on one line.</a:t>
            </a:r>
          </a:p>
        </p:txBody>
      </p:sp>
      <p:sp>
        <p:nvSpPr>
          <p:cNvPr id="11" name="Text Field">
            <a:extLst>
              <a:ext uri="{FF2B5EF4-FFF2-40B4-BE49-F238E27FC236}">
                <a16:creationId xmlns:a16="http://schemas.microsoft.com/office/drawing/2014/main" id="{5096A149-B6C9-A04E-A2B0-54CCFAA42526}"/>
              </a:ext>
            </a:extLst>
          </p:cNvPr>
          <p:cNvSpPr>
            <a:spLocks noGrp="1"/>
          </p:cNvSpPr>
          <p:nvPr>
            <p:ph type="body" sz="quarter" idx="35" hasCustomPrompt="1"/>
          </p:nvPr>
        </p:nvSpPr>
        <p:spPr>
          <a:xfrm>
            <a:off x="763522" y="3408427"/>
            <a:ext cx="3808478" cy="199718"/>
          </a:xfrm>
          <a:prstGeom prst="rect">
            <a:avLst/>
          </a:prstGeom>
          <a:noFill/>
        </p:spPr>
        <p:txBody>
          <a:bodyPr>
            <a:noAutofit/>
          </a:bodyPr>
          <a:lstStyle>
            <a:lvl1pPr>
              <a:defRPr b="1"/>
            </a:lvl1pPr>
          </a:lstStyle>
          <a:p>
            <a:pPr lvl="0"/>
            <a:r>
              <a:rPr lang="en-US" dirty="0"/>
              <a:t>Name</a:t>
            </a:r>
          </a:p>
        </p:txBody>
      </p:sp>
      <p:sp>
        <p:nvSpPr>
          <p:cNvPr id="10" name="Text Field 2">
            <a:extLst>
              <a:ext uri="{FF2B5EF4-FFF2-40B4-BE49-F238E27FC236}">
                <a16:creationId xmlns:a16="http://schemas.microsoft.com/office/drawing/2014/main" id="{A57492F9-1AD2-9346-9BB6-C0CF36DEF5ED}"/>
              </a:ext>
            </a:extLst>
          </p:cNvPr>
          <p:cNvSpPr>
            <a:spLocks noGrp="1"/>
          </p:cNvSpPr>
          <p:nvPr>
            <p:ph type="body" sz="quarter" idx="34" hasCustomPrompt="1"/>
          </p:nvPr>
        </p:nvSpPr>
        <p:spPr>
          <a:xfrm>
            <a:off x="763522" y="3662172"/>
            <a:ext cx="3808478" cy="671386"/>
          </a:xfrm>
          <a:prstGeom prst="rect">
            <a:avLst/>
          </a:prstGeom>
          <a:noFill/>
        </p:spPr>
        <p:txBody>
          <a:bodyPr>
            <a:noAutofit/>
          </a:bodyPr>
          <a:lstStyle>
            <a:lvl1pPr>
              <a:defRPr/>
            </a:lvl1pPr>
          </a:lstStyle>
          <a:p>
            <a:pPr lvl="0"/>
            <a:r>
              <a:rPr lang="en-US" dirty="0"/>
              <a:t>Presenter’s Title</a:t>
            </a:r>
          </a:p>
          <a:p>
            <a:pPr lvl="0"/>
            <a:r>
              <a:rPr lang="en-US" dirty="0"/>
              <a:t>Organization, Division or Business Unit</a:t>
            </a:r>
          </a:p>
          <a:p>
            <a:pPr lvl="0"/>
            <a:r>
              <a:rPr lang="en-US" dirty="0"/>
              <a:t>Month 00, 2023</a:t>
            </a:r>
          </a:p>
        </p:txBody>
      </p:sp>
      <p:cxnSp>
        <p:nvCxnSpPr>
          <p:cNvPr id="4" name="Accent Mark">
            <a:extLst>
              <a:ext uri="{FF2B5EF4-FFF2-40B4-BE49-F238E27FC236}">
                <a16:creationId xmlns:a16="http://schemas.microsoft.com/office/drawing/2014/main" id="{FB1FE740-FFF8-C6EB-12BF-A1F1E1447C2C}"/>
              </a:ext>
              <a:ext uri="{C183D7F6-B498-43B3-948B-1728B52AA6E4}">
                <adec:decorative xmlns:adec="http://schemas.microsoft.com/office/drawing/2017/decorative" val="1"/>
              </a:ext>
            </a:extLst>
          </p:cNvPr>
          <p:cNvCxnSpPr>
            <a:cxnSpLocks/>
          </p:cNvCxnSpPr>
          <p:nvPr userDrawn="1"/>
        </p:nvCxnSpPr>
        <p:spPr>
          <a:xfrm flipH="1">
            <a:off x="767453" y="3140964"/>
            <a:ext cx="281178" cy="0"/>
          </a:xfrm>
          <a:prstGeom prst="line">
            <a:avLst/>
          </a:prstGeom>
          <a:ln w="38100" cap="flat">
            <a:solidFill>
              <a:srgbClr val="C74634"/>
            </a:solidFill>
            <a:prstDash val="solid"/>
          </a:ln>
        </p:spPr>
        <p:style>
          <a:lnRef idx="1">
            <a:schemeClr val="accent1"/>
          </a:lnRef>
          <a:fillRef idx="0">
            <a:schemeClr val="accent1"/>
          </a:fillRef>
          <a:effectRef idx="0">
            <a:schemeClr val="accent1"/>
          </a:effectRef>
          <a:fontRef idx="minor">
            <a:schemeClr val="tx1"/>
          </a:fontRef>
        </p:style>
      </p:cxnSp>
      <p:sp>
        <p:nvSpPr>
          <p:cNvPr id="2" name="Date Placeholder 2">
            <a:extLst>
              <a:ext uri="{FF2B5EF4-FFF2-40B4-BE49-F238E27FC236}">
                <a16:creationId xmlns:a16="http://schemas.microsoft.com/office/drawing/2014/main" id="{7B203E0B-C243-2092-E571-D8301E6712EB}"/>
              </a:ext>
            </a:extLst>
          </p:cNvPr>
          <p:cNvSpPr>
            <a:spLocks noGrp="1"/>
          </p:cNvSpPr>
          <p:nvPr>
            <p:ph type="dt" sz="half" idx="10"/>
          </p:nvPr>
        </p:nvSpPr>
        <p:spPr>
          <a:xfrm>
            <a:off x="5154854" y="5247796"/>
            <a:ext cx="2057400" cy="272625"/>
          </a:xfrm>
        </p:spPr>
        <p:txBody>
          <a:bodyPr/>
          <a:lstStyle>
            <a:lvl1pPr>
              <a:defRPr>
                <a:noFill/>
              </a:defRPr>
            </a:lvl1pPr>
          </a:lstStyle>
          <a:p>
            <a:r>
              <a:rPr lang="en-US"/>
              <a:t>[Date]</a:t>
            </a:r>
            <a:endParaRPr lang="en-US" dirty="0"/>
          </a:p>
        </p:txBody>
      </p:sp>
      <p:sp>
        <p:nvSpPr>
          <p:cNvPr id="3" name="Footer Placeholder 3">
            <a:extLst>
              <a:ext uri="{FF2B5EF4-FFF2-40B4-BE49-F238E27FC236}">
                <a16:creationId xmlns:a16="http://schemas.microsoft.com/office/drawing/2014/main" id="{0234D53E-E775-84ED-87D4-03A6155462F2}"/>
              </a:ext>
            </a:extLst>
          </p:cNvPr>
          <p:cNvSpPr>
            <a:spLocks noGrp="1"/>
          </p:cNvSpPr>
          <p:nvPr>
            <p:ph type="ftr" sz="quarter" idx="36"/>
          </p:nvPr>
        </p:nvSpPr>
        <p:spPr>
          <a:xfrm>
            <a:off x="845820" y="5246577"/>
            <a:ext cx="4309034" cy="273844"/>
          </a:xfrm>
        </p:spPr>
        <p:txBody>
          <a:bodyPr/>
          <a:lstStyle>
            <a:lvl1pPr>
              <a:defRPr>
                <a:noFill/>
              </a:defRPr>
            </a:lvl1pPr>
          </a:lstStyle>
          <a:p>
            <a:r>
              <a:rPr lang="en-US"/>
              <a:t>Copyright © 2025, Oracle and/or its affiliates |  Confidential: Internal/Restricted/Highly Restricted</a:t>
            </a:r>
            <a:endParaRPr lang="en-US" dirty="0"/>
          </a:p>
        </p:txBody>
      </p:sp>
      <p:sp>
        <p:nvSpPr>
          <p:cNvPr id="5" name="Slide Number Placeholder 4">
            <a:extLst>
              <a:ext uri="{FF2B5EF4-FFF2-40B4-BE49-F238E27FC236}">
                <a16:creationId xmlns:a16="http://schemas.microsoft.com/office/drawing/2014/main" id="{08620179-92E2-B33C-7BF7-7DD2B9A69999}"/>
              </a:ext>
            </a:extLst>
          </p:cNvPr>
          <p:cNvSpPr>
            <a:spLocks noGrp="1"/>
          </p:cNvSpPr>
          <p:nvPr>
            <p:ph type="sldNum" sz="quarter" idx="12"/>
          </p:nvPr>
        </p:nvSpPr>
        <p:spPr>
          <a:xfrm>
            <a:off x="571500" y="5246338"/>
            <a:ext cx="274320" cy="274320"/>
          </a:xfrm>
        </p:spPr>
        <p:txBody>
          <a:bodyPr/>
          <a:lstStyle>
            <a:lvl1pPr>
              <a:defRPr>
                <a:noFill/>
              </a:defRPr>
            </a:lvl1p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1195452029"/>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1_Light - Quote with Picture">
    <p:bg>
      <p:bgPr>
        <a:solidFill>
          <a:schemeClr val="bg2"/>
        </a:solidFill>
        <a:effectLst/>
      </p:bgPr>
    </p:bg>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C9F5A62B-7934-D86B-3DC0-CE87D083043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3" name="Quote">
            <a:extLst>
              <a:ext uri="{FF2B5EF4-FFF2-40B4-BE49-F238E27FC236}">
                <a16:creationId xmlns:a16="http://schemas.microsoft.com/office/drawing/2014/main" id="{A13E52A3-3B72-407D-BD94-ADB27B9FCE9C}"/>
              </a:ext>
            </a:extLst>
          </p:cNvPr>
          <p:cNvSpPr>
            <a:spLocks noGrp="1"/>
          </p:cNvSpPr>
          <p:nvPr>
            <p:ph type="title" hasCustomPrompt="1"/>
          </p:nvPr>
        </p:nvSpPr>
        <p:spPr>
          <a:xfrm>
            <a:off x="4258340" y="2172145"/>
            <a:ext cx="4515224" cy="1038746"/>
          </a:xfrm>
          <a:noFill/>
        </p:spPr>
        <p:txBody>
          <a:bodyPr vert="horz" wrap="square" lIns="0" tIns="0" rIns="0" bIns="0" rtlCol="0" anchor="b" anchorCtr="0">
            <a:spAutoFit/>
          </a:bodyPr>
          <a:lstStyle>
            <a:lvl1pPr marL="134541" indent="-134541">
              <a:lnSpc>
                <a:spcPct val="100000"/>
              </a:lnSpc>
              <a:tabLst/>
              <a:defRPr lang="en-US" sz="2250" b="0" i="0" dirty="0">
                <a:latin typeface="+mj-lt"/>
                <a:cs typeface="Oracle Sans Tab" panose="020B0503020204020204" pitchFamily="34" charset="0"/>
              </a:defRPr>
            </a:lvl1pPr>
          </a:lstStyle>
          <a:p>
            <a:pPr lvl="0"/>
            <a:r>
              <a:rPr lang="en-US" dirty="0"/>
              <a:t>“Click to type customer or</a:t>
            </a:r>
            <a:br>
              <a:rPr lang="en-US" dirty="0"/>
            </a:br>
            <a:r>
              <a:rPr lang="en-US" dirty="0"/>
              <a:t>partner quote surrounded</a:t>
            </a:r>
            <a:br>
              <a:rPr lang="en-US" dirty="0"/>
            </a:br>
            <a:r>
              <a:rPr lang="en-US" dirty="0"/>
              <a:t>by quotation marks.”</a:t>
            </a:r>
          </a:p>
        </p:txBody>
      </p:sp>
      <p:sp>
        <p:nvSpPr>
          <p:cNvPr id="13" name="Text Field">
            <a:extLst>
              <a:ext uri="{FF2B5EF4-FFF2-40B4-BE49-F238E27FC236}">
                <a16:creationId xmlns:a16="http://schemas.microsoft.com/office/drawing/2014/main" id="{04A571F4-71E4-264A-BBD5-0475995E681B}"/>
              </a:ext>
            </a:extLst>
          </p:cNvPr>
          <p:cNvSpPr>
            <a:spLocks noGrp="1"/>
          </p:cNvSpPr>
          <p:nvPr>
            <p:ph type="body" sz="quarter" idx="37" hasCustomPrompt="1"/>
          </p:nvPr>
        </p:nvSpPr>
        <p:spPr>
          <a:xfrm>
            <a:off x="4374666" y="3683346"/>
            <a:ext cx="4389859" cy="199718"/>
          </a:xfrm>
          <a:prstGeom prst="rect">
            <a:avLst/>
          </a:prstGeom>
        </p:spPr>
        <p:txBody>
          <a:bodyPr>
            <a:noAutofit/>
          </a:bodyPr>
          <a:lstStyle>
            <a:lvl1pPr>
              <a:defRPr b="1"/>
            </a:lvl1pPr>
          </a:lstStyle>
          <a:p>
            <a:pPr lvl="0"/>
            <a:r>
              <a:rPr lang="en-US" dirty="0"/>
              <a:t>Name of person quoted</a:t>
            </a:r>
          </a:p>
        </p:txBody>
      </p:sp>
      <p:sp>
        <p:nvSpPr>
          <p:cNvPr id="11" name="Text Field 2">
            <a:extLst>
              <a:ext uri="{FF2B5EF4-FFF2-40B4-BE49-F238E27FC236}">
                <a16:creationId xmlns:a16="http://schemas.microsoft.com/office/drawing/2014/main" id="{CBFB97F9-F988-C34C-8B6D-BB4A4D881736}"/>
              </a:ext>
            </a:extLst>
          </p:cNvPr>
          <p:cNvSpPr>
            <a:spLocks noGrp="1"/>
          </p:cNvSpPr>
          <p:nvPr>
            <p:ph type="body" sz="quarter" idx="36" hasCustomPrompt="1"/>
          </p:nvPr>
        </p:nvSpPr>
        <p:spPr>
          <a:xfrm>
            <a:off x="4374666" y="3936540"/>
            <a:ext cx="4389859" cy="589789"/>
          </a:xfrm>
          <a:prstGeom prst="rect">
            <a:avLst/>
          </a:prstGeom>
        </p:spPr>
        <p:txBody>
          <a:bodyPr>
            <a:noAutofit/>
          </a:bodyPr>
          <a:lstStyle>
            <a:lvl1pPr>
              <a:defRPr/>
            </a:lvl1pPr>
          </a:lstStyle>
          <a:p>
            <a:pPr lvl="0"/>
            <a:r>
              <a:rPr lang="en-US" dirty="0"/>
              <a:t>Additional information if needed</a:t>
            </a:r>
          </a:p>
        </p:txBody>
      </p:sp>
      <p:sp>
        <p:nvSpPr>
          <p:cNvPr id="7" name="Content Placeholder 2">
            <a:extLst>
              <a:ext uri="{FF2B5EF4-FFF2-40B4-BE49-F238E27FC236}">
                <a16:creationId xmlns:a16="http://schemas.microsoft.com/office/drawing/2014/main" id="{9E51C341-0AE0-3733-8FBF-7EA8A58141D5}"/>
              </a:ext>
            </a:extLst>
          </p:cNvPr>
          <p:cNvSpPr>
            <a:spLocks noGrp="1" noChangeAspect="1"/>
          </p:cNvSpPr>
          <p:nvPr>
            <p:ph sz="quarter" idx="48" hasCustomPrompt="1"/>
          </p:nvPr>
        </p:nvSpPr>
        <p:spPr>
          <a:xfrm>
            <a:off x="4374665" y="902554"/>
            <a:ext cx="1835688" cy="505307"/>
          </a:xfrm>
        </p:spPr>
        <p:txBody>
          <a:bodyPr/>
          <a:lstStyle>
            <a:lvl5pPr marL="548640" indent="0">
              <a:buNone/>
              <a:defRPr/>
            </a:lvl5pPr>
          </a:lstStyle>
          <a:p>
            <a:pPr lvl="0"/>
            <a:r>
              <a:rPr lang="en-US" dirty="0"/>
              <a:t>Click to add logo</a:t>
            </a:r>
          </a:p>
        </p:txBody>
      </p:sp>
      <p:sp>
        <p:nvSpPr>
          <p:cNvPr id="9" name="Picture Placeholder 5">
            <a:extLst>
              <a:ext uri="{FF2B5EF4-FFF2-40B4-BE49-F238E27FC236}">
                <a16:creationId xmlns:a16="http://schemas.microsoft.com/office/drawing/2014/main" id="{DFB04560-5A82-4303-F4F4-247222B350E0}"/>
              </a:ext>
            </a:extLst>
          </p:cNvPr>
          <p:cNvSpPr>
            <a:spLocks noGrp="1"/>
          </p:cNvSpPr>
          <p:nvPr>
            <p:ph type="pic" sz="quarter" idx="47"/>
          </p:nvPr>
        </p:nvSpPr>
        <p:spPr>
          <a:xfrm>
            <a:off x="0" y="1"/>
            <a:ext cx="3702819" cy="4719026"/>
          </a:xfrm>
          <a:custGeom>
            <a:avLst/>
            <a:gdLst>
              <a:gd name="connsiteX0" fmla="*/ 0 w 5087890"/>
              <a:gd name="connsiteY0" fmla="*/ 0 h 6372666"/>
              <a:gd name="connsiteX1" fmla="*/ 3962495 w 5087890"/>
              <a:gd name="connsiteY1" fmla="*/ 0 h 6372666"/>
              <a:gd name="connsiteX2" fmla="*/ 3996914 w 5087890"/>
              <a:gd name="connsiteY2" fmla="*/ 31198 h 6372666"/>
              <a:gd name="connsiteX3" fmla="*/ 5087890 w 5087890"/>
              <a:gd name="connsiteY3" fmla="*/ 2657920 h 6372666"/>
              <a:gd name="connsiteX4" fmla="*/ 1363066 w 5087890"/>
              <a:gd name="connsiteY4" fmla="*/ 6372666 h 6372666"/>
              <a:gd name="connsiteX5" fmla="*/ 82347 w 5087890"/>
              <a:gd name="connsiteY5" fmla="*/ 6147256 h 6372666"/>
              <a:gd name="connsiteX6" fmla="*/ 0 w 5087890"/>
              <a:gd name="connsiteY6" fmla="*/ 6114876 h 6372666"/>
              <a:gd name="connsiteX0" fmla="*/ 0 w 5249971"/>
              <a:gd name="connsiteY0" fmla="*/ 0 h 6372666"/>
              <a:gd name="connsiteX1" fmla="*/ 3962495 w 5249971"/>
              <a:gd name="connsiteY1" fmla="*/ 0 h 6372666"/>
              <a:gd name="connsiteX2" fmla="*/ 4226946 w 5249971"/>
              <a:gd name="connsiteY2" fmla="*/ 231614 h 6372666"/>
              <a:gd name="connsiteX3" fmla="*/ 5087890 w 5249971"/>
              <a:gd name="connsiteY3" fmla="*/ 2657920 h 6372666"/>
              <a:gd name="connsiteX4" fmla="*/ 1363066 w 5249971"/>
              <a:gd name="connsiteY4" fmla="*/ 6372666 h 6372666"/>
              <a:gd name="connsiteX5" fmla="*/ 82347 w 5249971"/>
              <a:gd name="connsiteY5" fmla="*/ 6147256 h 6372666"/>
              <a:gd name="connsiteX6" fmla="*/ 0 w 5249971"/>
              <a:gd name="connsiteY6" fmla="*/ 6114876 h 6372666"/>
              <a:gd name="connsiteX7" fmla="*/ 0 w 5249971"/>
              <a:gd name="connsiteY7" fmla="*/ 0 h 6372666"/>
              <a:gd name="connsiteX0" fmla="*/ 0 w 5247320"/>
              <a:gd name="connsiteY0" fmla="*/ 0 h 6372666"/>
              <a:gd name="connsiteX1" fmla="*/ 3962495 w 5247320"/>
              <a:gd name="connsiteY1" fmla="*/ 0 h 6372666"/>
              <a:gd name="connsiteX2" fmla="*/ 4226946 w 5247320"/>
              <a:gd name="connsiteY2" fmla="*/ 231614 h 6372666"/>
              <a:gd name="connsiteX3" fmla="*/ 5087890 w 5247320"/>
              <a:gd name="connsiteY3" fmla="*/ 2657920 h 6372666"/>
              <a:gd name="connsiteX4" fmla="*/ 1363066 w 5247320"/>
              <a:gd name="connsiteY4" fmla="*/ 6372666 h 6372666"/>
              <a:gd name="connsiteX5" fmla="*/ 82347 w 5247320"/>
              <a:gd name="connsiteY5" fmla="*/ 6147256 h 6372666"/>
              <a:gd name="connsiteX6" fmla="*/ 0 w 5247320"/>
              <a:gd name="connsiteY6" fmla="*/ 6114876 h 6372666"/>
              <a:gd name="connsiteX7" fmla="*/ 0 w 5247320"/>
              <a:gd name="connsiteY7" fmla="*/ 0 h 6372666"/>
              <a:gd name="connsiteX0" fmla="*/ 0 w 5247320"/>
              <a:gd name="connsiteY0" fmla="*/ 0 h 6372666"/>
              <a:gd name="connsiteX1" fmla="*/ 4516662 w 5247320"/>
              <a:gd name="connsiteY1" fmla="*/ 10548 h 6372666"/>
              <a:gd name="connsiteX2" fmla="*/ 4226946 w 5247320"/>
              <a:gd name="connsiteY2" fmla="*/ 231614 h 6372666"/>
              <a:gd name="connsiteX3" fmla="*/ 5087890 w 5247320"/>
              <a:gd name="connsiteY3" fmla="*/ 2657920 h 6372666"/>
              <a:gd name="connsiteX4" fmla="*/ 1363066 w 5247320"/>
              <a:gd name="connsiteY4" fmla="*/ 6372666 h 6372666"/>
              <a:gd name="connsiteX5" fmla="*/ 82347 w 5247320"/>
              <a:gd name="connsiteY5" fmla="*/ 6147256 h 6372666"/>
              <a:gd name="connsiteX6" fmla="*/ 0 w 5247320"/>
              <a:gd name="connsiteY6" fmla="*/ 6114876 h 6372666"/>
              <a:gd name="connsiteX7" fmla="*/ 0 w 5247320"/>
              <a:gd name="connsiteY7" fmla="*/ 0 h 6372666"/>
              <a:gd name="connsiteX0" fmla="*/ 0 w 5365577"/>
              <a:gd name="connsiteY0" fmla="*/ 0 h 6372666"/>
              <a:gd name="connsiteX1" fmla="*/ 4516662 w 5365577"/>
              <a:gd name="connsiteY1" fmla="*/ 10548 h 6372666"/>
              <a:gd name="connsiteX2" fmla="*/ 4655641 w 5365577"/>
              <a:gd name="connsiteY2" fmla="*/ 526964 h 6372666"/>
              <a:gd name="connsiteX3" fmla="*/ 5087890 w 5365577"/>
              <a:gd name="connsiteY3" fmla="*/ 2657920 h 6372666"/>
              <a:gd name="connsiteX4" fmla="*/ 1363066 w 5365577"/>
              <a:gd name="connsiteY4" fmla="*/ 6372666 h 6372666"/>
              <a:gd name="connsiteX5" fmla="*/ 82347 w 5365577"/>
              <a:gd name="connsiteY5" fmla="*/ 6147256 h 6372666"/>
              <a:gd name="connsiteX6" fmla="*/ 0 w 5365577"/>
              <a:gd name="connsiteY6" fmla="*/ 6114876 h 6372666"/>
              <a:gd name="connsiteX7" fmla="*/ 0 w 5365577"/>
              <a:gd name="connsiteY7" fmla="*/ 0 h 6372666"/>
              <a:gd name="connsiteX0" fmla="*/ 0 w 5288223"/>
              <a:gd name="connsiteY0" fmla="*/ 0 h 6372666"/>
              <a:gd name="connsiteX1" fmla="*/ 4516662 w 5288223"/>
              <a:gd name="connsiteY1" fmla="*/ 10548 h 6372666"/>
              <a:gd name="connsiteX2" fmla="*/ 4655641 w 5288223"/>
              <a:gd name="connsiteY2" fmla="*/ 526964 h 6372666"/>
              <a:gd name="connsiteX3" fmla="*/ 5087890 w 5288223"/>
              <a:gd name="connsiteY3" fmla="*/ 2657920 h 6372666"/>
              <a:gd name="connsiteX4" fmla="*/ 1363066 w 5288223"/>
              <a:gd name="connsiteY4" fmla="*/ 6372666 h 6372666"/>
              <a:gd name="connsiteX5" fmla="*/ 82347 w 5288223"/>
              <a:gd name="connsiteY5" fmla="*/ 6147256 h 6372666"/>
              <a:gd name="connsiteX6" fmla="*/ 0 w 5288223"/>
              <a:gd name="connsiteY6" fmla="*/ 6114876 h 6372666"/>
              <a:gd name="connsiteX7" fmla="*/ 0 w 5288223"/>
              <a:gd name="connsiteY7" fmla="*/ 0 h 6372666"/>
              <a:gd name="connsiteX0" fmla="*/ 0 w 5288223"/>
              <a:gd name="connsiteY0" fmla="*/ 0 h 6372666"/>
              <a:gd name="connsiteX1" fmla="*/ 4725781 w 5288223"/>
              <a:gd name="connsiteY1" fmla="*/ 21096 h 6372666"/>
              <a:gd name="connsiteX2" fmla="*/ 4655641 w 5288223"/>
              <a:gd name="connsiteY2" fmla="*/ 526964 h 6372666"/>
              <a:gd name="connsiteX3" fmla="*/ 5087890 w 5288223"/>
              <a:gd name="connsiteY3" fmla="*/ 2657920 h 6372666"/>
              <a:gd name="connsiteX4" fmla="*/ 1363066 w 5288223"/>
              <a:gd name="connsiteY4" fmla="*/ 6372666 h 6372666"/>
              <a:gd name="connsiteX5" fmla="*/ 82347 w 5288223"/>
              <a:gd name="connsiteY5" fmla="*/ 6147256 h 6372666"/>
              <a:gd name="connsiteX6" fmla="*/ 0 w 5288223"/>
              <a:gd name="connsiteY6" fmla="*/ 6114876 h 6372666"/>
              <a:gd name="connsiteX7" fmla="*/ 0 w 5288223"/>
              <a:gd name="connsiteY7" fmla="*/ 0 h 6372666"/>
              <a:gd name="connsiteX0" fmla="*/ 0 w 5382393"/>
              <a:gd name="connsiteY0" fmla="*/ 0 h 6372666"/>
              <a:gd name="connsiteX1" fmla="*/ 4725781 w 5382393"/>
              <a:gd name="connsiteY1" fmla="*/ 21096 h 6372666"/>
              <a:gd name="connsiteX2" fmla="*/ 4969320 w 5382393"/>
              <a:gd name="connsiteY2" fmla="*/ 1170404 h 6372666"/>
              <a:gd name="connsiteX3" fmla="*/ 5087890 w 5382393"/>
              <a:gd name="connsiteY3" fmla="*/ 2657920 h 6372666"/>
              <a:gd name="connsiteX4" fmla="*/ 1363066 w 5382393"/>
              <a:gd name="connsiteY4" fmla="*/ 6372666 h 6372666"/>
              <a:gd name="connsiteX5" fmla="*/ 82347 w 5382393"/>
              <a:gd name="connsiteY5" fmla="*/ 6147256 h 6372666"/>
              <a:gd name="connsiteX6" fmla="*/ 0 w 5382393"/>
              <a:gd name="connsiteY6" fmla="*/ 6114876 h 6372666"/>
              <a:gd name="connsiteX7" fmla="*/ 0 w 5382393"/>
              <a:gd name="connsiteY7" fmla="*/ 0 h 6372666"/>
              <a:gd name="connsiteX0" fmla="*/ 0 w 5095613"/>
              <a:gd name="connsiteY0" fmla="*/ 0 h 6372666"/>
              <a:gd name="connsiteX1" fmla="*/ 4725781 w 5095613"/>
              <a:gd name="connsiteY1" fmla="*/ 21096 h 6372666"/>
              <a:gd name="connsiteX2" fmla="*/ 4969320 w 5095613"/>
              <a:gd name="connsiteY2" fmla="*/ 1170404 h 6372666"/>
              <a:gd name="connsiteX3" fmla="*/ 4502357 w 5095613"/>
              <a:gd name="connsiteY3" fmla="*/ 4598790 h 6372666"/>
              <a:gd name="connsiteX4" fmla="*/ 1363066 w 5095613"/>
              <a:gd name="connsiteY4" fmla="*/ 6372666 h 6372666"/>
              <a:gd name="connsiteX5" fmla="*/ 82347 w 5095613"/>
              <a:gd name="connsiteY5" fmla="*/ 6147256 h 6372666"/>
              <a:gd name="connsiteX6" fmla="*/ 0 w 5095613"/>
              <a:gd name="connsiteY6" fmla="*/ 6114876 h 6372666"/>
              <a:gd name="connsiteX7" fmla="*/ 0 w 5095613"/>
              <a:gd name="connsiteY7" fmla="*/ 0 h 6372666"/>
              <a:gd name="connsiteX0" fmla="*/ 0 w 5016403"/>
              <a:gd name="connsiteY0" fmla="*/ 0 h 6372666"/>
              <a:gd name="connsiteX1" fmla="*/ 4725781 w 5016403"/>
              <a:gd name="connsiteY1" fmla="*/ 21096 h 6372666"/>
              <a:gd name="connsiteX2" fmla="*/ 4864760 w 5016403"/>
              <a:gd name="connsiteY2" fmla="*/ 474223 h 6372666"/>
              <a:gd name="connsiteX3" fmla="*/ 4502357 w 5016403"/>
              <a:gd name="connsiteY3" fmla="*/ 4598790 h 6372666"/>
              <a:gd name="connsiteX4" fmla="*/ 1363066 w 5016403"/>
              <a:gd name="connsiteY4" fmla="*/ 6372666 h 6372666"/>
              <a:gd name="connsiteX5" fmla="*/ 82347 w 5016403"/>
              <a:gd name="connsiteY5" fmla="*/ 6147256 h 6372666"/>
              <a:gd name="connsiteX6" fmla="*/ 0 w 5016403"/>
              <a:gd name="connsiteY6" fmla="*/ 6114876 h 6372666"/>
              <a:gd name="connsiteX7" fmla="*/ 0 w 5016403"/>
              <a:gd name="connsiteY7" fmla="*/ 0 h 6372666"/>
              <a:gd name="connsiteX0" fmla="*/ 0 w 5122449"/>
              <a:gd name="connsiteY0" fmla="*/ 0 h 6372666"/>
              <a:gd name="connsiteX1" fmla="*/ 4725781 w 5122449"/>
              <a:gd name="connsiteY1" fmla="*/ 21096 h 6372666"/>
              <a:gd name="connsiteX2" fmla="*/ 4864760 w 5122449"/>
              <a:gd name="connsiteY2" fmla="*/ 474223 h 6372666"/>
              <a:gd name="connsiteX3" fmla="*/ 4502357 w 5122449"/>
              <a:gd name="connsiteY3" fmla="*/ 4598790 h 6372666"/>
              <a:gd name="connsiteX4" fmla="*/ 1363066 w 5122449"/>
              <a:gd name="connsiteY4" fmla="*/ 6372666 h 6372666"/>
              <a:gd name="connsiteX5" fmla="*/ 82347 w 5122449"/>
              <a:gd name="connsiteY5" fmla="*/ 6147256 h 6372666"/>
              <a:gd name="connsiteX6" fmla="*/ 0 w 5122449"/>
              <a:gd name="connsiteY6" fmla="*/ 6114876 h 6372666"/>
              <a:gd name="connsiteX7" fmla="*/ 0 w 5122449"/>
              <a:gd name="connsiteY7" fmla="*/ 0 h 6372666"/>
              <a:gd name="connsiteX0" fmla="*/ 0 w 5110499"/>
              <a:gd name="connsiteY0" fmla="*/ 0 h 6372666"/>
              <a:gd name="connsiteX1" fmla="*/ 4725781 w 5110499"/>
              <a:gd name="connsiteY1" fmla="*/ 21096 h 6372666"/>
              <a:gd name="connsiteX2" fmla="*/ 4864760 w 5110499"/>
              <a:gd name="connsiteY2" fmla="*/ 474223 h 6372666"/>
              <a:gd name="connsiteX3" fmla="*/ 4460534 w 5110499"/>
              <a:gd name="connsiteY3" fmla="*/ 4704273 h 6372666"/>
              <a:gd name="connsiteX4" fmla="*/ 1363066 w 5110499"/>
              <a:gd name="connsiteY4" fmla="*/ 6372666 h 6372666"/>
              <a:gd name="connsiteX5" fmla="*/ 82347 w 5110499"/>
              <a:gd name="connsiteY5" fmla="*/ 6147256 h 6372666"/>
              <a:gd name="connsiteX6" fmla="*/ 0 w 5110499"/>
              <a:gd name="connsiteY6" fmla="*/ 6114876 h 6372666"/>
              <a:gd name="connsiteX7" fmla="*/ 0 w 5110499"/>
              <a:gd name="connsiteY7" fmla="*/ 0 h 6372666"/>
              <a:gd name="connsiteX0" fmla="*/ 0 w 5110499"/>
              <a:gd name="connsiteY0" fmla="*/ 0 h 6372666"/>
              <a:gd name="connsiteX1" fmla="*/ 4725781 w 5110499"/>
              <a:gd name="connsiteY1" fmla="*/ 21096 h 6372666"/>
              <a:gd name="connsiteX2" fmla="*/ 4864760 w 5110499"/>
              <a:gd name="connsiteY2" fmla="*/ 474223 h 6372666"/>
              <a:gd name="connsiteX3" fmla="*/ 4460534 w 5110499"/>
              <a:gd name="connsiteY3" fmla="*/ 4704273 h 6372666"/>
              <a:gd name="connsiteX4" fmla="*/ 1363066 w 5110499"/>
              <a:gd name="connsiteY4" fmla="*/ 6372666 h 6372666"/>
              <a:gd name="connsiteX5" fmla="*/ 82347 w 5110499"/>
              <a:gd name="connsiteY5" fmla="*/ 6147256 h 6372666"/>
              <a:gd name="connsiteX6" fmla="*/ 0 w 5110499"/>
              <a:gd name="connsiteY6" fmla="*/ 6114876 h 6372666"/>
              <a:gd name="connsiteX7" fmla="*/ 0 w 5110499"/>
              <a:gd name="connsiteY7" fmla="*/ 0 h 6372666"/>
              <a:gd name="connsiteX0" fmla="*/ 0 w 5118394"/>
              <a:gd name="connsiteY0" fmla="*/ 0 h 6509793"/>
              <a:gd name="connsiteX1" fmla="*/ 4725781 w 5118394"/>
              <a:gd name="connsiteY1" fmla="*/ 21096 h 6509793"/>
              <a:gd name="connsiteX2" fmla="*/ 4864760 w 5118394"/>
              <a:gd name="connsiteY2" fmla="*/ 474223 h 6509793"/>
              <a:gd name="connsiteX3" fmla="*/ 4460534 w 5118394"/>
              <a:gd name="connsiteY3" fmla="*/ 4704273 h 6509793"/>
              <a:gd name="connsiteX4" fmla="*/ 1164403 w 5118394"/>
              <a:gd name="connsiteY4" fmla="*/ 6509793 h 6509793"/>
              <a:gd name="connsiteX5" fmla="*/ 82347 w 5118394"/>
              <a:gd name="connsiteY5" fmla="*/ 6147256 h 6509793"/>
              <a:gd name="connsiteX6" fmla="*/ 0 w 5118394"/>
              <a:gd name="connsiteY6" fmla="*/ 6114876 h 6509793"/>
              <a:gd name="connsiteX7" fmla="*/ 0 w 5118394"/>
              <a:gd name="connsiteY7" fmla="*/ 0 h 6509793"/>
              <a:gd name="connsiteX0" fmla="*/ 0 w 5162448"/>
              <a:gd name="connsiteY0" fmla="*/ 0 h 6509793"/>
              <a:gd name="connsiteX1" fmla="*/ 4725781 w 5162448"/>
              <a:gd name="connsiteY1" fmla="*/ 21096 h 6509793"/>
              <a:gd name="connsiteX2" fmla="*/ 4864760 w 5162448"/>
              <a:gd name="connsiteY2" fmla="*/ 474223 h 6509793"/>
              <a:gd name="connsiteX3" fmla="*/ 4596462 w 5162448"/>
              <a:gd name="connsiteY3" fmla="*/ 4535502 h 6509793"/>
              <a:gd name="connsiteX4" fmla="*/ 1164403 w 5162448"/>
              <a:gd name="connsiteY4" fmla="*/ 6509793 h 6509793"/>
              <a:gd name="connsiteX5" fmla="*/ 82347 w 5162448"/>
              <a:gd name="connsiteY5" fmla="*/ 6147256 h 6509793"/>
              <a:gd name="connsiteX6" fmla="*/ 0 w 5162448"/>
              <a:gd name="connsiteY6" fmla="*/ 6114876 h 6509793"/>
              <a:gd name="connsiteX7" fmla="*/ 0 w 5162448"/>
              <a:gd name="connsiteY7" fmla="*/ 0 h 6509793"/>
              <a:gd name="connsiteX0" fmla="*/ 0 w 5162448"/>
              <a:gd name="connsiteY0" fmla="*/ 0 h 6509793"/>
              <a:gd name="connsiteX1" fmla="*/ 4725781 w 5162448"/>
              <a:gd name="connsiteY1" fmla="*/ 21096 h 6509793"/>
              <a:gd name="connsiteX2" fmla="*/ 4864760 w 5162448"/>
              <a:gd name="connsiteY2" fmla="*/ 474223 h 6509793"/>
              <a:gd name="connsiteX3" fmla="*/ 4596462 w 5162448"/>
              <a:gd name="connsiteY3" fmla="*/ 4535502 h 6509793"/>
              <a:gd name="connsiteX4" fmla="*/ 1164403 w 5162448"/>
              <a:gd name="connsiteY4" fmla="*/ 6509793 h 6509793"/>
              <a:gd name="connsiteX5" fmla="*/ 385570 w 5162448"/>
              <a:gd name="connsiteY5" fmla="*/ 6305480 h 6509793"/>
              <a:gd name="connsiteX6" fmla="*/ 0 w 5162448"/>
              <a:gd name="connsiteY6" fmla="*/ 6114876 h 6509793"/>
              <a:gd name="connsiteX7" fmla="*/ 0 w 5162448"/>
              <a:gd name="connsiteY7" fmla="*/ 0 h 6509793"/>
              <a:gd name="connsiteX0" fmla="*/ 0 w 5162448"/>
              <a:gd name="connsiteY0" fmla="*/ 0 h 6509793"/>
              <a:gd name="connsiteX1" fmla="*/ 4725781 w 5162448"/>
              <a:gd name="connsiteY1" fmla="*/ 21096 h 6509793"/>
              <a:gd name="connsiteX2" fmla="*/ 4864760 w 5162448"/>
              <a:gd name="connsiteY2" fmla="*/ 474223 h 6509793"/>
              <a:gd name="connsiteX3" fmla="*/ 4596462 w 5162448"/>
              <a:gd name="connsiteY3" fmla="*/ 4535502 h 6509793"/>
              <a:gd name="connsiteX4" fmla="*/ 1164403 w 5162448"/>
              <a:gd name="connsiteY4" fmla="*/ 6509793 h 6509793"/>
              <a:gd name="connsiteX5" fmla="*/ 385570 w 5162448"/>
              <a:gd name="connsiteY5" fmla="*/ 6305480 h 6509793"/>
              <a:gd name="connsiteX6" fmla="*/ 0 w 5162448"/>
              <a:gd name="connsiteY6" fmla="*/ 6114876 h 6509793"/>
              <a:gd name="connsiteX7" fmla="*/ 0 w 5162448"/>
              <a:gd name="connsiteY7" fmla="*/ 0 h 6509793"/>
              <a:gd name="connsiteX0" fmla="*/ 0 w 5127267"/>
              <a:gd name="connsiteY0" fmla="*/ 0 h 6509793"/>
              <a:gd name="connsiteX1" fmla="*/ 4725781 w 5127267"/>
              <a:gd name="connsiteY1" fmla="*/ 21096 h 6509793"/>
              <a:gd name="connsiteX2" fmla="*/ 4812481 w 5127267"/>
              <a:gd name="connsiteY2" fmla="*/ 526964 h 6509793"/>
              <a:gd name="connsiteX3" fmla="*/ 4596462 w 5127267"/>
              <a:gd name="connsiteY3" fmla="*/ 4535502 h 6509793"/>
              <a:gd name="connsiteX4" fmla="*/ 1164403 w 5127267"/>
              <a:gd name="connsiteY4" fmla="*/ 6509793 h 6509793"/>
              <a:gd name="connsiteX5" fmla="*/ 385570 w 5127267"/>
              <a:gd name="connsiteY5" fmla="*/ 6305480 h 6509793"/>
              <a:gd name="connsiteX6" fmla="*/ 0 w 5127267"/>
              <a:gd name="connsiteY6" fmla="*/ 6114876 h 6509793"/>
              <a:gd name="connsiteX7" fmla="*/ 0 w 5127267"/>
              <a:gd name="connsiteY7" fmla="*/ 0 h 6509793"/>
              <a:gd name="connsiteX0" fmla="*/ 0 w 5041484"/>
              <a:gd name="connsiteY0" fmla="*/ 0 h 6509793"/>
              <a:gd name="connsiteX1" fmla="*/ 4725781 w 5041484"/>
              <a:gd name="connsiteY1" fmla="*/ 21096 h 6509793"/>
              <a:gd name="connsiteX2" fmla="*/ 4812481 w 5041484"/>
              <a:gd name="connsiteY2" fmla="*/ 526964 h 6509793"/>
              <a:gd name="connsiteX3" fmla="*/ 4596462 w 5041484"/>
              <a:gd name="connsiteY3" fmla="*/ 4535502 h 6509793"/>
              <a:gd name="connsiteX4" fmla="*/ 1164403 w 5041484"/>
              <a:gd name="connsiteY4" fmla="*/ 6509793 h 6509793"/>
              <a:gd name="connsiteX5" fmla="*/ 385570 w 5041484"/>
              <a:gd name="connsiteY5" fmla="*/ 6305480 h 6509793"/>
              <a:gd name="connsiteX6" fmla="*/ 0 w 5041484"/>
              <a:gd name="connsiteY6" fmla="*/ 6114876 h 6509793"/>
              <a:gd name="connsiteX7" fmla="*/ 0 w 5041484"/>
              <a:gd name="connsiteY7" fmla="*/ 0 h 6509793"/>
              <a:gd name="connsiteX0" fmla="*/ 0 w 5140479"/>
              <a:gd name="connsiteY0" fmla="*/ 0 h 6509793"/>
              <a:gd name="connsiteX1" fmla="*/ 4725781 w 5140479"/>
              <a:gd name="connsiteY1" fmla="*/ 21096 h 6509793"/>
              <a:gd name="connsiteX2" fmla="*/ 4812481 w 5140479"/>
              <a:gd name="connsiteY2" fmla="*/ 526964 h 6509793"/>
              <a:gd name="connsiteX3" fmla="*/ 4596462 w 5140479"/>
              <a:gd name="connsiteY3" fmla="*/ 4535502 h 6509793"/>
              <a:gd name="connsiteX4" fmla="*/ 1164403 w 5140479"/>
              <a:gd name="connsiteY4" fmla="*/ 6509793 h 6509793"/>
              <a:gd name="connsiteX5" fmla="*/ 385570 w 5140479"/>
              <a:gd name="connsiteY5" fmla="*/ 6305480 h 6509793"/>
              <a:gd name="connsiteX6" fmla="*/ 0 w 5140479"/>
              <a:gd name="connsiteY6" fmla="*/ 6114876 h 6509793"/>
              <a:gd name="connsiteX7" fmla="*/ 0 w 5140479"/>
              <a:gd name="connsiteY7" fmla="*/ 0 h 6509793"/>
              <a:gd name="connsiteX0" fmla="*/ 0 w 5190465"/>
              <a:gd name="connsiteY0" fmla="*/ 0 h 6509793"/>
              <a:gd name="connsiteX1" fmla="*/ 4725781 w 5190465"/>
              <a:gd name="connsiteY1" fmla="*/ 21096 h 6509793"/>
              <a:gd name="connsiteX2" fmla="*/ 4885673 w 5190465"/>
              <a:gd name="connsiteY2" fmla="*/ 358192 h 6509793"/>
              <a:gd name="connsiteX3" fmla="*/ 4596462 w 5190465"/>
              <a:gd name="connsiteY3" fmla="*/ 4535502 h 6509793"/>
              <a:gd name="connsiteX4" fmla="*/ 1164403 w 5190465"/>
              <a:gd name="connsiteY4" fmla="*/ 6509793 h 6509793"/>
              <a:gd name="connsiteX5" fmla="*/ 385570 w 5190465"/>
              <a:gd name="connsiteY5" fmla="*/ 6305480 h 6509793"/>
              <a:gd name="connsiteX6" fmla="*/ 0 w 5190465"/>
              <a:gd name="connsiteY6" fmla="*/ 6114876 h 6509793"/>
              <a:gd name="connsiteX7" fmla="*/ 0 w 5190465"/>
              <a:gd name="connsiteY7" fmla="*/ 0 h 6509793"/>
              <a:gd name="connsiteX0" fmla="*/ 0 w 5158865"/>
              <a:gd name="connsiteY0" fmla="*/ 0 h 6509793"/>
              <a:gd name="connsiteX1" fmla="*/ 4725781 w 5158865"/>
              <a:gd name="connsiteY1" fmla="*/ 21096 h 6509793"/>
              <a:gd name="connsiteX2" fmla="*/ 4885673 w 5158865"/>
              <a:gd name="connsiteY2" fmla="*/ 358192 h 6509793"/>
              <a:gd name="connsiteX3" fmla="*/ 4596462 w 5158865"/>
              <a:gd name="connsiteY3" fmla="*/ 4535502 h 6509793"/>
              <a:gd name="connsiteX4" fmla="*/ 1164403 w 5158865"/>
              <a:gd name="connsiteY4" fmla="*/ 6509793 h 6509793"/>
              <a:gd name="connsiteX5" fmla="*/ 385570 w 5158865"/>
              <a:gd name="connsiteY5" fmla="*/ 6305480 h 6509793"/>
              <a:gd name="connsiteX6" fmla="*/ 0 w 5158865"/>
              <a:gd name="connsiteY6" fmla="*/ 6114876 h 6509793"/>
              <a:gd name="connsiteX7" fmla="*/ 0 w 5158865"/>
              <a:gd name="connsiteY7" fmla="*/ 0 h 6509793"/>
              <a:gd name="connsiteX0" fmla="*/ 0 w 5272866"/>
              <a:gd name="connsiteY0" fmla="*/ 0 h 6509793"/>
              <a:gd name="connsiteX1" fmla="*/ 4725781 w 5272866"/>
              <a:gd name="connsiteY1" fmla="*/ 21096 h 6509793"/>
              <a:gd name="connsiteX2" fmla="*/ 5042512 w 5272866"/>
              <a:gd name="connsiteY2" fmla="*/ 1476302 h 6509793"/>
              <a:gd name="connsiteX3" fmla="*/ 4596462 w 5272866"/>
              <a:gd name="connsiteY3" fmla="*/ 4535502 h 6509793"/>
              <a:gd name="connsiteX4" fmla="*/ 1164403 w 5272866"/>
              <a:gd name="connsiteY4" fmla="*/ 6509793 h 6509793"/>
              <a:gd name="connsiteX5" fmla="*/ 385570 w 5272866"/>
              <a:gd name="connsiteY5" fmla="*/ 6305480 h 6509793"/>
              <a:gd name="connsiteX6" fmla="*/ 0 w 5272866"/>
              <a:gd name="connsiteY6" fmla="*/ 6114876 h 6509793"/>
              <a:gd name="connsiteX7" fmla="*/ 0 w 5272866"/>
              <a:gd name="connsiteY7" fmla="*/ 0 h 6509793"/>
              <a:gd name="connsiteX0" fmla="*/ 0 w 5183390"/>
              <a:gd name="connsiteY0" fmla="*/ 0 h 6509793"/>
              <a:gd name="connsiteX1" fmla="*/ 4725781 w 5183390"/>
              <a:gd name="connsiteY1" fmla="*/ 21096 h 6509793"/>
              <a:gd name="connsiteX2" fmla="*/ 5042512 w 5183390"/>
              <a:gd name="connsiteY2" fmla="*/ 1476302 h 6509793"/>
              <a:gd name="connsiteX3" fmla="*/ 4115488 w 5183390"/>
              <a:gd name="connsiteY3" fmla="*/ 5210588 h 6509793"/>
              <a:gd name="connsiteX4" fmla="*/ 1164403 w 5183390"/>
              <a:gd name="connsiteY4" fmla="*/ 6509793 h 6509793"/>
              <a:gd name="connsiteX5" fmla="*/ 385570 w 5183390"/>
              <a:gd name="connsiteY5" fmla="*/ 6305480 h 6509793"/>
              <a:gd name="connsiteX6" fmla="*/ 0 w 5183390"/>
              <a:gd name="connsiteY6" fmla="*/ 6114876 h 6509793"/>
              <a:gd name="connsiteX7" fmla="*/ 0 w 5183390"/>
              <a:gd name="connsiteY7" fmla="*/ 0 h 6509793"/>
              <a:gd name="connsiteX0" fmla="*/ 0 w 5172636"/>
              <a:gd name="connsiteY0" fmla="*/ 0 h 6509793"/>
              <a:gd name="connsiteX1" fmla="*/ 4725781 w 5172636"/>
              <a:gd name="connsiteY1" fmla="*/ 21096 h 6509793"/>
              <a:gd name="connsiteX2" fmla="*/ 5042512 w 5172636"/>
              <a:gd name="connsiteY2" fmla="*/ 1476302 h 6509793"/>
              <a:gd name="connsiteX3" fmla="*/ 4115488 w 5172636"/>
              <a:gd name="connsiteY3" fmla="*/ 5210588 h 6509793"/>
              <a:gd name="connsiteX4" fmla="*/ 1164403 w 5172636"/>
              <a:gd name="connsiteY4" fmla="*/ 6509793 h 6509793"/>
              <a:gd name="connsiteX5" fmla="*/ 385570 w 5172636"/>
              <a:gd name="connsiteY5" fmla="*/ 6305480 h 6509793"/>
              <a:gd name="connsiteX6" fmla="*/ 0 w 5172636"/>
              <a:gd name="connsiteY6" fmla="*/ 6114876 h 6509793"/>
              <a:gd name="connsiteX7" fmla="*/ 0 w 5172636"/>
              <a:gd name="connsiteY7" fmla="*/ 0 h 6509793"/>
              <a:gd name="connsiteX0" fmla="*/ 0 w 5097074"/>
              <a:gd name="connsiteY0" fmla="*/ 0 h 6509793"/>
              <a:gd name="connsiteX1" fmla="*/ 4725781 w 5097074"/>
              <a:gd name="connsiteY1" fmla="*/ 21096 h 6509793"/>
              <a:gd name="connsiteX2" fmla="*/ 5042512 w 5097074"/>
              <a:gd name="connsiteY2" fmla="*/ 1476302 h 6509793"/>
              <a:gd name="connsiteX3" fmla="*/ 4115488 w 5097074"/>
              <a:gd name="connsiteY3" fmla="*/ 5210588 h 6509793"/>
              <a:gd name="connsiteX4" fmla="*/ 1164403 w 5097074"/>
              <a:gd name="connsiteY4" fmla="*/ 6509793 h 6509793"/>
              <a:gd name="connsiteX5" fmla="*/ 385570 w 5097074"/>
              <a:gd name="connsiteY5" fmla="*/ 6305480 h 6509793"/>
              <a:gd name="connsiteX6" fmla="*/ 0 w 5097074"/>
              <a:gd name="connsiteY6" fmla="*/ 6114876 h 6509793"/>
              <a:gd name="connsiteX7" fmla="*/ 0 w 5097074"/>
              <a:gd name="connsiteY7" fmla="*/ 0 h 6509793"/>
              <a:gd name="connsiteX0" fmla="*/ 0 w 5106559"/>
              <a:gd name="connsiteY0" fmla="*/ 0 h 6509793"/>
              <a:gd name="connsiteX1" fmla="*/ 4725781 w 5106559"/>
              <a:gd name="connsiteY1" fmla="*/ 21096 h 6509793"/>
              <a:gd name="connsiteX2" fmla="*/ 5042512 w 5106559"/>
              <a:gd name="connsiteY2" fmla="*/ 1476302 h 6509793"/>
              <a:gd name="connsiteX3" fmla="*/ 4115488 w 5106559"/>
              <a:gd name="connsiteY3" fmla="*/ 5210588 h 6509793"/>
              <a:gd name="connsiteX4" fmla="*/ 1164403 w 5106559"/>
              <a:gd name="connsiteY4" fmla="*/ 6509793 h 6509793"/>
              <a:gd name="connsiteX5" fmla="*/ 385570 w 5106559"/>
              <a:gd name="connsiteY5" fmla="*/ 6305480 h 6509793"/>
              <a:gd name="connsiteX6" fmla="*/ 0 w 5106559"/>
              <a:gd name="connsiteY6" fmla="*/ 6114876 h 6509793"/>
              <a:gd name="connsiteX7" fmla="*/ 0 w 5106559"/>
              <a:gd name="connsiteY7" fmla="*/ 0 h 6509793"/>
              <a:gd name="connsiteX0" fmla="*/ 0 w 5108361"/>
              <a:gd name="connsiteY0" fmla="*/ 0 h 6509793"/>
              <a:gd name="connsiteX1" fmla="*/ 4725781 w 5108361"/>
              <a:gd name="connsiteY1" fmla="*/ 21096 h 6509793"/>
              <a:gd name="connsiteX2" fmla="*/ 5042512 w 5108361"/>
              <a:gd name="connsiteY2" fmla="*/ 1476302 h 6509793"/>
              <a:gd name="connsiteX3" fmla="*/ 4136401 w 5108361"/>
              <a:gd name="connsiteY3" fmla="*/ 5337167 h 6509793"/>
              <a:gd name="connsiteX4" fmla="*/ 1164403 w 5108361"/>
              <a:gd name="connsiteY4" fmla="*/ 6509793 h 6509793"/>
              <a:gd name="connsiteX5" fmla="*/ 385570 w 5108361"/>
              <a:gd name="connsiteY5" fmla="*/ 6305480 h 6509793"/>
              <a:gd name="connsiteX6" fmla="*/ 0 w 5108361"/>
              <a:gd name="connsiteY6" fmla="*/ 6114876 h 6509793"/>
              <a:gd name="connsiteX7" fmla="*/ 0 w 5108361"/>
              <a:gd name="connsiteY7" fmla="*/ 0 h 6509793"/>
              <a:gd name="connsiteX0" fmla="*/ 0 w 5108361"/>
              <a:gd name="connsiteY0" fmla="*/ 0 h 6523289"/>
              <a:gd name="connsiteX1" fmla="*/ 4725781 w 5108361"/>
              <a:gd name="connsiteY1" fmla="*/ 21096 h 6523289"/>
              <a:gd name="connsiteX2" fmla="*/ 5042512 w 5108361"/>
              <a:gd name="connsiteY2" fmla="*/ 1476302 h 6523289"/>
              <a:gd name="connsiteX3" fmla="*/ 4136401 w 5108361"/>
              <a:gd name="connsiteY3" fmla="*/ 5337167 h 6523289"/>
              <a:gd name="connsiteX4" fmla="*/ 1164403 w 5108361"/>
              <a:gd name="connsiteY4" fmla="*/ 6509793 h 6523289"/>
              <a:gd name="connsiteX5" fmla="*/ 385570 w 5108361"/>
              <a:gd name="connsiteY5" fmla="*/ 6305480 h 6523289"/>
              <a:gd name="connsiteX6" fmla="*/ 0 w 5108361"/>
              <a:gd name="connsiteY6" fmla="*/ 6114876 h 6523289"/>
              <a:gd name="connsiteX7" fmla="*/ 0 w 5108361"/>
              <a:gd name="connsiteY7" fmla="*/ 0 h 6523289"/>
              <a:gd name="connsiteX0" fmla="*/ 0 w 5085677"/>
              <a:gd name="connsiteY0" fmla="*/ 0 h 6522930"/>
              <a:gd name="connsiteX1" fmla="*/ 4725781 w 5085677"/>
              <a:gd name="connsiteY1" fmla="*/ 21096 h 6522930"/>
              <a:gd name="connsiteX2" fmla="*/ 5042512 w 5085677"/>
              <a:gd name="connsiteY2" fmla="*/ 1476302 h 6522930"/>
              <a:gd name="connsiteX3" fmla="*/ 4136401 w 5085677"/>
              <a:gd name="connsiteY3" fmla="*/ 5337167 h 6522930"/>
              <a:gd name="connsiteX4" fmla="*/ 1164403 w 5085677"/>
              <a:gd name="connsiteY4" fmla="*/ 6509793 h 6522930"/>
              <a:gd name="connsiteX5" fmla="*/ 385570 w 5085677"/>
              <a:gd name="connsiteY5" fmla="*/ 6305480 h 6522930"/>
              <a:gd name="connsiteX6" fmla="*/ 0 w 5085677"/>
              <a:gd name="connsiteY6" fmla="*/ 6114876 h 6522930"/>
              <a:gd name="connsiteX7" fmla="*/ 0 w 5085677"/>
              <a:gd name="connsiteY7" fmla="*/ 0 h 6522930"/>
              <a:gd name="connsiteX0" fmla="*/ 0 w 5018753"/>
              <a:gd name="connsiteY0" fmla="*/ 0 h 6531040"/>
              <a:gd name="connsiteX1" fmla="*/ 4725781 w 5018753"/>
              <a:gd name="connsiteY1" fmla="*/ 21096 h 6531040"/>
              <a:gd name="connsiteX2" fmla="*/ 4948408 w 5018753"/>
              <a:gd name="connsiteY2" fmla="*/ 906699 h 6531040"/>
              <a:gd name="connsiteX3" fmla="*/ 4136401 w 5018753"/>
              <a:gd name="connsiteY3" fmla="*/ 5337167 h 6531040"/>
              <a:gd name="connsiteX4" fmla="*/ 1164403 w 5018753"/>
              <a:gd name="connsiteY4" fmla="*/ 6509793 h 6531040"/>
              <a:gd name="connsiteX5" fmla="*/ 385570 w 5018753"/>
              <a:gd name="connsiteY5" fmla="*/ 6305480 h 6531040"/>
              <a:gd name="connsiteX6" fmla="*/ 0 w 5018753"/>
              <a:gd name="connsiteY6" fmla="*/ 6114876 h 6531040"/>
              <a:gd name="connsiteX7" fmla="*/ 0 w 5018753"/>
              <a:gd name="connsiteY7" fmla="*/ 0 h 6531040"/>
              <a:gd name="connsiteX0" fmla="*/ 0 w 5080914"/>
              <a:gd name="connsiteY0" fmla="*/ 0 h 6531040"/>
              <a:gd name="connsiteX1" fmla="*/ 4725781 w 5080914"/>
              <a:gd name="connsiteY1" fmla="*/ 21096 h 6531040"/>
              <a:gd name="connsiteX2" fmla="*/ 4948408 w 5080914"/>
              <a:gd name="connsiteY2" fmla="*/ 906699 h 6531040"/>
              <a:gd name="connsiteX3" fmla="*/ 4136401 w 5080914"/>
              <a:gd name="connsiteY3" fmla="*/ 5337167 h 6531040"/>
              <a:gd name="connsiteX4" fmla="*/ 1164403 w 5080914"/>
              <a:gd name="connsiteY4" fmla="*/ 6509793 h 6531040"/>
              <a:gd name="connsiteX5" fmla="*/ 385570 w 5080914"/>
              <a:gd name="connsiteY5" fmla="*/ 6305480 h 6531040"/>
              <a:gd name="connsiteX6" fmla="*/ 0 w 5080914"/>
              <a:gd name="connsiteY6" fmla="*/ 6114876 h 6531040"/>
              <a:gd name="connsiteX7" fmla="*/ 0 w 5080914"/>
              <a:gd name="connsiteY7" fmla="*/ 0 h 6531040"/>
              <a:gd name="connsiteX0" fmla="*/ 0 w 5080914"/>
              <a:gd name="connsiteY0" fmla="*/ 0 h 6531040"/>
              <a:gd name="connsiteX1" fmla="*/ 4699929 w 5080914"/>
              <a:gd name="connsiteY1" fmla="*/ 5447 h 6531040"/>
              <a:gd name="connsiteX2" fmla="*/ 4948408 w 5080914"/>
              <a:gd name="connsiteY2" fmla="*/ 906699 h 6531040"/>
              <a:gd name="connsiteX3" fmla="*/ 4136401 w 5080914"/>
              <a:gd name="connsiteY3" fmla="*/ 5337167 h 6531040"/>
              <a:gd name="connsiteX4" fmla="*/ 1164403 w 5080914"/>
              <a:gd name="connsiteY4" fmla="*/ 6509793 h 6531040"/>
              <a:gd name="connsiteX5" fmla="*/ 385570 w 5080914"/>
              <a:gd name="connsiteY5" fmla="*/ 6305480 h 6531040"/>
              <a:gd name="connsiteX6" fmla="*/ 0 w 5080914"/>
              <a:gd name="connsiteY6" fmla="*/ 6114876 h 6531040"/>
              <a:gd name="connsiteX7" fmla="*/ 0 w 5080914"/>
              <a:gd name="connsiteY7" fmla="*/ 0 h 6531040"/>
              <a:gd name="connsiteX0" fmla="*/ 0 w 5080914"/>
              <a:gd name="connsiteY0" fmla="*/ 1407 h 6532447"/>
              <a:gd name="connsiteX1" fmla="*/ 4696533 w 5080914"/>
              <a:gd name="connsiteY1" fmla="*/ 0 h 6532447"/>
              <a:gd name="connsiteX2" fmla="*/ 4948408 w 5080914"/>
              <a:gd name="connsiteY2" fmla="*/ 908106 h 6532447"/>
              <a:gd name="connsiteX3" fmla="*/ 4136401 w 5080914"/>
              <a:gd name="connsiteY3" fmla="*/ 5338574 h 6532447"/>
              <a:gd name="connsiteX4" fmla="*/ 1164403 w 5080914"/>
              <a:gd name="connsiteY4" fmla="*/ 6511200 h 6532447"/>
              <a:gd name="connsiteX5" fmla="*/ 385570 w 5080914"/>
              <a:gd name="connsiteY5" fmla="*/ 6306887 h 6532447"/>
              <a:gd name="connsiteX6" fmla="*/ 0 w 5080914"/>
              <a:gd name="connsiteY6" fmla="*/ 6116283 h 6532447"/>
              <a:gd name="connsiteX7" fmla="*/ 0 w 5080914"/>
              <a:gd name="connsiteY7" fmla="*/ 1407 h 6532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80914" h="6532447">
                <a:moveTo>
                  <a:pt x="0" y="1407"/>
                </a:moveTo>
                <a:lnTo>
                  <a:pt x="4696533" y="0"/>
                </a:lnTo>
                <a:cubicBezTo>
                  <a:pt x="4708006" y="10399"/>
                  <a:pt x="4936935" y="897707"/>
                  <a:pt x="4948408" y="908106"/>
                </a:cubicBezTo>
                <a:cubicBezTo>
                  <a:pt x="5350615" y="2656261"/>
                  <a:pt x="4767068" y="4404725"/>
                  <a:pt x="4136401" y="5338574"/>
                </a:cubicBezTo>
                <a:cubicBezTo>
                  <a:pt x="3505734" y="6272423"/>
                  <a:pt x="2343265" y="6627230"/>
                  <a:pt x="1164403" y="6511200"/>
                </a:cubicBezTo>
                <a:cubicBezTo>
                  <a:pt x="714399" y="6511200"/>
                  <a:pt x="418960" y="6305039"/>
                  <a:pt x="385570" y="6306887"/>
                </a:cubicBezTo>
                <a:lnTo>
                  <a:pt x="0" y="6116283"/>
                </a:lnTo>
                <a:lnTo>
                  <a:pt x="0" y="1407"/>
                </a:lnTo>
                <a:close/>
              </a:path>
            </a:pathLst>
          </a:custGeom>
          <a:noFill/>
        </p:spPr>
        <p:txBody>
          <a:bodyPr wrap="square">
            <a:noAutofit/>
          </a:bodyPr>
          <a:lstStyle/>
          <a:p>
            <a:r>
              <a:rPr lang="en-US"/>
              <a:t>Click icon to add picture</a:t>
            </a:r>
            <a:endParaRPr lang="en-US" dirty="0"/>
          </a:p>
        </p:txBody>
      </p:sp>
      <p:cxnSp>
        <p:nvCxnSpPr>
          <p:cNvPr id="2" name="Accent Mark">
            <a:extLst>
              <a:ext uri="{FF2B5EF4-FFF2-40B4-BE49-F238E27FC236}">
                <a16:creationId xmlns:a16="http://schemas.microsoft.com/office/drawing/2014/main" id="{EE2A4D5D-51DE-50EA-1E73-DDFE8D62632D}"/>
              </a:ext>
              <a:ext uri="{C183D7F6-B498-43B3-948B-1728B52AA6E4}">
                <adec:decorative xmlns:adec="http://schemas.microsoft.com/office/drawing/2017/decorative" val="1"/>
              </a:ext>
            </a:extLst>
          </p:cNvPr>
          <p:cNvCxnSpPr>
            <a:cxnSpLocks/>
          </p:cNvCxnSpPr>
          <p:nvPr userDrawn="1"/>
        </p:nvCxnSpPr>
        <p:spPr>
          <a:xfrm flipH="1">
            <a:off x="4367903" y="3492656"/>
            <a:ext cx="281178" cy="0"/>
          </a:xfrm>
          <a:prstGeom prst="line">
            <a:avLst/>
          </a:prstGeom>
          <a:ln w="38100" cap="flat">
            <a:solidFill>
              <a:srgbClr val="C74634"/>
            </a:solidFill>
            <a:prstDash val="solid"/>
          </a:ln>
        </p:spPr>
        <p:style>
          <a:lnRef idx="1">
            <a:schemeClr val="accent1"/>
          </a:lnRef>
          <a:fillRef idx="0">
            <a:schemeClr val="accent1"/>
          </a:fillRef>
          <a:effectRef idx="0">
            <a:schemeClr val="accent1"/>
          </a:effectRef>
          <a:fontRef idx="minor">
            <a:schemeClr val="tx1"/>
          </a:fontRef>
        </p:style>
      </p:cxnSp>
      <p:sp>
        <p:nvSpPr>
          <p:cNvPr id="8" name="Slide Number Placeholder 7">
            <a:extLst>
              <a:ext uri="{FF2B5EF4-FFF2-40B4-BE49-F238E27FC236}">
                <a16:creationId xmlns:a16="http://schemas.microsoft.com/office/drawing/2014/main" id="{FA2E22D8-777D-4A4E-8190-9C7E9654A636}"/>
              </a:ext>
            </a:extLst>
          </p:cNvPr>
          <p:cNvSpPr>
            <a:spLocks noGrp="1"/>
          </p:cNvSpPr>
          <p:nvPr>
            <p:ph type="sldNum" sz="quarter" idx="45"/>
          </p:nvPr>
        </p:nvSpPr>
        <p:spPr/>
        <p:txBody>
          <a:bodyPr/>
          <a:lstStyle/>
          <a:p>
            <a:fld id="{345D60D9-5372-5F40-9443-0F9AE5BDC3C8}" type="slidenum">
              <a:rPr lang="en-US" smtClean="0"/>
              <a:pPr/>
              <a:t>‹#›</a:t>
            </a:fld>
            <a:endParaRPr lang="en-US" dirty="0"/>
          </a:p>
        </p:txBody>
      </p:sp>
      <p:sp>
        <p:nvSpPr>
          <p:cNvPr id="5" name="Footer Placeholder 4">
            <a:extLst>
              <a:ext uri="{FF2B5EF4-FFF2-40B4-BE49-F238E27FC236}">
                <a16:creationId xmlns:a16="http://schemas.microsoft.com/office/drawing/2014/main" id="{0F175504-AA80-48D0-ABE0-C3B4B0480FBA}"/>
              </a:ext>
            </a:extLst>
          </p:cNvPr>
          <p:cNvSpPr>
            <a:spLocks noGrp="1"/>
          </p:cNvSpPr>
          <p:nvPr>
            <p:ph type="ftr" sz="quarter" idx="44"/>
          </p:nvPr>
        </p:nvSpPr>
        <p:spPr/>
        <p:txBody>
          <a:bodyPr/>
          <a:lstStyle/>
          <a:p>
            <a:r>
              <a:rPr lang="en-US"/>
              <a:t>Copyright © 2025, Oracle and/or its affiliates |  Confidential: Internal/Restricted/Highly Restricted</a:t>
            </a:r>
            <a:endParaRPr lang="en-US" dirty="0"/>
          </a:p>
        </p:txBody>
      </p:sp>
      <p:sp>
        <p:nvSpPr>
          <p:cNvPr id="4" name="Date Placeholder 3">
            <a:extLst>
              <a:ext uri="{FF2B5EF4-FFF2-40B4-BE49-F238E27FC236}">
                <a16:creationId xmlns:a16="http://schemas.microsoft.com/office/drawing/2014/main" id="{F3C7CAF2-5875-4790-8762-15A8CDD16E08}"/>
              </a:ext>
            </a:extLst>
          </p:cNvPr>
          <p:cNvSpPr>
            <a:spLocks noGrp="1"/>
          </p:cNvSpPr>
          <p:nvPr>
            <p:ph type="dt" sz="half" idx="43"/>
          </p:nvPr>
        </p:nvSpPr>
        <p:spPr/>
        <p:txBody>
          <a:bodyPr/>
          <a:lstStyle/>
          <a:p>
            <a:r>
              <a:rPr lang="en-US"/>
              <a:t>[Date]</a:t>
            </a:r>
            <a:endParaRPr lang="en-US" dirty="0"/>
          </a:p>
        </p:txBody>
      </p:sp>
    </p:spTree>
    <p:extLst>
      <p:ext uri="{BB962C8B-B14F-4D97-AF65-F5344CB8AC3E}">
        <p14:creationId xmlns:p14="http://schemas.microsoft.com/office/powerpoint/2010/main" val="2348679540"/>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1_Dark - Quote with Picture">
    <p:bg>
      <p:bgRef idx="1001">
        <a:schemeClr val="bg2"/>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190047F-B309-3490-2C2F-351775B3BA7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12" name="Quote">
            <a:extLst>
              <a:ext uri="{FF2B5EF4-FFF2-40B4-BE49-F238E27FC236}">
                <a16:creationId xmlns:a16="http://schemas.microsoft.com/office/drawing/2014/main" id="{B3A79ECA-28E8-A857-97F4-082EF2B1CAB8}"/>
              </a:ext>
            </a:extLst>
          </p:cNvPr>
          <p:cNvSpPr>
            <a:spLocks noGrp="1"/>
          </p:cNvSpPr>
          <p:nvPr>
            <p:ph type="title" hasCustomPrompt="1"/>
          </p:nvPr>
        </p:nvSpPr>
        <p:spPr>
          <a:xfrm>
            <a:off x="4258340" y="2172145"/>
            <a:ext cx="4515224" cy="1038746"/>
          </a:xfrm>
          <a:noFill/>
        </p:spPr>
        <p:txBody>
          <a:bodyPr vert="horz" wrap="square" lIns="0" tIns="0" rIns="0" bIns="0" rtlCol="0" anchor="b" anchorCtr="0">
            <a:spAutoFit/>
          </a:bodyPr>
          <a:lstStyle>
            <a:lvl1pPr marL="134541" indent="-134541">
              <a:lnSpc>
                <a:spcPct val="100000"/>
              </a:lnSpc>
              <a:tabLst/>
              <a:defRPr lang="en-US" sz="2250" b="0" i="0" dirty="0">
                <a:latin typeface="+mj-lt"/>
                <a:cs typeface="Oracle Sans Tab" panose="020B0503020204020204" pitchFamily="34" charset="0"/>
              </a:defRPr>
            </a:lvl1pPr>
          </a:lstStyle>
          <a:p>
            <a:pPr lvl="0"/>
            <a:r>
              <a:rPr lang="en-US" dirty="0"/>
              <a:t>“Click to type customer or</a:t>
            </a:r>
            <a:br>
              <a:rPr lang="en-US" dirty="0"/>
            </a:br>
            <a:r>
              <a:rPr lang="en-US" dirty="0"/>
              <a:t>partner quote surrounded</a:t>
            </a:r>
            <a:br>
              <a:rPr lang="en-US" dirty="0"/>
            </a:br>
            <a:r>
              <a:rPr lang="en-US" dirty="0"/>
              <a:t>by quotation marks.”</a:t>
            </a:r>
          </a:p>
        </p:txBody>
      </p:sp>
      <p:sp>
        <p:nvSpPr>
          <p:cNvPr id="13" name="Text Field">
            <a:extLst>
              <a:ext uri="{FF2B5EF4-FFF2-40B4-BE49-F238E27FC236}">
                <a16:creationId xmlns:a16="http://schemas.microsoft.com/office/drawing/2014/main" id="{04A571F4-71E4-264A-BBD5-0475995E681B}"/>
              </a:ext>
            </a:extLst>
          </p:cNvPr>
          <p:cNvSpPr>
            <a:spLocks noGrp="1"/>
          </p:cNvSpPr>
          <p:nvPr>
            <p:ph type="body" sz="quarter" idx="37" hasCustomPrompt="1"/>
          </p:nvPr>
        </p:nvSpPr>
        <p:spPr>
          <a:xfrm>
            <a:off x="4371591" y="3683346"/>
            <a:ext cx="4398300" cy="199718"/>
          </a:xfrm>
          <a:prstGeom prst="rect">
            <a:avLst/>
          </a:prstGeom>
        </p:spPr>
        <p:txBody>
          <a:bodyPr>
            <a:noAutofit/>
          </a:bodyPr>
          <a:lstStyle>
            <a:lvl1pPr>
              <a:defRPr b="1"/>
            </a:lvl1pPr>
          </a:lstStyle>
          <a:p>
            <a:pPr lvl="0"/>
            <a:r>
              <a:rPr lang="en-US" dirty="0"/>
              <a:t>Name of person quoted</a:t>
            </a:r>
          </a:p>
        </p:txBody>
      </p:sp>
      <p:sp>
        <p:nvSpPr>
          <p:cNvPr id="11" name="Text Field 2">
            <a:extLst>
              <a:ext uri="{FF2B5EF4-FFF2-40B4-BE49-F238E27FC236}">
                <a16:creationId xmlns:a16="http://schemas.microsoft.com/office/drawing/2014/main" id="{CBFB97F9-F988-C34C-8B6D-BB4A4D881736}"/>
              </a:ext>
            </a:extLst>
          </p:cNvPr>
          <p:cNvSpPr>
            <a:spLocks noGrp="1"/>
          </p:cNvSpPr>
          <p:nvPr>
            <p:ph type="body" sz="quarter" idx="36" hasCustomPrompt="1"/>
          </p:nvPr>
        </p:nvSpPr>
        <p:spPr>
          <a:xfrm>
            <a:off x="4371591" y="3936540"/>
            <a:ext cx="4398300" cy="589789"/>
          </a:xfrm>
          <a:prstGeom prst="rect">
            <a:avLst/>
          </a:prstGeom>
        </p:spPr>
        <p:txBody>
          <a:bodyPr>
            <a:noAutofit/>
          </a:bodyPr>
          <a:lstStyle>
            <a:lvl1pPr>
              <a:defRPr/>
            </a:lvl1pPr>
          </a:lstStyle>
          <a:p>
            <a:pPr lvl="0"/>
            <a:r>
              <a:rPr lang="en-US" dirty="0"/>
              <a:t>Additional information if needed</a:t>
            </a:r>
          </a:p>
        </p:txBody>
      </p:sp>
      <p:sp>
        <p:nvSpPr>
          <p:cNvPr id="2" name="Content Placeholder 2">
            <a:extLst>
              <a:ext uri="{FF2B5EF4-FFF2-40B4-BE49-F238E27FC236}">
                <a16:creationId xmlns:a16="http://schemas.microsoft.com/office/drawing/2014/main" id="{B89773B8-8237-C7B1-9DF8-93B5D5BF7DEE}"/>
              </a:ext>
            </a:extLst>
          </p:cNvPr>
          <p:cNvSpPr>
            <a:spLocks noGrp="1" noChangeAspect="1"/>
          </p:cNvSpPr>
          <p:nvPr>
            <p:ph sz="quarter" idx="48" hasCustomPrompt="1"/>
          </p:nvPr>
        </p:nvSpPr>
        <p:spPr>
          <a:xfrm>
            <a:off x="4371591" y="902554"/>
            <a:ext cx="1835688" cy="505307"/>
          </a:xfrm>
        </p:spPr>
        <p:txBody>
          <a:bodyPr/>
          <a:lstStyle>
            <a:lvl5pPr marL="548640" indent="0">
              <a:buNone/>
              <a:defRPr/>
            </a:lvl5pPr>
          </a:lstStyle>
          <a:p>
            <a:pPr lvl="0"/>
            <a:r>
              <a:rPr lang="en-US" dirty="0"/>
              <a:t>Click to add logo</a:t>
            </a:r>
          </a:p>
        </p:txBody>
      </p:sp>
      <p:sp>
        <p:nvSpPr>
          <p:cNvPr id="5" name="Picture Placeholder 5">
            <a:extLst>
              <a:ext uri="{FF2B5EF4-FFF2-40B4-BE49-F238E27FC236}">
                <a16:creationId xmlns:a16="http://schemas.microsoft.com/office/drawing/2014/main" id="{1F10E851-3567-F699-4B5F-02ABBB3355AC}"/>
              </a:ext>
            </a:extLst>
          </p:cNvPr>
          <p:cNvSpPr>
            <a:spLocks noGrp="1"/>
          </p:cNvSpPr>
          <p:nvPr>
            <p:ph type="pic" sz="quarter" idx="47"/>
          </p:nvPr>
        </p:nvSpPr>
        <p:spPr>
          <a:xfrm>
            <a:off x="0" y="1"/>
            <a:ext cx="3702819" cy="4719026"/>
          </a:xfrm>
          <a:custGeom>
            <a:avLst/>
            <a:gdLst>
              <a:gd name="connsiteX0" fmla="*/ 0 w 5087890"/>
              <a:gd name="connsiteY0" fmla="*/ 0 h 6372666"/>
              <a:gd name="connsiteX1" fmla="*/ 3962495 w 5087890"/>
              <a:gd name="connsiteY1" fmla="*/ 0 h 6372666"/>
              <a:gd name="connsiteX2" fmla="*/ 3996914 w 5087890"/>
              <a:gd name="connsiteY2" fmla="*/ 31198 h 6372666"/>
              <a:gd name="connsiteX3" fmla="*/ 5087890 w 5087890"/>
              <a:gd name="connsiteY3" fmla="*/ 2657920 h 6372666"/>
              <a:gd name="connsiteX4" fmla="*/ 1363066 w 5087890"/>
              <a:gd name="connsiteY4" fmla="*/ 6372666 h 6372666"/>
              <a:gd name="connsiteX5" fmla="*/ 82347 w 5087890"/>
              <a:gd name="connsiteY5" fmla="*/ 6147256 h 6372666"/>
              <a:gd name="connsiteX6" fmla="*/ 0 w 5087890"/>
              <a:gd name="connsiteY6" fmla="*/ 6114876 h 6372666"/>
              <a:gd name="connsiteX0" fmla="*/ 0 w 5249971"/>
              <a:gd name="connsiteY0" fmla="*/ 0 h 6372666"/>
              <a:gd name="connsiteX1" fmla="*/ 3962495 w 5249971"/>
              <a:gd name="connsiteY1" fmla="*/ 0 h 6372666"/>
              <a:gd name="connsiteX2" fmla="*/ 4226946 w 5249971"/>
              <a:gd name="connsiteY2" fmla="*/ 231614 h 6372666"/>
              <a:gd name="connsiteX3" fmla="*/ 5087890 w 5249971"/>
              <a:gd name="connsiteY3" fmla="*/ 2657920 h 6372666"/>
              <a:gd name="connsiteX4" fmla="*/ 1363066 w 5249971"/>
              <a:gd name="connsiteY4" fmla="*/ 6372666 h 6372666"/>
              <a:gd name="connsiteX5" fmla="*/ 82347 w 5249971"/>
              <a:gd name="connsiteY5" fmla="*/ 6147256 h 6372666"/>
              <a:gd name="connsiteX6" fmla="*/ 0 w 5249971"/>
              <a:gd name="connsiteY6" fmla="*/ 6114876 h 6372666"/>
              <a:gd name="connsiteX7" fmla="*/ 0 w 5249971"/>
              <a:gd name="connsiteY7" fmla="*/ 0 h 6372666"/>
              <a:gd name="connsiteX0" fmla="*/ 0 w 5247320"/>
              <a:gd name="connsiteY0" fmla="*/ 0 h 6372666"/>
              <a:gd name="connsiteX1" fmla="*/ 3962495 w 5247320"/>
              <a:gd name="connsiteY1" fmla="*/ 0 h 6372666"/>
              <a:gd name="connsiteX2" fmla="*/ 4226946 w 5247320"/>
              <a:gd name="connsiteY2" fmla="*/ 231614 h 6372666"/>
              <a:gd name="connsiteX3" fmla="*/ 5087890 w 5247320"/>
              <a:gd name="connsiteY3" fmla="*/ 2657920 h 6372666"/>
              <a:gd name="connsiteX4" fmla="*/ 1363066 w 5247320"/>
              <a:gd name="connsiteY4" fmla="*/ 6372666 h 6372666"/>
              <a:gd name="connsiteX5" fmla="*/ 82347 w 5247320"/>
              <a:gd name="connsiteY5" fmla="*/ 6147256 h 6372666"/>
              <a:gd name="connsiteX6" fmla="*/ 0 w 5247320"/>
              <a:gd name="connsiteY6" fmla="*/ 6114876 h 6372666"/>
              <a:gd name="connsiteX7" fmla="*/ 0 w 5247320"/>
              <a:gd name="connsiteY7" fmla="*/ 0 h 6372666"/>
              <a:gd name="connsiteX0" fmla="*/ 0 w 5247320"/>
              <a:gd name="connsiteY0" fmla="*/ 0 h 6372666"/>
              <a:gd name="connsiteX1" fmla="*/ 4516662 w 5247320"/>
              <a:gd name="connsiteY1" fmla="*/ 10548 h 6372666"/>
              <a:gd name="connsiteX2" fmla="*/ 4226946 w 5247320"/>
              <a:gd name="connsiteY2" fmla="*/ 231614 h 6372666"/>
              <a:gd name="connsiteX3" fmla="*/ 5087890 w 5247320"/>
              <a:gd name="connsiteY3" fmla="*/ 2657920 h 6372666"/>
              <a:gd name="connsiteX4" fmla="*/ 1363066 w 5247320"/>
              <a:gd name="connsiteY4" fmla="*/ 6372666 h 6372666"/>
              <a:gd name="connsiteX5" fmla="*/ 82347 w 5247320"/>
              <a:gd name="connsiteY5" fmla="*/ 6147256 h 6372666"/>
              <a:gd name="connsiteX6" fmla="*/ 0 w 5247320"/>
              <a:gd name="connsiteY6" fmla="*/ 6114876 h 6372666"/>
              <a:gd name="connsiteX7" fmla="*/ 0 w 5247320"/>
              <a:gd name="connsiteY7" fmla="*/ 0 h 6372666"/>
              <a:gd name="connsiteX0" fmla="*/ 0 w 5365577"/>
              <a:gd name="connsiteY0" fmla="*/ 0 h 6372666"/>
              <a:gd name="connsiteX1" fmla="*/ 4516662 w 5365577"/>
              <a:gd name="connsiteY1" fmla="*/ 10548 h 6372666"/>
              <a:gd name="connsiteX2" fmla="*/ 4655641 w 5365577"/>
              <a:gd name="connsiteY2" fmla="*/ 526964 h 6372666"/>
              <a:gd name="connsiteX3" fmla="*/ 5087890 w 5365577"/>
              <a:gd name="connsiteY3" fmla="*/ 2657920 h 6372666"/>
              <a:gd name="connsiteX4" fmla="*/ 1363066 w 5365577"/>
              <a:gd name="connsiteY4" fmla="*/ 6372666 h 6372666"/>
              <a:gd name="connsiteX5" fmla="*/ 82347 w 5365577"/>
              <a:gd name="connsiteY5" fmla="*/ 6147256 h 6372666"/>
              <a:gd name="connsiteX6" fmla="*/ 0 w 5365577"/>
              <a:gd name="connsiteY6" fmla="*/ 6114876 h 6372666"/>
              <a:gd name="connsiteX7" fmla="*/ 0 w 5365577"/>
              <a:gd name="connsiteY7" fmla="*/ 0 h 6372666"/>
              <a:gd name="connsiteX0" fmla="*/ 0 w 5288223"/>
              <a:gd name="connsiteY0" fmla="*/ 0 h 6372666"/>
              <a:gd name="connsiteX1" fmla="*/ 4516662 w 5288223"/>
              <a:gd name="connsiteY1" fmla="*/ 10548 h 6372666"/>
              <a:gd name="connsiteX2" fmla="*/ 4655641 w 5288223"/>
              <a:gd name="connsiteY2" fmla="*/ 526964 h 6372666"/>
              <a:gd name="connsiteX3" fmla="*/ 5087890 w 5288223"/>
              <a:gd name="connsiteY3" fmla="*/ 2657920 h 6372666"/>
              <a:gd name="connsiteX4" fmla="*/ 1363066 w 5288223"/>
              <a:gd name="connsiteY4" fmla="*/ 6372666 h 6372666"/>
              <a:gd name="connsiteX5" fmla="*/ 82347 w 5288223"/>
              <a:gd name="connsiteY5" fmla="*/ 6147256 h 6372666"/>
              <a:gd name="connsiteX6" fmla="*/ 0 w 5288223"/>
              <a:gd name="connsiteY6" fmla="*/ 6114876 h 6372666"/>
              <a:gd name="connsiteX7" fmla="*/ 0 w 5288223"/>
              <a:gd name="connsiteY7" fmla="*/ 0 h 6372666"/>
              <a:gd name="connsiteX0" fmla="*/ 0 w 5288223"/>
              <a:gd name="connsiteY0" fmla="*/ 0 h 6372666"/>
              <a:gd name="connsiteX1" fmla="*/ 4725781 w 5288223"/>
              <a:gd name="connsiteY1" fmla="*/ 21096 h 6372666"/>
              <a:gd name="connsiteX2" fmla="*/ 4655641 w 5288223"/>
              <a:gd name="connsiteY2" fmla="*/ 526964 h 6372666"/>
              <a:gd name="connsiteX3" fmla="*/ 5087890 w 5288223"/>
              <a:gd name="connsiteY3" fmla="*/ 2657920 h 6372666"/>
              <a:gd name="connsiteX4" fmla="*/ 1363066 w 5288223"/>
              <a:gd name="connsiteY4" fmla="*/ 6372666 h 6372666"/>
              <a:gd name="connsiteX5" fmla="*/ 82347 w 5288223"/>
              <a:gd name="connsiteY5" fmla="*/ 6147256 h 6372666"/>
              <a:gd name="connsiteX6" fmla="*/ 0 w 5288223"/>
              <a:gd name="connsiteY6" fmla="*/ 6114876 h 6372666"/>
              <a:gd name="connsiteX7" fmla="*/ 0 w 5288223"/>
              <a:gd name="connsiteY7" fmla="*/ 0 h 6372666"/>
              <a:gd name="connsiteX0" fmla="*/ 0 w 5382393"/>
              <a:gd name="connsiteY0" fmla="*/ 0 h 6372666"/>
              <a:gd name="connsiteX1" fmla="*/ 4725781 w 5382393"/>
              <a:gd name="connsiteY1" fmla="*/ 21096 h 6372666"/>
              <a:gd name="connsiteX2" fmla="*/ 4969320 w 5382393"/>
              <a:gd name="connsiteY2" fmla="*/ 1170404 h 6372666"/>
              <a:gd name="connsiteX3" fmla="*/ 5087890 w 5382393"/>
              <a:gd name="connsiteY3" fmla="*/ 2657920 h 6372666"/>
              <a:gd name="connsiteX4" fmla="*/ 1363066 w 5382393"/>
              <a:gd name="connsiteY4" fmla="*/ 6372666 h 6372666"/>
              <a:gd name="connsiteX5" fmla="*/ 82347 w 5382393"/>
              <a:gd name="connsiteY5" fmla="*/ 6147256 h 6372666"/>
              <a:gd name="connsiteX6" fmla="*/ 0 w 5382393"/>
              <a:gd name="connsiteY6" fmla="*/ 6114876 h 6372666"/>
              <a:gd name="connsiteX7" fmla="*/ 0 w 5382393"/>
              <a:gd name="connsiteY7" fmla="*/ 0 h 6372666"/>
              <a:gd name="connsiteX0" fmla="*/ 0 w 5095613"/>
              <a:gd name="connsiteY0" fmla="*/ 0 h 6372666"/>
              <a:gd name="connsiteX1" fmla="*/ 4725781 w 5095613"/>
              <a:gd name="connsiteY1" fmla="*/ 21096 h 6372666"/>
              <a:gd name="connsiteX2" fmla="*/ 4969320 w 5095613"/>
              <a:gd name="connsiteY2" fmla="*/ 1170404 h 6372666"/>
              <a:gd name="connsiteX3" fmla="*/ 4502357 w 5095613"/>
              <a:gd name="connsiteY3" fmla="*/ 4598790 h 6372666"/>
              <a:gd name="connsiteX4" fmla="*/ 1363066 w 5095613"/>
              <a:gd name="connsiteY4" fmla="*/ 6372666 h 6372666"/>
              <a:gd name="connsiteX5" fmla="*/ 82347 w 5095613"/>
              <a:gd name="connsiteY5" fmla="*/ 6147256 h 6372666"/>
              <a:gd name="connsiteX6" fmla="*/ 0 w 5095613"/>
              <a:gd name="connsiteY6" fmla="*/ 6114876 h 6372666"/>
              <a:gd name="connsiteX7" fmla="*/ 0 w 5095613"/>
              <a:gd name="connsiteY7" fmla="*/ 0 h 6372666"/>
              <a:gd name="connsiteX0" fmla="*/ 0 w 5016403"/>
              <a:gd name="connsiteY0" fmla="*/ 0 h 6372666"/>
              <a:gd name="connsiteX1" fmla="*/ 4725781 w 5016403"/>
              <a:gd name="connsiteY1" fmla="*/ 21096 h 6372666"/>
              <a:gd name="connsiteX2" fmla="*/ 4864760 w 5016403"/>
              <a:gd name="connsiteY2" fmla="*/ 474223 h 6372666"/>
              <a:gd name="connsiteX3" fmla="*/ 4502357 w 5016403"/>
              <a:gd name="connsiteY3" fmla="*/ 4598790 h 6372666"/>
              <a:gd name="connsiteX4" fmla="*/ 1363066 w 5016403"/>
              <a:gd name="connsiteY4" fmla="*/ 6372666 h 6372666"/>
              <a:gd name="connsiteX5" fmla="*/ 82347 w 5016403"/>
              <a:gd name="connsiteY5" fmla="*/ 6147256 h 6372666"/>
              <a:gd name="connsiteX6" fmla="*/ 0 w 5016403"/>
              <a:gd name="connsiteY6" fmla="*/ 6114876 h 6372666"/>
              <a:gd name="connsiteX7" fmla="*/ 0 w 5016403"/>
              <a:gd name="connsiteY7" fmla="*/ 0 h 6372666"/>
              <a:gd name="connsiteX0" fmla="*/ 0 w 5122449"/>
              <a:gd name="connsiteY0" fmla="*/ 0 h 6372666"/>
              <a:gd name="connsiteX1" fmla="*/ 4725781 w 5122449"/>
              <a:gd name="connsiteY1" fmla="*/ 21096 h 6372666"/>
              <a:gd name="connsiteX2" fmla="*/ 4864760 w 5122449"/>
              <a:gd name="connsiteY2" fmla="*/ 474223 h 6372666"/>
              <a:gd name="connsiteX3" fmla="*/ 4502357 w 5122449"/>
              <a:gd name="connsiteY3" fmla="*/ 4598790 h 6372666"/>
              <a:gd name="connsiteX4" fmla="*/ 1363066 w 5122449"/>
              <a:gd name="connsiteY4" fmla="*/ 6372666 h 6372666"/>
              <a:gd name="connsiteX5" fmla="*/ 82347 w 5122449"/>
              <a:gd name="connsiteY5" fmla="*/ 6147256 h 6372666"/>
              <a:gd name="connsiteX6" fmla="*/ 0 w 5122449"/>
              <a:gd name="connsiteY6" fmla="*/ 6114876 h 6372666"/>
              <a:gd name="connsiteX7" fmla="*/ 0 w 5122449"/>
              <a:gd name="connsiteY7" fmla="*/ 0 h 6372666"/>
              <a:gd name="connsiteX0" fmla="*/ 0 w 5110499"/>
              <a:gd name="connsiteY0" fmla="*/ 0 h 6372666"/>
              <a:gd name="connsiteX1" fmla="*/ 4725781 w 5110499"/>
              <a:gd name="connsiteY1" fmla="*/ 21096 h 6372666"/>
              <a:gd name="connsiteX2" fmla="*/ 4864760 w 5110499"/>
              <a:gd name="connsiteY2" fmla="*/ 474223 h 6372666"/>
              <a:gd name="connsiteX3" fmla="*/ 4460534 w 5110499"/>
              <a:gd name="connsiteY3" fmla="*/ 4704273 h 6372666"/>
              <a:gd name="connsiteX4" fmla="*/ 1363066 w 5110499"/>
              <a:gd name="connsiteY4" fmla="*/ 6372666 h 6372666"/>
              <a:gd name="connsiteX5" fmla="*/ 82347 w 5110499"/>
              <a:gd name="connsiteY5" fmla="*/ 6147256 h 6372666"/>
              <a:gd name="connsiteX6" fmla="*/ 0 w 5110499"/>
              <a:gd name="connsiteY6" fmla="*/ 6114876 h 6372666"/>
              <a:gd name="connsiteX7" fmla="*/ 0 w 5110499"/>
              <a:gd name="connsiteY7" fmla="*/ 0 h 6372666"/>
              <a:gd name="connsiteX0" fmla="*/ 0 w 5110499"/>
              <a:gd name="connsiteY0" fmla="*/ 0 h 6372666"/>
              <a:gd name="connsiteX1" fmla="*/ 4725781 w 5110499"/>
              <a:gd name="connsiteY1" fmla="*/ 21096 h 6372666"/>
              <a:gd name="connsiteX2" fmla="*/ 4864760 w 5110499"/>
              <a:gd name="connsiteY2" fmla="*/ 474223 h 6372666"/>
              <a:gd name="connsiteX3" fmla="*/ 4460534 w 5110499"/>
              <a:gd name="connsiteY3" fmla="*/ 4704273 h 6372666"/>
              <a:gd name="connsiteX4" fmla="*/ 1363066 w 5110499"/>
              <a:gd name="connsiteY4" fmla="*/ 6372666 h 6372666"/>
              <a:gd name="connsiteX5" fmla="*/ 82347 w 5110499"/>
              <a:gd name="connsiteY5" fmla="*/ 6147256 h 6372666"/>
              <a:gd name="connsiteX6" fmla="*/ 0 w 5110499"/>
              <a:gd name="connsiteY6" fmla="*/ 6114876 h 6372666"/>
              <a:gd name="connsiteX7" fmla="*/ 0 w 5110499"/>
              <a:gd name="connsiteY7" fmla="*/ 0 h 6372666"/>
              <a:gd name="connsiteX0" fmla="*/ 0 w 5118394"/>
              <a:gd name="connsiteY0" fmla="*/ 0 h 6509793"/>
              <a:gd name="connsiteX1" fmla="*/ 4725781 w 5118394"/>
              <a:gd name="connsiteY1" fmla="*/ 21096 h 6509793"/>
              <a:gd name="connsiteX2" fmla="*/ 4864760 w 5118394"/>
              <a:gd name="connsiteY2" fmla="*/ 474223 h 6509793"/>
              <a:gd name="connsiteX3" fmla="*/ 4460534 w 5118394"/>
              <a:gd name="connsiteY3" fmla="*/ 4704273 h 6509793"/>
              <a:gd name="connsiteX4" fmla="*/ 1164403 w 5118394"/>
              <a:gd name="connsiteY4" fmla="*/ 6509793 h 6509793"/>
              <a:gd name="connsiteX5" fmla="*/ 82347 w 5118394"/>
              <a:gd name="connsiteY5" fmla="*/ 6147256 h 6509793"/>
              <a:gd name="connsiteX6" fmla="*/ 0 w 5118394"/>
              <a:gd name="connsiteY6" fmla="*/ 6114876 h 6509793"/>
              <a:gd name="connsiteX7" fmla="*/ 0 w 5118394"/>
              <a:gd name="connsiteY7" fmla="*/ 0 h 6509793"/>
              <a:gd name="connsiteX0" fmla="*/ 0 w 5162448"/>
              <a:gd name="connsiteY0" fmla="*/ 0 h 6509793"/>
              <a:gd name="connsiteX1" fmla="*/ 4725781 w 5162448"/>
              <a:gd name="connsiteY1" fmla="*/ 21096 h 6509793"/>
              <a:gd name="connsiteX2" fmla="*/ 4864760 w 5162448"/>
              <a:gd name="connsiteY2" fmla="*/ 474223 h 6509793"/>
              <a:gd name="connsiteX3" fmla="*/ 4596462 w 5162448"/>
              <a:gd name="connsiteY3" fmla="*/ 4535502 h 6509793"/>
              <a:gd name="connsiteX4" fmla="*/ 1164403 w 5162448"/>
              <a:gd name="connsiteY4" fmla="*/ 6509793 h 6509793"/>
              <a:gd name="connsiteX5" fmla="*/ 82347 w 5162448"/>
              <a:gd name="connsiteY5" fmla="*/ 6147256 h 6509793"/>
              <a:gd name="connsiteX6" fmla="*/ 0 w 5162448"/>
              <a:gd name="connsiteY6" fmla="*/ 6114876 h 6509793"/>
              <a:gd name="connsiteX7" fmla="*/ 0 w 5162448"/>
              <a:gd name="connsiteY7" fmla="*/ 0 h 6509793"/>
              <a:gd name="connsiteX0" fmla="*/ 0 w 5162448"/>
              <a:gd name="connsiteY0" fmla="*/ 0 h 6509793"/>
              <a:gd name="connsiteX1" fmla="*/ 4725781 w 5162448"/>
              <a:gd name="connsiteY1" fmla="*/ 21096 h 6509793"/>
              <a:gd name="connsiteX2" fmla="*/ 4864760 w 5162448"/>
              <a:gd name="connsiteY2" fmla="*/ 474223 h 6509793"/>
              <a:gd name="connsiteX3" fmla="*/ 4596462 w 5162448"/>
              <a:gd name="connsiteY3" fmla="*/ 4535502 h 6509793"/>
              <a:gd name="connsiteX4" fmla="*/ 1164403 w 5162448"/>
              <a:gd name="connsiteY4" fmla="*/ 6509793 h 6509793"/>
              <a:gd name="connsiteX5" fmla="*/ 385570 w 5162448"/>
              <a:gd name="connsiteY5" fmla="*/ 6305480 h 6509793"/>
              <a:gd name="connsiteX6" fmla="*/ 0 w 5162448"/>
              <a:gd name="connsiteY6" fmla="*/ 6114876 h 6509793"/>
              <a:gd name="connsiteX7" fmla="*/ 0 w 5162448"/>
              <a:gd name="connsiteY7" fmla="*/ 0 h 6509793"/>
              <a:gd name="connsiteX0" fmla="*/ 0 w 5162448"/>
              <a:gd name="connsiteY0" fmla="*/ 0 h 6509793"/>
              <a:gd name="connsiteX1" fmla="*/ 4725781 w 5162448"/>
              <a:gd name="connsiteY1" fmla="*/ 21096 h 6509793"/>
              <a:gd name="connsiteX2" fmla="*/ 4864760 w 5162448"/>
              <a:gd name="connsiteY2" fmla="*/ 474223 h 6509793"/>
              <a:gd name="connsiteX3" fmla="*/ 4596462 w 5162448"/>
              <a:gd name="connsiteY3" fmla="*/ 4535502 h 6509793"/>
              <a:gd name="connsiteX4" fmla="*/ 1164403 w 5162448"/>
              <a:gd name="connsiteY4" fmla="*/ 6509793 h 6509793"/>
              <a:gd name="connsiteX5" fmla="*/ 385570 w 5162448"/>
              <a:gd name="connsiteY5" fmla="*/ 6305480 h 6509793"/>
              <a:gd name="connsiteX6" fmla="*/ 0 w 5162448"/>
              <a:gd name="connsiteY6" fmla="*/ 6114876 h 6509793"/>
              <a:gd name="connsiteX7" fmla="*/ 0 w 5162448"/>
              <a:gd name="connsiteY7" fmla="*/ 0 h 6509793"/>
              <a:gd name="connsiteX0" fmla="*/ 0 w 5127267"/>
              <a:gd name="connsiteY0" fmla="*/ 0 h 6509793"/>
              <a:gd name="connsiteX1" fmla="*/ 4725781 w 5127267"/>
              <a:gd name="connsiteY1" fmla="*/ 21096 h 6509793"/>
              <a:gd name="connsiteX2" fmla="*/ 4812481 w 5127267"/>
              <a:gd name="connsiteY2" fmla="*/ 526964 h 6509793"/>
              <a:gd name="connsiteX3" fmla="*/ 4596462 w 5127267"/>
              <a:gd name="connsiteY3" fmla="*/ 4535502 h 6509793"/>
              <a:gd name="connsiteX4" fmla="*/ 1164403 w 5127267"/>
              <a:gd name="connsiteY4" fmla="*/ 6509793 h 6509793"/>
              <a:gd name="connsiteX5" fmla="*/ 385570 w 5127267"/>
              <a:gd name="connsiteY5" fmla="*/ 6305480 h 6509793"/>
              <a:gd name="connsiteX6" fmla="*/ 0 w 5127267"/>
              <a:gd name="connsiteY6" fmla="*/ 6114876 h 6509793"/>
              <a:gd name="connsiteX7" fmla="*/ 0 w 5127267"/>
              <a:gd name="connsiteY7" fmla="*/ 0 h 6509793"/>
              <a:gd name="connsiteX0" fmla="*/ 0 w 5041484"/>
              <a:gd name="connsiteY0" fmla="*/ 0 h 6509793"/>
              <a:gd name="connsiteX1" fmla="*/ 4725781 w 5041484"/>
              <a:gd name="connsiteY1" fmla="*/ 21096 h 6509793"/>
              <a:gd name="connsiteX2" fmla="*/ 4812481 w 5041484"/>
              <a:gd name="connsiteY2" fmla="*/ 526964 h 6509793"/>
              <a:gd name="connsiteX3" fmla="*/ 4596462 w 5041484"/>
              <a:gd name="connsiteY3" fmla="*/ 4535502 h 6509793"/>
              <a:gd name="connsiteX4" fmla="*/ 1164403 w 5041484"/>
              <a:gd name="connsiteY4" fmla="*/ 6509793 h 6509793"/>
              <a:gd name="connsiteX5" fmla="*/ 385570 w 5041484"/>
              <a:gd name="connsiteY5" fmla="*/ 6305480 h 6509793"/>
              <a:gd name="connsiteX6" fmla="*/ 0 w 5041484"/>
              <a:gd name="connsiteY6" fmla="*/ 6114876 h 6509793"/>
              <a:gd name="connsiteX7" fmla="*/ 0 w 5041484"/>
              <a:gd name="connsiteY7" fmla="*/ 0 h 6509793"/>
              <a:gd name="connsiteX0" fmla="*/ 0 w 5140479"/>
              <a:gd name="connsiteY0" fmla="*/ 0 h 6509793"/>
              <a:gd name="connsiteX1" fmla="*/ 4725781 w 5140479"/>
              <a:gd name="connsiteY1" fmla="*/ 21096 h 6509793"/>
              <a:gd name="connsiteX2" fmla="*/ 4812481 w 5140479"/>
              <a:gd name="connsiteY2" fmla="*/ 526964 h 6509793"/>
              <a:gd name="connsiteX3" fmla="*/ 4596462 w 5140479"/>
              <a:gd name="connsiteY3" fmla="*/ 4535502 h 6509793"/>
              <a:gd name="connsiteX4" fmla="*/ 1164403 w 5140479"/>
              <a:gd name="connsiteY4" fmla="*/ 6509793 h 6509793"/>
              <a:gd name="connsiteX5" fmla="*/ 385570 w 5140479"/>
              <a:gd name="connsiteY5" fmla="*/ 6305480 h 6509793"/>
              <a:gd name="connsiteX6" fmla="*/ 0 w 5140479"/>
              <a:gd name="connsiteY6" fmla="*/ 6114876 h 6509793"/>
              <a:gd name="connsiteX7" fmla="*/ 0 w 5140479"/>
              <a:gd name="connsiteY7" fmla="*/ 0 h 6509793"/>
              <a:gd name="connsiteX0" fmla="*/ 0 w 5190465"/>
              <a:gd name="connsiteY0" fmla="*/ 0 h 6509793"/>
              <a:gd name="connsiteX1" fmla="*/ 4725781 w 5190465"/>
              <a:gd name="connsiteY1" fmla="*/ 21096 h 6509793"/>
              <a:gd name="connsiteX2" fmla="*/ 4885673 w 5190465"/>
              <a:gd name="connsiteY2" fmla="*/ 358192 h 6509793"/>
              <a:gd name="connsiteX3" fmla="*/ 4596462 w 5190465"/>
              <a:gd name="connsiteY3" fmla="*/ 4535502 h 6509793"/>
              <a:gd name="connsiteX4" fmla="*/ 1164403 w 5190465"/>
              <a:gd name="connsiteY4" fmla="*/ 6509793 h 6509793"/>
              <a:gd name="connsiteX5" fmla="*/ 385570 w 5190465"/>
              <a:gd name="connsiteY5" fmla="*/ 6305480 h 6509793"/>
              <a:gd name="connsiteX6" fmla="*/ 0 w 5190465"/>
              <a:gd name="connsiteY6" fmla="*/ 6114876 h 6509793"/>
              <a:gd name="connsiteX7" fmla="*/ 0 w 5190465"/>
              <a:gd name="connsiteY7" fmla="*/ 0 h 6509793"/>
              <a:gd name="connsiteX0" fmla="*/ 0 w 5158865"/>
              <a:gd name="connsiteY0" fmla="*/ 0 h 6509793"/>
              <a:gd name="connsiteX1" fmla="*/ 4725781 w 5158865"/>
              <a:gd name="connsiteY1" fmla="*/ 21096 h 6509793"/>
              <a:gd name="connsiteX2" fmla="*/ 4885673 w 5158865"/>
              <a:gd name="connsiteY2" fmla="*/ 358192 h 6509793"/>
              <a:gd name="connsiteX3" fmla="*/ 4596462 w 5158865"/>
              <a:gd name="connsiteY3" fmla="*/ 4535502 h 6509793"/>
              <a:gd name="connsiteX4" fmla="*/ 1164403 w 5158865"/>
              <a:gd name="connsiteY4" fmla="*/ 6509793 h 6509793"/>
              <a:gd name="connsiteX5" fmla="*/ 385570 w 5158865"/>
              <a:gd name="connsiteY5" fmla="*/ 6305480 h 6509793"/>
              <a:gd name="connsiteX6" fmla="*/ 0 w 5158865"/>
              <a:gd name="connsiteY6" fmla="*/ 6114876 h 6509793"/>
              <a:gd name="connsiteX7" fmla="*/ 0 w 5158865"/>
              <a:gd name="connsiteY7" fmla="*/ 0 h 6509793"/>
              <a:gd name="connsiteX0" fmla="*/ 0 w 5272866"/>
              <a:gd name="connsiteY0" fmla="*/ 0 h 6509793"/>
              <a:gd name="connsiteX1" fmla="*/ 4725781 w 5272866"/>
              <a:gd name="connsiteY1" fmla="*/ 21096 h 6509793"/>
              <a:gd name="connsiteX2" fmla="*/ 5042512 w 5272866"/>
              <a:gd name="connsiteY2" fmla="*/ 1476302 h 6509793"/>
              <a:gd name="connsiteX3" fmla="*/ 4596462 w 5272866"/>
              <a:gd name="connsiteY3" fmla="*/ 4535502 h 6509793"/>
              <a:gd name="connsiteX4" fmla="*/ 1164403 w 5272866"/>
              <a:gd name="connsiteY4" fmla="*/ 6509793 h 6509793"/>
              <a:gd name="connsiteX5" fmla="*/ 385570 w 5272866"/>
              <a:gd name="connsiteY5" fmla="*/ 6305480 h 6509793"/>
              <a:gd name="connsiteX6" fmla="*/ 0 w 5272866"/>
              <a:gd name="connsiteY6" fmla="*/ 6114876 h 6509793"/>
              <a:gd name="connsiteX7" fmla="*/ 0 w 5272866"/>
              <a:gd name="connsiteY7" fmla="*/ 0 h 6509793"/>
              <a:gd name="connsiteX0" fmla="*/ 0 w 5183390"/>
              <a:gd name="connsiteY0" fmla="*/ 0 h 6509793"/>
              <a:gd name="connsiteX1" fmla="*/ 4725781 w 5183390"/>
              <a:gd name="connsiteY1" fmla="*/ 21096 h 6509793"/>
              <a:gd name="connsiteX2" fmla="*/ 5042512 w 5183390"/>
              <a:gd name="connsiteY2" fmla="*/ 1476302 h 6509793"/>
              <a:gd name="connsiteX3" fmla="*/ 4115488 w 5183390"/>
              <a:gd name="connsiteY3" fmla="*/ 5210588 h 6509793"/>
              <a:gd name="connsiteX4" fmla="*/ 1164403 w 5183390"/>
              <a:gd name="connsiteY4" fmla="*/ 6509793 h 6509793"/>
              <a:gd name="connsiteX5" fmla="*/ 385570 w 5183390"/>
              <a:gd name="connsiteY5" fmla="*/ 6305480 h 6509793"/>
              <a:gd name="connsiteX6" fmla="*/ 0 w 5183390"/>
              <a:gd name="connsiteY6" fmla="*/ 6114876 h 6509793"/>
              <a:gd name="connsiteX7" fmla="*/ 0 w 5183390"/>
              <a:gd name="connsiteY7" fmla="*/ 0 h 6509793"/>
              <a:gd name="connsiteX0" fmla="*/ 0 w 5172636"/>
              <a:gd name="connsiteY0" fmla="*/ 0 h 6509793"/>
              <a:gd name="connsiteX1" fmla="*/ 4725781 w 5172636"/>
              <a:gd name="connsiteY1" fmla="*/ 21096 h 6509793"/>
              <a:gd name="connsiteX2" fmla="*/ 5042512 w 5172636"/>
              <a:gd name="connsiteY2" fmla="*/ 1476302 h 6509793"/>
              <a:gd name="connsiteX3" fmla="*/ 4115488 w 5172636"/>
              <a:gd name="connsiteY3" fmla="*/ 5210588 h 6509793"/>
              <a:gd name="connsiteX4" fmla="*/ 1164403 w 5172636"/>
              <a:gd name="connsiteY4" fmla="*/ 6509793 h 6509793"/>
              <a:gd name="connsiteX5" fmla="*/ 385570 w 5172636"/>
              <a:gd name="connsiteY5" fmla="*/ 6305480 h 6509793"/>
              <a:gd name="connsiteX6" fmla="*/ 0 w 5172636"/>
              <a:gd name="connsiteY6" fmla="*/ 6114876 h 6509793"/>
              <a:gd name="connsiteX7" fmla="*/ 0 w 5172636"/>
              <a:gd name="connsiteY7" fmla="*/ 0 h 6509793"/>
              <a:gd name="connsiteX0" fmla="*/ 0 w 5097074"/>
              <a:gd name="connsiteY0" fmla="*/ 0 h 6509793"/>
              <a:gd name="connsiteX1" fmla="*/ 4725781 w 5097074"/>
              <a:gd name="connsiteY1" fmla="*/ 21096 h 6509793"/>
              <a:gd name="connsiteX2" fmla="*/ 5042512 w 5097074"/>
              <a:gd name="connsiteY2" fmla="*/ 1476302 h 6509793"/>
              <a:gd name="connsiteX3" fmla="*/ 4115488 w 5097074"/>
              <a:gd name="connsiteY3" fmla="*/ 5210588 h 6509793"/>
              <a:gd name="connsiteX4" fmla="*/ 1164403 w 5097074"/>
              <a:gd name="connsiteY4" fmla="*/ 6509793 h 6509793"/>
              <a:gd name="connsiteX5" fmla="*/ 385570 w 5097074"/>
              <a:gd name="connsiteY5" fmla="*/ 6305480 h 6509793"/>
              <a:gd name="connsiteX6" fmla="*/ 0 w 5097074"/>
              <a:gd name="connsiteY6" fmla="*/ 6114876 h 6509793"/>
              <a:gd name="connsiteX7" fmla="*/ 0 w 5097074"/>
              <a:gd name="connsiteY7" fmla="*/ 0 h 6509793"/>
              <a:gd name="connsiteX0" fmla="*/ 0 w 5106559"/>
              <a:gd name="connsiteY0" fmla="*/ 0 h 6509793"/>
              <a:gd name="connsiteX1" fmla="*/ 4725781 w 5106559"/>
              <a:gd name="connsiteY1" fmla="*/ 21096 h 6509793"/>
              <a:gd name="connsiteX2" fmla="*/ 5042512 w 5106559"/>
              <a:gd name="connsiteY2" fmla="*/ 1476302 h 6509793"/>
              <a:gd name="connsiteX3" fmla="*/ 4115488 w 5106559"/>
              <a:gd name="connsiteY3" fmla="*/ 5210588 h 6509793"/>
              <a:gd name="connsiteX4" fmla="*/ 1164403 w 5106559"/>
              <a:gd name="connsiteY4" fmla="*/ 6509793 h 6509793"/>
              <a:gd name="connsiteX5" fmla="*/ 385570 w 5106559"/>
              <a:gd name="connsiteY5" fmla="*/ 6305480 h 6509793"/>
              <a:gd name="connsiteX6" fmla="*/ 0 w 5106559"/>
              <a:gd name="connsiteY6" fmla="*/ 6114876 h 6509793"/>
              <a:gd name="connsiteX7" fmla="*/ 0 w 5106559"/>
              <a:gd name="connsiteY7" fmla="*/ 0 h 6509793"/>
              <a:gd name="connsiteX0" fmla="*/ 0 w 5108361"/>
              <a:gd name="connsiteY0" fmla="*/ 0 h 6509793"/>
              <a:gd name="connsiteX1" fmla="*/ 4725781 w 5108361"/>
              <a:gd name="connsiteY1" fmla="*/ 21096 h 6509793"/>
              <a:gd name="connsiteX2" fmla="*/ 5042512 w 5108361"/>
              <a:gd name="connsiteY2" fmla="*/ 1476302 h 6509793"/>
              <a:gd name="connsiteX3" fmla="*/ 4136401 w 5108361"/>
              <a:gd name="connsiteY3" fmla="*/ 5337167 h 6509793"/>
              <a:gd name="connsiteX4" fmla="*/ 1164403 w 5108361"/>
              <a:gd name="connsiteY4" fmla="*/ 6509793 h 6509793"/>
              <a:gd name="connsiteX5" fmla="*/ 385570 w 5108361"/>
              <a:gd name="connsiteY5" fmla="*/ 6305480 h 6509793"/>
              <a:gd name="connsiteX6" fmla="*/ 0 w 5108361"/>
              <a:gd name="connsiteY6" fmla="*/ 6114876 h 6509793"/>
              <a:gd name="connsiteX7" fmla="*/ 0 w 5108361"/>
              <a:gd name="connsiteY7" fmla="*/ 0 h 6509793"/>
              <a:gd name="connsiteX0" fmla="*/ 0 w 5108361"/>
              <a:gd name="connsiteY0" fmla="*/ 0 h 6523289"/>
              <a:gd name="connsiteX1" fmla="*/ 4725781 w 5108361"/>
              <a:gd name="connsiteY1" fmla="*/ 21096 h 6523289"/>
              <a:gd name="connsiteX2" fmla="*/ 5042512 w 5108361"/>
              <a:gd name="connsiteY2" fmla="*/ 1476302 h 6523289"/>
              <a:gd name="connsiteX3" fmla="*/ 4136401 w 5108361"/>
              <a:gd name="connsiteY3" fmla="*/ 5337167 h 6523289"/>
              <a:gd name="connsiteX4" fmla="*/ 1164403 w 5108361"/>
              <a:gd name="connsiteY4" fmla="*/ 6509793 h 6523289"/>
              <a:gd name="connsiteX5" fmla="*/ 385570 w 5108361"/>
              <a:gd name="connsiteY5" fmla="*/ 6305480 h 6523289"/>
              <a:gd name="connsiteX6" fmla="*/ 0 w 5108361"/>
              <a:gd name="connsiteY6" fmla="*/ 6114876 h 6523289"/>
              <a:gd name="connsiteX7" fmla="*/ 0 w 5108361"/>
              <a:gd name="connsiteY7" fmla="*/ 0 h 6523289"/>
              <a:gd name="connsiteX0" fmla="*/ 0 w 5085677"/>
              <a:gd name="connsiteY0" fmla="*/ 0 h 6522930"/>
              <a:gd name="connsiteX1" fmla="*/ 4725781 w 5085677"/>
              <a:gd name="connsiteY1" fmla="*/ 21096 h 6522930"/>
              <a:gd name="connsiteX2" fmla="*/ 5042512 w 5085677"/>
              <a:gd name="connsiteY2" fmla="*/ 1476302 h 6522930"/>
              <a:gd name="connsiteX3" fmla="*/ 4136401 w 5085677"/>
              <a:gd name="connsiteY3" fmla="*/ 5337167 h 6522930"/>
              <a:gd name="connsiteX4" fmla="*/ 1164403 w 5085677"/>
              <a:gd name="connsiteY4" fmla="*/ 6509793 h 6522930"/>
              <a:gd name="connsiteX5" fmla="*/ 385570 w 5085677"/>
              <a:gd name="connsiteY5" fmla="*/ 6305480 h 6522930"/>
              <a:gd name="connsiteX6" fmla="*/ 0 w 5085677"/>
              <a:gd name="connsiteY6" fmla="*/ 6114876 h 6522930"/>
              <a:gd name="connsiteX7" fmla="*/ 0 w 5085677"/>
              <a:gd name="connsiteY7" fmla="*/ 0 h 6522930"/>
              <a:gd name="connsiteX0" fmla="*/ 0 w 5018753"/>
              <a:gd name="connsiteY0" fmla="*/ 0 h 6531040"/>
              <a:gd name="connsiteX1" fmla="*/ 4725781 w 5018753"/>
              <a:gd name="connsiteY1" fmla="*/ 21096 h 6531040"/>
              <a:gd name="connsiteX2" fmla="*/ 4948408 w 5018753"/>
              <a:gd name="connsiteY2" fmla="*/ 906699 h 6531040"/>
              <a:gd name="connsiteX3" fmla="*/ 4136401 w 5018753"/>
              <a:gd name="connsiteY3" fmla="*/ 5337167 h 6531040"/>
              <a:gd name="connsiteX4" fmla="*/ 1164403 w 5018753"/>
              <a:gd name="connsiteY4" fmla="*/ 6509793 h 6531040"/>
              <a:gd name="connsiteX5" fmla="*/ 385570 w 5018753"/>
              <a:gd name="connsiteY5" fmla="*/ 6305480 h 6531040"/>
              <a:gd name="connsiteX6" fmla="*/ 0 w 5018753"/>
              <a:gd name="connsiteY6" fmla="*/ 6114876 h 6531040"/>
              <a:gd name="connsiteX7" fmla="*/ 0 w 5018753"/>
              <a:gd name="connsiteY7" fmla="*/ 0 h 6531040"/>
              <a:gd name="connsiteX0" fmla="*/ 0 w 5080914"/>
              <a:gd name="connsiteY0" fmla="*/ 0 h 6531040"/>
              <a:gd name="connsiteX1" fmla="*/ 4725781 w 5080914"/>
              <a:gd name="connsiteY1" fmla="*/ 21096 h 6531040"/>
              <a:gd name="connsiteX2" fmla="*/ 4948408 w 5080914"/>
              <a:gd name="connsiteY2" fmla="*/ 906699 h 6531040"/>
              <a:gd name="connsiteX3" fmla="*/ 4136401 w 5080914"/>
              <a:gd name="connsiteY3" fmla="*/ 5337167 h 6531040"/>
              <a:gd name="connsiteX4" fmla="*/ 1164403 w 5080914"/>
              <a:gd name="connsiteY4" fmla="*/ 6509793 h 6531040"/>
              <a:gd name="connsiteX5" fmla="*/ 385570 w 5080914"/>
              <a:gd name="connsiteY5" fmla="*/ 6305480 h 6531040"/>
              <a:gd name="connsiteX6" fmla="*/ 0 w 5080914"/>
              <a:gd name="connsiteY6" fmla="*/ 6114876 h 6531040"/>
              <a:gd name="connsiteX7" fmla="*/ 0 w 5080914"/>
              <a:gd name="connsiteY7" fmla="*/ 0 h 6531040"/>
              <a:gd name="connsiteX0" fmla="*/ 0 w 5080914"/>
              <a:gd name="connsiteY0" fmla="*/ 0 h 6531040"/>
              <a:gd name="connsiteX1" fmla="*/ 4699929 w 5080914"/>
              <a:gd name="connsiteY1" fmla="*/ 5447 h 6531040"/>
              <a:gd name="connsiteX2" fmla="*/ 4948408 w 5080914"/>
              <a:gd name="connsiteY2" fmla="*/ 906699 h 6531040"/>
              <a:gd name="connsiteX3" fmla="*/ 4136401 w 5080914"/>
              <a:gd name="connsiteY3" fmla="*/ 5337167 h 6531040"/>
              <a:gd name="connsiteX4" fmla="*/ 1164403 w 5080914"/>
              <a:gd name="connsiteY4" fmla="*/ 6509793 h 6531040"/>
              <a:gd name="connsiteX5" fmla="*/ 385570 w 5080914"/>
              <a:gd name="connsiteY5" fmla="*/ 6305480 h 6531040"/>
              <a:gd name="connsiteX6" fmla="*/ 0 w 5080914"/>
              <a:gd name="connsiteY6" fmla="*/ 6114876 h 6531040"/>
              <a:gd name="connsiteX7" fmla="*/ 0 w 5080914"/>
              <a:gd name="connsiteY7" fmla="*/ 0 h 6531040"/>
              <a:gd name="connsiteX0" fmla="*/ 0 w 5080914"/>
              <a:gd name="connsiteY0" fmla="*/ 1407 h 6532447"/>
              <a:gd name="connsiteX1" fmla="*/ 4696533 w 5080914"/>
              <a:gd name="connsiteY1" fmla="*/ 0 h 6532447"/>
              <a:gd name="connsiteX2" fmla="*/ 4948408 w 5080914"/>
              <a:gd name="connsiteY2" fmla="*/ 908106 h 6532447"/>
              <a:gd name="connsiteX3" fmla="*/ 4136401 w 5080914"/>
              <a:gd name="connsiteY3" fmla="*/ 5338574 h 6532447"/>
              <a:gd name="connsiteX4" fmla="*/ 1164403 w 5080914"/>
              <a:gd name="connsiteY4" fmla="*/ 6511200 h 6532447"/>
              <a:gd name="connsiteX5" fmla="*/ 385570 w 5080914"/>
              <a:gd name="connsiteY5" fmla="*/ 6306887 h 6532447"/>
              <a:gd name="connsiteX6" fmla="*/ 0 w 5080914"/>
              <a:gd name="connsiteY6" fmla="*/ 6116283 h 6532447"/>
              <a:gd name="connsiteX7" fmla="*/ 0 w 5080914"/>
              <a:gd name="connsiteY7" fmla="*/ 1407 h 6532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80914" h="6532447">
                <a:moveTo>
                  <a:pt x="0" y="1407"/>
                </a:moveTo>
                <a:lnTo>
                  <a:pt x="4696533" y="0"/>
                </a:lnTo>
                <a:cubicBezTo>
                  <a:pt x="4708006" y="10399"/>
                  <a:pt x="4936935" y="897707"/>
                  <a:pt x="4948408" y="908106"/>
                </a:cubicBezTo>
                <a:cubicBezTo>
                  <a:pt x="5350615" y="2656261"/>
                  <a:pt x="4767068" y="4404725"/>
                  <a:pt x="4136401" y="5338574"/>
                </a:cubicBezTo>
                <a:cubicBezTo>
                  <a:pt x="3505734" y="6272423"/>
                  <a:pt x="2343265" y="6627230"/>
                  <a:pt x="1164403" y="6511200"/>
                </a:cubicBezTo>
                <a:cubicBezTo>
                  <a:pt x="714399" y="6511200"/>
                  <a:pt x="418960" y="6305039"/>
                  <a:pt x="385570" y="6306887"/>
                </a:cubicBezTo>
                <a:lnTo>
                  <a:pt x="0" y="6116283"/>
                </a:lnTo>
                <a:lnTo>
                  <a:pt x="0" y="1407"/>
                </a:lnTo>
                <a:close/>
              </a:path>
            </a:pathLst>
          </a:custGeom>
          <a:noFill/>
        </p:spPr>
        <p:txBody>
          <a:bodyPr wrap="square">
            <a:noAutofit/>
          </a:bodyPr>
          <a:lstStyle/>
          <a:p>
            <a:r>
              <a:rPr lang="en-US"/>
              <a:t>Click icon to add picture</a:t>
            </a:r>
            <a:endParaRPr lang="en-US" dirty="0"/>
          </a:p>
        </p:txBody>
      </p:sp>
      <p:cxnSp>
        <p:nvCxnSpPr>
          <p:cNvPr id="3" name="Accent Mark">
            <a:extLst>
              <a:ext uri="{FF2B5EF4-FFF2-40B4-BE49-F238E27FC236}">
                <a16:creationId xmlns:a16="http://schemas.microsoft.com/office/drawing/2014/main" id="{B38CE8B5-32E6-7959-CF2D-AA5060C860AE}"/>
              </a:ext>
              <a:ext uri="{C183D7F6-B498-43B3-948B-1728B52AA6E4}">
                <adec:decorative xmlns:adec="http://schemas.microsoft.com/office/drawing/2017/decorative" val="1"/>
              </a:ext>
            </a:extLst>
          </p:cNvPr>
          <p:cNvCxnSpPr>
            <a:cxnSpLocks/>
          </p:cNvCxnSpPr>
          <p:nvPr userDrawn="1"/>
        </p:nvCxnSpPr>
        <p:spPr>
          <a:xfrm flipH="1">
            <a:off x="4367903" y="3492656"/>
            <a:ext cx="281178" cy="0"/>
          </a:xfrm>
          <a:prstGeom prst="line">
            <a:avLst/>
          </a:prstGeom>
          <a:ln w="38100" cap="flat">
            <a:solidFill>
              <a:srgbClr val="F0CC71"/>
            </a:solidFill>
            <a:prstDash val="solid"/>
          </a:ln>
        </p:spPr>
        <p:style>
          <a:lnRef idx="1">
            <a:schemeClr val="accent1"/>
          </a:lnRef>
          <a:fillRef idx="0">
            <a:schemeClr val="accent1"/>
          </a:fillRef>
          <a:effectRef idx="0">
            <a:schemeClr val="accent1"/>
          </a:effectRef>
          <a:fontRef idx="minor">
            <a:schemeClr val="tx1"/>
          </a:fontRef>
        </p:style>
      </p:cxnSp>
      <p:sp>
        <p:nvSpPr>
          <p:cNvPr id="8" name="Slide Number Placeholder 7">
            <a:extLst>
              <a:ext uri="{FF2B5EF4-FFF2-40B4-BE49-F238E27FC236}">
                <a16:creationId xmlns:a16="http://schemas.microsoft.com/office/drawing/2014/main" id="{21257FF2-E055-B5F9-4582-79A01E21822B}"/>
              </a:ext>
            </a:extLst>
          </p:cNvPr>
          <p:cNvSpPr>
            <a:spLocks noGrp="1"/>
          </p:cNvSpPr>
          <p:nvPr>
            <p:ph type="sldNum" sz="quarter" idx="17"/>
          </p:nvPr>
        </p:nvSpPr>
        <p:spPr>
          <a:xfrm>
            <a:off x="571500" y="4817745"/>
            <a:ext cx="274320" cy="27432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9" name="Footer Placeholder 6">
            <a:extLst>
              <a:ext uri="{FF2B5EF4-FFF2-40B4-BE49-F238E27FC236}">
                <a16:creationId xmlns:a16="http://schemas.microsoft.com/office/drawing/2014/main" id="{3432B7A5-BCFF-0B37-3621-48E5B163BE99}"/>
              </a:ext>
            </a:extLst>
          </p:cNvPr>
          <p:cNvSpPr>
            <a:spLocks noGrp="1"/>
          </p:cNvSpPr>
          <p:nvPr>
            <p:ph type="ftr" sz="quarter" idx="16"/>
          </p:nvPr>
        </p:nvSpPr>
        <p:spPr>
          <a:xfrm>
            <a:off x="845820" y="4817984"/>
            <a:ext cx="4309034" cy="273844"/>
          </a:xfrm>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10" name="Date Placeholder 4">
            <a:extLst>
              <a:ext uri="{FF2B5EF4-FFF2-40B4-BE49-F238E27FC236}">
                <a16:creationId xmlns:a16="http://schemas.microsoft.com/office/drawing/2014/main" id="{54EBA6F0-8007-BA20-B49E-4F5863B4E1E3}"/>
              </a:ext>
            </a:extLst>
          </p:cNvPr>
          <p:cNvSpPr>
            <a:spLocks noGrp="1"/>
          </p:cNvSpPr>
          <p:nvPr>
            <p:ph type="dt" sz="half" idx="15"/>
          </p:nvPr>
        </p:nvSpPr>
        <p:spPr>
          <a:xfrm>
            <a:off x="5154854" y="4819203"/>
            <a:ext cx="2057400" cy="272625"/>
          </a:xfrm>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3213676709"/>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Light - Metric">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9A83AB0E-EC5F-476F-B6A9-E6F9CE84E95A}"/>
              </a:ext>
            </a:extLst>
          </p:cNvPr>
          <p:cNvSpPr>
            <a:spLocks noGrp="1"/>
          </p:cNvSpPr>
          <p:nvPr>
            <p:ph type="body" sz="quarter" idx="15" hasCustomPrompt="1"/>
          </p:nvPr>
        </p:nvSpPr>
        <p:spPr>
          <a:xfrm>
            <a:off x="542926" y="1200150"/>
            <a:ext cx="3804047" cy="1811775"/>
          </a:xfrm>
        </p:spPr>
        <p:txBody>
          <a:bodyPr anchor="b" anchorCtr="0"/>
          <a:lstStyle>
            <a:lvl1pPr>
              <a:defRPr sz="6000" b="1">
                <a:solidFill>
                  <a:srgbClr val="C74634"/>
                </a:solidFill>
              </a:defRPr>
            </a:lvl1pPr>
          </a:lstStyle>
          <a:p>
            <a:pPr lvl="0"/>
            <a:r>
              <a:rPr lang="en-US" dirty="0"/>
              <a:t>00%</a:t>
            </a:r>
          </a:p>
        </p:txBody>
      </p:sp>
      <p:sp>
        <p:nvSpPr>
          <p:cNvPr id="4" name="Content">
            <a:extLst>
              <a:ext uri="{FF2B5EF4-FFF2-40B4-BE49-F238E27FC236}">
                <a16:creationId xmlns:a16="http://schemas.microsoft.com/office/drawing/2014/main" id="{6FFB33C6-31EA-4D15-AC3F-377D699FA842}"/>
              </a:ext>
            </a:extLst>
          </p:cNvPr>
          <p:cNvSpPr>
            <a:spLocks noGrp="1"/>
          </p:cNvSpPr>
          <p:nvPr>
            <p:ph sz="quarter" idx="14"/>
          </p:nvPr>
        </p:nvSpPr>
        <p:spPr>
          <a:xfrm>
            <a:off x="581419" y="3487341"/>
            <a:ext cx="3804047" cy="10929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7">
            <a:extLst>
              <a:ext uri="{FF2B5EF4-FFF2-40B4-BE49-F238E27FC236}">
                <a16:creationId xmlns:a16="http://schemas.microsoft.com/office/drawing/2014/main" id="{CBADD7B5-9676-40DE-A88A-5EC3D33A6577}"/>
              </a:ext>
            </a:extLst>
          </p:cNvPr>
          <p:cNvSpPr>
            <a:spLocks noGrp="1"/>
          </p:cNvSpPr>
          <p:nvPr>
            <p:ph type="sldNum" sz="quarter" idx="18"/>
          </p:nvPr>
        </p:nvSpPr>
        <p:spPr/>
        <p:txBody>
          <a:bodyPr/>
          <a:lstStyle/>
          <a:p>
            <a:fld id="{345D60D9-5372-5F40-9443-0F9AE5BDC3C8}" type="slidenum">
              <a:rPr lang="en-US" smtClean="0"/>
              <a:pPr/>
              <a:t>‹#›</a:t>
            </a:fld>
            <a:endParaRPr lang="en-US" dirty="0"/>
          </a:p>
        </p:txBody>
      </p:sp>
      <p:sp>
        <p:nvSpPr>
          <p:cNvPr id="7" name="Footer Placeholder 6">
            <a:extLst>
              <a:ext uri="{FF2B5EF4-FFF2-40B4-BE49-F238E27FC236}">
                <a16:creationId xmlns:a16="http://schemas.microsoft.com/office/drawing/2014/main" id="{89C4B030-1E0B-4CB0-87B4-DF607257368B}"/>
              </a:ext>
            </a:extLst>
          </p:cNvPr>
          <p:cNvSpPr>
            <a:spLocks noGrp="1"/>
          </p:cNvSpPr>
          <p:nvPr>
            <p:ph type="ftr" sz="quarter" idx="17"/>
          </p:nvPr>
        </p:nvSpPr>
        <p:spPr/>
        <p:txBody>
          <a:bodyPr/>
          <a:lstStyle/>
          <a:p>
            <a:r>
              <a:rPr lang="en-US"/>
              <a:t>Copyright © 2025, Oracle and/or its affiliates |  Confidential: Internal/Restricted/Highly Restricted</a:t>
            </a:r>
            <a:endParaRPr lang="en-US" dirty="0"/>
          </a:p>
        </p:txBody>
      </p:sp>
      <p:sp>
        <p:nvSpPr>
          <p:cNvPr id="3" name="Date Placeholder 2">
            <a:extLst>
              <a:ext uri="{FF2B5EF4-FFF2-40B4-BE49-F238E27FC236}">
                <a16:creationId xmlns:a16="http://schemas.microsoft.com/office/drawing/2014/main" id="{14EF74DF-FD68-4CDF-B4CE-342E7A165BCB}"/>
              </a:ext>
            </a:extLst>
          </p:cNvPr>
          <p:cNvSpPr>
            <a:spLocks noGrp="1"/>
          </p:cNvSpPr>
          <p:nvPr>
            <p:ph type="dt" sz="half" idx="16"/>
          </p:nvPr>
        </p:nvSpPr>
        <p:spPr/>
        <p:txBody>
          <a:bodyPr/>
          <a:lstStyle/>
          <a:p>
            <a:r>
              <a:rPr lang="en-US"/>
              <a:t>[Date]</a:t>
            </a:r>
            <a:endParaRPr lang="en-US" dirty="0"/>
          </a:p>
        </p:txBody>
      </p:sp>
      <p:cxnSp>
        <p:nvCxnSpPr>
          <p:cNvPr id="2" name="Accent Mark">
            <a:extLst>
              <a:ext uri="{FF2B5EF4-FFF2-40B4-BE49-F238E27FC236}">
                <a16:creationId xmlns:a16="http://schemas.microsoft.com/office/drawing/2014/main" id="{0226F8D2-6CFD-EF74-AC0F-DABCE62FC7FC}"/>
              </a:ext>
              <a:ext uri="{C183D7F6-B498-43B3-948B-1728B52AA6E4}">
                <adec:decorative xmlns:adec="http://schemas.microsoft.com/office/drawing/2017/decorative" val="1"/>
              </a:ext>
            </a:extLst>
          </p:cNvPr>
          <p:cNvCxnSpPr>
            <a:cxnSpLocks/>
          </p:cNvCxnSpPr>
          <p:nvPr userDrawn="1"/>
        </p:nvCxnSpPr>
        <p:spPr>
          <a:xfrm flipH="1">
            <a:off x="578419" y="3259660"/>
            <a:ext cx="281178" cy="0"/>
          </a:xfrm>
          <a:prstGeom prst="line">
            <a:avLst/>
          </a:prstGeom>
          <a:ln w="38100" cap="flat">
            <a:solidFill>
              <a:srgbClr val="C74634"/>
            </a:solidFill>
            <a:prstDash val="solid"/>
          </a:ln>
        </p:spPr>
        <p:style>
          <a:lnRef idx="1">
            <a:schemeClr val="accent1"/>
          </a:lnRef>
          <a:fillRef idx="0">
            <a:schemeClr val="accent1"/>
          </a:fillRef>
          <a:effectRef idx="0">
            <a:schemeClr val="accent1"/>
          </a:effectRef>
          <a:fontRef idx="minor">
            <a:schemeClr val="tx1"/>
          </a:fontRef>
        </p:style>
      </p:cxnSp>
      <p:sp>
        <p:nvSpPr>
          <p:cNvPr id="6" name="Title 5">
            <a:extLst>
              <a:ext uri="{FF2B5EF4-FFF2-40B4-BE49-F238E27FC236}">
                <a16:creationId xmlns:a16="http://schemas.microsoft.com/office/drawing/2014/main" id="{95E34172-5017-FD5F-8D55-82416D23B65D}"/>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308526885"/>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Dark - Metric_Pilla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ext Placeholder 4">
            <a:extLst>
              <a:ext uri="{FF2B5EF4-FFF2-40B4-BE49-F238E27FC236}">
                <a16:creationId xmlns:a16="http://schemas.microsoft.com/office/drawing/2014/main" id="{52A6D6F1-EBC4-4335-819B-433720EB173D}"/>
              </a:ext>
            </a:extLst>
          </p:cNvPr>
          <p:cNvSpPr>
            <a:spLocks noGrp="1"/>
          </p:cNvSpPr>
          <p:nvPr>
            <p:ph type="body" sz="quarter" idx="15" hasCustomPrompt="1"/>
          </p:nvPr>
        </p:nvSpPr>
        <p:spPr>
          <a:xfrm>
            <a:off x="542926" y="1200150"/>
            <a:ext cx="3813965" cy="1811775"/>
          </a:xfrm>
        </p:spPr>
        <p:txBody>
          <a:bodyPr anchor="b" anchorCtr="0"/>
          <a:lstStyle>
            <a:lvl1pPr>
              <a:defRPr sz="6000" b="1">
                <a:solidFill>
                  <a:schemeClr val="tx1"/>
                </a:solidFill>
              </a:defRPr>
            </a:lvl1pPr>
          </a:lstStyle>
          <a:p>
            <a:pPr lvl="0"/>
            <a:r>
              <a:rPr lang="en-US" dirty="0"/>
              <a:t>00%</a:t>
            </a:r>
          </a:p>
        </p:txBody>
      </p:sp>
      <p:sp>
        <p:nvSpPr>
          <p:cNvPr id="4" name="Content">
            <a:extLst>
              <a:ext uri="{FF2B5EF4-FFF2-40B4-BE49-F238E27FC236}">
                <a16:creationId xmlns:a16="http://schemas.microsoft.com/office/drawing/2014/main" id="{6FFB33C6-31EA-4D15-AC3F-377D699FA842}"/>
              </a:ext>
            </a:extLst>
          </p:cNvPr>
          <p:cNvSpPr>
            <a:spLocks noGrp="1"/>
          </p:cNvSpPr>
          <p:nvPr>
            <p:ph sz="quarter" idx="14"/>
          </p:nvPr>
        </p:nvSpPr>
        <p:spPr>
          <a:xfrm>
            <a:off x="581419" y="3487341"/>
            <a:ext cx="3804047" cy="10929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8" name="OTag">
            <a:extLst>
              <a:ext uri="{FF2B5EF4-FFF2-40B4-BE49-F238E27FC236}">
                <a16:creationId xmlns:a16="http://schemas.microsoft.com/office/drawing/2014/main" id="{ACA200C3-3C73-A496-B531-A76CB8CAAD8C}"/>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8554212" y="4848606"/>
            <a:ext cx="294894" cy="294894"/>
          </a:xfrm>
          <a:prstGeom prst="rect">
            <a:avLst/>
          </a:prstGeom>
        </p:spPr>
      </p:pic>
      <p:cxnSp>
        <p:nvCxnSpPr>
          <p:cNvPr id="2" name="Accent Mark">
            <a:extLst>
              <a:ext uri="{FF2B5EF4-FFF2-40B4-BE49-F238E27FC236}">
                <a16:creationId xmlns:a16="http://schemas.microsoft.com/office/drawing/2014/main" id="{564F7CD4-2531-0D42-CC76-295D80C80F76}"/>
              </a:ext>
              <a:ext uri="{C183D7F6-B498-43B3-948B-1728B52AA6E4}">
                <adec:decorative xmlns:adec="http://schemas.microsoft.com/office/drawing/2017/decorative" val="1"/>
              </a:ext>
            </a:extLst>
          </p:cNvPr>
          <p:cNvCxnSpPr>
            <a:cxnSpLocks/>
          </p:cNvCxnSpPr>
          <p:nvPr userDrawn="1"/>
        </p:nvCxnSpPr>
        <p:spPr>
          <a:xfrm flipH="1">
            <a:off x="578419" y="3259660"/>
            <a:ext cx="281178" cy="0"/>
          </a:xfrm>
          <a:prstGeom prst="line">
            <a:avLst/>
          </a:prstGeom>
          <a:ln w="38100" cap="flat">
            <a:solidFill>
              <a:srgbClr val="F0CC71"/>
            </a:solidFill>
            <a:prstDash val="solid"/>
          </a:ln>
        </p:spPr>
        <p:style>
          <a:lnRef idx="1">
            <a:schemeClr val="accent1"/>
          </a:lnRef>
          <a:fillRef idx="0">
            <a:schemeClr val="accent1"/>
          </a:fillRef>
          <a:effectRef idx="0">
            <a:schemeClr val="accent1"/>
          </a:effectRef>
          <a:fontRef idx="minor">
            <a:schemeClr val="tx1"/>
          </a:fontRef>
        </p:style>
      </p:cxnSp>
      <p:sp>
        <p:nvSpPr>
          <p:cNvPr id="6" name="Slide Number Placeholder 7">
            <a:extLst>
              <a:ext uri="{FF2B5EF4-FFF2-40B4-BE49-F238E27FC236}">
                <a16:creationId xmlns:a16="http://schemas.microsoft.com/office/drawing/2014/main" id="{CB737692-EBCE-3DB2-EEE6-98690BCF9269}"/>
              </a:ext>
            </a:extLst>
          </p:cNvPr>
          <p:cNvSpPr>
            <a:spLocks noGrp="1"/>
          </p:cNvSpPr>
          <p:nvPr>
            <p:ph type="sldNum" sz="quarter" idx="17"/>
          </p:nvPr>
        </p:nvSpPr>
        <p:spPr>
          <a:xfrm>
            <a:off x="571500" y="4817745"/>
            <a:ext cx="274320" cy="27432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10" name="Footer Placeholder 6">
            <a:extLst>
              <a:ext uri="{FF2B5EF4-FFF2-40B4-BE49-F238E27FC236}">
                <a16:creationId xmlns:a16="http://schemas.microsoft.com/office/drawing/2014/main" id="{4F04817E-BD68-D98E-68D4-B156602982EB}"/>
              </a:ext>
            </a:extLst>
          </p:cNvPr>
          <p:cNvSpPr>
            <a:spLocks noGrp="1"/>
          </p:cNvSpPr>
          <p:nvPr>
            <p:ph type="ftr" sz="quarter" idx="16"/>
          </p:nvPr>
        </p:nvSpPr>
        <p:spPr>
          <a:xfrm>
            <a:off x="845820" y="4817984"/>
            <a:ext cx="4309034" cy="273844"/>
          </a:xfrm>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11" name="Date Placeholder 4">
            <a:extLst>
              <a:ext uri="{FF2B5EF4-FFF2-40B4-BE49-F238E27FC236}">
                <a16:creationId xmlns:a16="http://schemas.microsoft.com/office/drawing/2014/main" id="{D8490AA6-ABB7-8870-D034-F44F2026B242}"/>
              </a:ext>
            </a:extLst>
          </p:cNvPr>
          <p:cNvSpPr>
            <a:spLocks noGrp="1"/>
          </p:cNvSpPr>
          <p:nvPr>
            <p:ph type="dt" sz="half" idx="18"/>
          </p:nvPr>
        </p:nvSpPr>
        <p:spPr>
          <a:xfrm>
            <a:off x="5154854" y="4819203"/>
            <a:ext cx="2057400" cy="272625"/>
          </a:xfrm>
        </p:spPr>
        <p:txBody>
          <a:bodyPr/>
          <a:lstStyle>
            <a:lvl1pPr>
              <a:defRPr>
                <a:solidFill>
                  <a:srgbClr val="AEA8A2"/>
                </a:solidFill>
              </a:defRPr>
            </a:lvl1pPr>
          </a:lstStyle>
          <a:p>
            <a:r>
              <a:rPr lang="en-US"/>
              <a:t>[Date]</a:t>
            </a:r>
            <a:endParaRPr lang="en-US" dirty="0"/>
          </a:p>
        </p:txBody>
      </p:sp>
      <p:sp>
        <p:nvSpPr>
          <p:cNvPr id="3" name="Title 2">
            <a:extLst>
              <a:ext uri="{FF2B5EF4-FFF2-40B4-BE49-F238E27FC236}">
                <a16:creationId xmlns:a16="http://schemas.microsoft.com/office/drawing/2014/main" id="{B099EEEE-62A5-DE0D-FD45-A3C465FD76A0}"/>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529684480"/>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Light - Thank You_Pilla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hank You">
            <a:extLst>
              <a:ext uri="{FF2B5EF4-FFF2-40B4-BE49-F238E27FC236}">
                <a16:creationId xmlns:a16="http://schemas.microsoft.com/office/drawing/2014/main" id="{701BFB4F-AD1A-4B21-826E-A2F61F5D8AAB}"/>
              </a:ext>
            </a:extLst>
          </p:cNvPr>
          <p:cNvSpPr>
            <a:spLocks noGrp="1"/>
          </p:cNvSpPr>
          <p:nvPr>
            <p:ph type="title" hasCustomPrompt="1"/>
          </p:nvPr>
        </p:nvSpPr>
        <p:spPr>
          <a:xfrm>
            <a:off x="576657" y="2611673"/>
            <a:ext cx="3766744" cy="617220"/>
          </a:xfrm>
          <a:noFill/>
        </p:spPr>
        <p:txBody>
          <a:bodyPr vert="horz" lIns="0" tIns="0" rIns="0" bIns="0" rtlCol="0" anchor="b" anchorCtr="0">
            <a:noAutofit/>
          </a:bodyPr>
          <a:lstStyle>
            <a:lvl1pPr>
              <a:defRPr lang="en-US" sz="2400" b="1" i="0">
                <a:latin typeface="Oracle Sans Tab" panose="020B0503020204020204" pitchFamily="34" charset="0"/>
                <a:cs typeface="Oracle Sans Tab" panose="020B0503020204020204" pitchFamily="34" charset="0"/>
              </a:defRPr>
            </a:lvl1pPr>
          </a:lstStyle>
          <a:p>
            <a:pPr marL="0" marR="0" lvl="0" indent="0" fontAlgn="t">
              <a:lnSpc>
                <a:spcPct val="100000"/>
              </a:lnSpc>
              <a:spcBef>
                <a:spcPts val="0"/>
              </a:spcBef>
              <a:spcAft>
                <a:spcPts val="0"/>
              </a:spcAft>
              <a:buClrTx/>
              <a:buSzTx/>
              <a:buFont typeface="System Font Regular"/>
              <a:tabLst/>
            </a:pPr>
            <a:r>
              <a:rPr lang="en-US" dirty="0"/>
              <a:t>Thank you</a:t>
            </a:r>
          </a:p>
        </p:txBody>
      </p:sp>
      <p:sp>
        <p:nvSpPr>
          <p:cNvPr id="11" name="Text Field">
            <a:extLst>
              <a:ext uri="{FF2B5EF4-FFF2-40B4-BE49-F238E27FC236}">
                <a16:creationId xmlns:a16="http://schemas.microsoft.com/office/drawing/2014/main" id="{F273E805-B8FF-F84B-99E6-4636F8BD3EBF}"/>
              </a:ext>
            </a:extLst>
          </p:cNvPr>
          <p:cNvSpPr>
            <a:spLocks noGrp="1"/>
          </p:cNvSpPr>
          <p:nvPr>
            <p:ph type="body" sz="quarter" idx="37"/>
          </p:nvPr>
        </p:nvSpPr>
        <p:spPr>
          <a:xfrm>
            <a:off x="571500" y="3580189"/>
            <a:ext cx="3771900" cy="199718"/>
          </a:xfrm>
          <a:prstGeom prst="rect">
            <a:avLst/>
          </a:prstGeom>
        </p:spPr>
        <p:txBody>
          <a:bodyPr>
            <a:noAutofit/>
          </a:bodyPr>
          <a:lstStyle>
            <a:lvl1pPr>
              <a:defRPr b="1"/>
            </a:lvl1pPr>
          </a:lstStyle>
          <a:p>
            <a:pPr lvl="0"/>
            <a:r>
              <a:rPr lang="en-US"/>
              <a:t>Click to edit Master text styles</a:t>
            </a:r>
          </a:p>
        </p:txBody>
      </p:sp>
      <p:sp>
        <p:nvSpPr>
          <p:cNvPr id="10" name="Text Field 2">
            <a:extLst>
              <a:ext uri="{FF2B5EF4-FFF2-40B4-BE49-F238E27FC236}">
                <a16:creationId xmlns:a16="http://schemas.microsoft.com/office/drawing/2014/main" id="{283762D0-0D31-A347-AD9E-095398CD17C5}"/>
              </a:ext>
            </a:extLst>
          </p:cNvPr>
          <p:cNvSpPr>
            <a:spLocks noGrp="1"/>
          </p:cNvSpPr>
          <p:nvPr>
            <p:ph type="body" sz="quarter" idx="36"/>
          </p:nvPr>
        </p:nvSpPr>
        <p:spPr>
          <a:xfrm>
            <a:off x="571500" y="3833384"/>
            <a:ext cx="3771900" cy="671386"/>
          </a:xfrm>
          <a:prstGeom prst="rect">
            <a:avLst/>
          </a:prstGeom>
        </p:spPr>
        <p:txBody>
          <a:bodyPr>
            <a:noAutofit/>
          </a:bodyPr>
          <a:lstStyle>
            <a:lvl1pPr>
              <a:defRPr/>
            </a:lvl1pPr>
          </a:lstStyle>
          <a:p>
            <a:pPr lvl="0"/>
            <a:r>
              <a:rPr lang="en-US"/>
              <a:t>Click to edit Master text styles</a:t>
            </a:r>
          </a:p>
        </p:txBody>
      </p:sp>
      <p:sp>
        <p:nvSpPr>
          <p:cNvPr id="6" name="Slide Number Placeholder 5">
            <a:extLst>
              <a:ext uri="{FF2B5EF4-FFF2-40B4-BE49-F238E27FC236}">
                <a16:creationId xmlns:a16="http://schemas.microsoft.com/office/drawing/2014/main" id="{30968FA8-1974-461B-87A5-6D7032FA1C85}"/>
              </a:ext>
            </a:extLst>
          </p:cNvPr>
          <p:cNvSpPr>
            <a:spLocks noGrp="1"/>
          </p:cNvSpPr>
          <p:nvPr>
            <p:ph type="sldNum" sz="quarter" idx="40"/>
          </p:nvPr>
        </p:nvSpPr>
        <p:spPr/>
        <p:txBody>
          <a:bodyPr/>
          <a:lstStyle>
            <a:lvl1pPr>
              <a:defRPr>
                <a:solidFill>
                  <a:srgbClr val="8B8580"/>
                </a:solidFill>
              </a:defRPr>
            </a:lvl1pPr>
          </a:lstStyle>
          <a:p>
            <a:fld id="{345D60D9-5372-5F40-9443-0F9AE5BDC3C8}" type="slidenum">
              <a:rPr lang="en-US" smtClean="0"/>
              <a:pPr/>
              <a:t>‹#›</a:t>
            </a:fld>
            <a:endParaRPr lang="en-US" dirty="0"/>
          </a:p>
        </p:txBody>
      </p:sp>
      <p:sp>
        <p:nvSpPr>
          <p:cNvPr id="5" name="Footer Placeholder 4">
            <a:extLst>
              <a:ext uri="{FF2B5EF4-FFF2-40B4-BE49-F238E27FC236}">
                <a16:creationId xmlns:a16="http://schemas.microsoft.com/office/drawing/2014/main" id="{572AC1E3-E104-4942-8AE8-198E477A85F9}"/>
              </a:ext>
            </a:extLst>
          </p:cNvPr>
          <p:cNvSpPr>
            <a:spLocks noGrp="1"/>
          </p:cNvSpPr>
          <p:nvPr>
            <p:ph type="ftr" sz="quarter" idx="39"/>
          </p:nvPr>
        </p:nvSpPr>
        <p:spPr/>
        <p:txBody>
          <a:bodyPr/>
          <a:lstStyle>
            <a:lvl1pPr>
              <a:defRPr>
                <a:solidFill>
                  <a:srgbClr val="8B8580"/>
                </a:solidFill>
              </a:defRPr>
            </a:lvl1pPr>
          </a:lstStyle>
          <a:p>
            <a:r>
              <a:rPr lang="en-US"/>
              <a:t>Copyright © 2025, Oracle and/or its affiliates |  Confidential: Internal/Restricted/Highly Restricted</a:t>
            </a:r>
            <a:endParaRPr lang="en-US" dirty="0"/>
          </a:p>
        </p:txBody>
      </p:sp>
      <p:sp>
        <p:nvSpPr>
          <p:cNvPr id="4" name="Date Placeholder 3">
            <a:extLst>
              <a:ext uri="{FF2B5EF4-FFF2-40B4-BE49-F238E27FC236}">
                <a16:creationId xmlns:a16="http://schemas.microsoft.com/office/drawing/2014/main" id="{3698BC18-3443-48B2-97E6-989B7098DC52}"/>
              </a:ext>
            </a:extLst>
          </p:cNvPr>
          <p:cNvSpPr>
            <a:spLocks noGrp="1"/>
          </p:cNvSpPr>
          <p:nvPr>
            <p:ph type="dt" sz="half" idx="38"/>
          </p:nvPr>
        </p:nvSpPr>
        <p:spPr/>
        <p:txBody>
          <a:bodyPr/>
          <a:lstStyle>
            <a:lvl1pPr>
              <a:defRPr>
                <a:solidFill>
                  <a:srgbClr val="8B8580"/>
                </a:solidFill>
              </a:defRPr>
            </a:lvl1pPr>
          </a:lstStyle>
          <a:p>
            <a:r>
              <a:rPr lang="en-US"/>
              <a:t>[Date]</a:t>
            </a:r>
            <a:endParaRPr lang="en-US" dirty="0"/>
          </a:p>
        </p:txBody>
      </p:sp>
      <p:cxnSp>
        <p:nvCxnSpPr>
          <p:cNvPr id="2" name="Accent Mark">
            <a:extLst>
              <a:ext uri="{FF2B5EF4-FFF2-40B4-BE49-F238E27FC236}">
                <a16:creationId xmlns:a16="http://schemas.microsoft.com/office/drawing/2014/main" id="{6D1A11F5-E1B3-0422-0889-78B3843373C9}"/>
              </a:ext>
              <a:ext uri="{C183D7F6-B498-43B3-948B-1728B52AA6E4}">
                <adec:decorative xmlns:adec="http://schemas.microsoft.com/office/drawing/2017/decorative" val="1"/>
              </a:ext>
            </a:extLst>
          </p:cNvPr>
          <p:cNvCxnSpPr>
            <a:cxnSpLocks/>
          </p:cNvCxnSpPr>
          <p:nvPr userDrawn="1"/>
        </p:nvCxnSpPr>
        <p:spPr>
          <a:xfrm flipH="1">
            <a:off x="576953" y="3382265"/>
            <a:ext cx="281178" cy="0"/>
          </a:xfrm>
          <a:prstGeom prst="line">
            <a:avLst/>
          </a:prstGeom>
          <a:ln w="38100" cap="flat">
            <a:solidFill>
              <a:srgbClr val="C74634"/>
            </a:solidFill>
            <a:prstDash val="soli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70016559"/>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Dark - Thank You_Pilla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hank you">
            <a:extLst>
              <a:ext uri="{FF2B5EF4-FFF2-40B4-BE49-F238E27FC236}">
                <a16:creationId xmlns:a16="http://schemas.microsoft.com/office/drawing/2014/main" id="{1F390879-C7C7-4224-97BB-1C165BFB5AA3}"/>
              </a:ext>
            </a:extLst>
          </p:cNvPr>
          <p:cNvSpPr>
            <a:spLocks noGrp="1"/>
          </p:cNvSpPr>
          <p:nvPr>
            <p:ph type="title" hasCustomPrompt="1"/>
          </p:nvPr>
        </p:nvSpPr>
        <p:spPr>
          <a:xfrm>
            <a:off x="576656" y="2612980"/>
            <a:ext cx="3771900" cy="617220"/>
          </a:xfrm>
          <a:noFill/>
        </p:spPr>
        <p:txBody>
          <a:bodyPr vert="horz" lIns="0" tIns="0" rIns="0" bIns="0" rtlCol="0" anchor="b" anchorCtr="0">
            <a:noAutofit/>
          </a:bodyPr>
          <a:lstStyle>
            <a:lvl1pPr>
              <a:defRPr lang="en-US" sz="2400" b="1" i="0">
                <a:latin typeface="Oracle Sans Tab" panose="020B0503020204020204" pitchFamily="34" charset="0"/>
                <a:cs typeface="Oracle Sans Tab" panose="020B0503020204020204" pitchFamily="34" charset="0"/>
              </a:defRPr>
            </a:lvl1pPr>
          </a:lstStyle>
          <a:p>
            <a:pPr marL="0" marR="0" lvl="0" indent="0" fontAlgn="t">
              <a:lnSpc>
                <a:spcPct val="100000"/>
              </a:lnSpc>
              <a:spcBef>
                <a:spcPts val="0"/>
              </a:spcBef>
              <a:spcAft>
                <a:spcPts val="0"/>
              </a:spcAft>
              <a:buClrTx/>
              <a:buSzTx/>
              <a:buFont typeface="System Font Regular"/>
              <a:tabLst/>
            </a:pPr>
            <a:r>
              <a:rPr lang="en-US" dirty="0"/>
              <a:t>Thank you</a:t>
            </a:r>
          </a:p>
        </p:txBody>
      </p:sp>
      <p:sp>
        <p:nvSpPr>
          <p:cNvPr id="11" name="Text Field">
            <a:extLst>
              <a:ext uri="{FF2B5EF4-FFF2-40B4-BE49-F238E27FC236}">
                <a16:creationId xmlns:a16="http://schemas.microsoft.com/office/drawing/2014/main" id="{F273E805-B8FF-F84B-99E6-4636F8BD3EBF}"/>
              </a:ext>
            </a:extLst>
          </p:cNvPr>
          <p:cNvSpPr>
            <a:spLocks noGrp="1"/>
          </p:cNvSpPr>
          <p:nvPr>
            <p:ph type="body" sz="quarter" idx="37"/>
          </p:nvPr>
        </p:nvSpPr>
        <p:spPr>
          <a:xfrm>
            <a:off x="571500" y="3580189"/>
            <a:ext cx="3771900" cy="199718"/>
          </a:xfrm>
          <a:prstGeom prst="rect">
            <a:avLst/>
          </a:prstGeom>
        </p:spPr>
        <p:txBody>
          <a:bodyPr>
            <a:noAutofit/>
          </a:bodyPr>
          <a:lstStyle>
            <a:lvl1pPr>
              <a:defRPr b="1"/>
            </a:lvl1pPr>
          </a:lstStyle>
          <a:p>
            <a:pPr lvl="0"/>
            <a:r>
              <a:rPr lang="en-US"/>
              <a:t>Click to edit Master text styles</a:t>
            </a:r>
          </a:p>
        </p:txBody>
      </p:sp>
      <p:sp>
        <p:nvSpPr>
          <p:cNvPr id="10" name="Text Field 2">
            <a:extLst>
              <a:ext uri="{FF2B5EF4-FFF2-40B4-BE49-F238E27FC236}">
                <a16:creationId xmlns:a16="http://schemas.microsoft.com/office/drawing/2014/main" id="{283762D0-0D31-A347-AD9E-095398CD17C5}"/>
              </a:ext>
            </a:extLst>
          </p:cNvPr>
          <p:cNvSpPr>
            <a:spLocks noGrp="1"/>
          </p:cNvSpPr>
          <p:nvPr>
            <p:ph type="body" sz="quarter" idx="36"/>
          </p:nvPr>
        </p:nvSpPr>
        <p:spPr>
          <a:xfrm>
            <a:off x="571500" y="3833384"/>
            <a:ext cx="3771900" cy="671386"/>
          </a:xfrm>
          <a:prstGeom prst="rect">
            <a:avLst/>
          </a:prstGeom>
        </p:spPr>
        <p:txBody>
          <a:bodyPr>
            <a:noAutofit/>
          </a:bodyPr>
          <a:lstStyle>
            <a:lvl1pPr>
              <a:defRPr/>
            </a:lvl1pPr>
          </a:lstStyle>
          <a:p>
            <a:pPr lvl="0"/>
            <a:r>
              <a:rPr lang="en-US"/>
              <a:t>Click to edit Master text styles</a:t>
            </a:r>
          </a:p>
        </p:txBody>
      </p:sp>
      <p:cxnSp>
        <p:nvCxnSpPr>
          <p:cNvPr id="2" name="Accent Mark">
            <a:extLst>
              <a:ext uri="{FF2B5EF4-FFF2-40B4-BE49-F238E27FC236}">
                <a16:creationId xmlns:a16="http://schemas.microsoft.com/office/drawing/2014/main" id="{FE05F654-7087-81ED-B9CB-FDB14DD46CCF}"/>
              </a:ext>
              <a:ext uri="{C183D7F6-B498-43B3-948B-1728B52AA6E4}">
                <adec:decorative xmlns:adec="http://schemas.microsoft.com/office/drawing/2017/decorative" val="1"/>
              </a:ext>
            </a:extLst>
          </p:cNvPr>
          <p:cNvCxnSpPr>
            <a:cxnSpLocks/>
          </p:cNvCxnSpPr>
          <p:nvPr userDrawn="1"/>
        </p:nvCxnSpPr>
        <p:spPr>
          <a:xfrm flipH="1">
            <a:off x="576953" y="3382265"/>
            <a:ext cx="281178" cy="0"/>
          </a:xfrm>
          <a:prstGeom prst="line">
            <a:avLst/>
          </a:prstGeom>
          <a:ln w="38100" cap="flat">
            <a:solidFill>
              <a:srgbClr val="F0CC71"/>
            </a:solidFill>
            <a:prstDash val="solid"/>
          </a:ln>
        </p:spPr>
        <p:style>
          <a:lnRef idx="1">
            <a:schemeClr val="accent1"/>
          </a:lnRef>
          <a:fillRef idx="0">
            <a:schemeClr val="accent1"/>
          </a:fillRef>
          <a:effectRef idx="0">
            <a:schemeClr val="accent1"/>
          </a:effectRef>
          <a:fontRef idx="minor">
            <a:schemeClr val="tx1"/>
          </a:fontRef>
        </p:style>
      </p:cxnSp>
      <p:sp>
        <p:nvSpPr>
          <p:cNvPr id="7" name="Slide Number Placeholder 7">
            <a:extLst>
              <a:ext uri="{FF2B5EF4-FFF2-40B4-BE49-F238E27FC236}">
                <a16:creationId xmlns:a16="http://schemas.microsoft.com/office/drawing/2014/main" id="{3B788C17-C414-CA36-3B64-7649C40FEC1B}"/>
              </a:ext>
            </a:extLst>
          </p:cNvPr>
          <p:cNvSpPr>
            <a:spLocks noGrp="1"/>
          </p:cNvSpPr>
          <p:nvPr>
            <p:ph type="sldNum" sz="quarter" idx="17"/>
          </p:nvPr>
        </p:nvSpPr>
        <p:spPr>
          <a:xfrm>
            <a:off x="571500" y="4817745"/>
            <a:ext cx="274320" cy="27432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8" name="Footer Placeholder 6">
            <a:extLst>
              <a:ext uri="{FF2B5EF4-FFF2-40B4-BE49-F238E27FC236}">
                <a16:creationId xmlns:a16="http://schemas.microsoft.com/office/drawing/2014/main" id="{A9B704DB-5F18-8015-DE52-36EFD1E38677}"/>
              </a:ext>
            </a:extLst>
          </p:cNvPr>
          <p:cNvSpPr>
            <a:spLocks noGrp="1"/>
          </p:cNvSpPr>
          <p:nvPr>
            <p:ph type="ftr" sz="quarter" idx="16"/>
          </p:nvPr>
        </p:nvSpPr>
        <p:spPr>
          <a:xfrm>
            <a:off x="845820" y="4817984"/>
            <a:ext cx="4309034" cy="273844"/>
          </a:xfrm>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9" name="Date Placeholder 4">
            <a:extLst>
              <a:ext uri="{FF2B5EF4-FFF2-40B4-BE49-F238E27FC236}">
                <a16:creationId xmlns:a16="http://schemas.microsoft.com/office/drawing/2014/main" id="{1FF64650-507E-A1FC-AA47-C160D4E3AF76}"/>
              </a:ext>
            </a:extLst>
          </p:cNvPr>
          <p:cNvSpPr>
            <a:spLocks noGrp="1"/>
          </p:cNvSpPr>
          <p:nvPr>
            <p:ph type="dt" sz="half" idx="15"/>
          </p:nvPr>
        </p:nvSpPr>
        <p:spPr>
          <a:xfrm>
            <a:off x="5154854" y="4819203"/>
            <a:ext cx="2057400" cy="272625"/>
          </a:xfrm>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1830489312"/>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Light - Safe harbor_Pillar">
    <p:bg>
      <p:bgRef idx="1001">
        <a:schemeClr val="bg2"/>
      </p:bgRef>
    </p:bg>
    <p:spTree>
      <p:nvGrpSpPr>
        <p:cNvPr id="1" name=""/>
        <p:cNvGrpSpPr/>
        <p:nvPr/>
      </p:nvGrpSpPr>
      <p:grpSpPr>
        <a:xfrm>
          <a:off x="0" y="0"/>
          <a:ext cx="0" cy="0"/>
          <a:chOff x="0" y="0"/>
          <a:chExt cx="0" cy="0"/>
        </a:xfrm>
      </p:grpSpPr>
      <p:cxnSp>
        <p:nvCxnSpPr>
          <p:cNvPr id="5" name="Accent Mark">
            <a:extLst>
              <a:ext uri="{FF2B5EF4-FFF2-40B4-BE49-F238E27FC236}">
                <a16:creationId xmlns:a16="http://schemas.microsoft.com/office/drawing/2014/main" id="{159478B6-6FE5-711F-6D43-1A5E3FC478D1}"/>
              </a:ext>
              <a:ext uri="{C183D7F6-B498-43B3-948B-1728B52AA6E4}">
                <adec:decorative xmlns:adec="http://schemas.microsoft.com/office/drawing/2017/decorative" val="1"/>
              </a:ext>
            </a:extLst>
          </p:cNvPr>
          <p:cNvCxnSpPr>
            <a:cxnSpLocks/>
          </p:cNvCxnSpPr>
          <p:nvPr userDrawn="1"/>
        </p:nvCxnSpPr>
        <p:spPr>
          <a:xfrm flipH="1">
            <a:off x="576953" y="973807"/>
            <a:ext cx="281178" cy="0"/>
          </a:xfrm>
          <a:prstGeom prst="line">
            <a:avLst/>
          </a:prstGeom>
          <a:ln w="38100" cap="flat">
            <a:solidFill>
              <a:srgbClr val="C74634"/>
            </a:solidFill>
            <a:prstDash val="solid"/>
          </a:ln>
        </p:spPr>
        <p:style>
          <a:lnRef idx="1">
            <a:schemeClr val="accent1"/>
          </a:lnRef>
          <a:fillRef idx="0">
            <a:schemeClr val="accent1"/>
          </a:fillRef>
          <a:effectRef idx="0">
            <a:schemeClr val="accent1"/>
          </a:effectRef>
          <a:fontRef idx="minor">
            <a:schemeClr val="tx1"/>
          </a:fontRef>
        </p:style>
      </p:cxnSp>
      <p:sp>
        <p:nvSpPr>
          <p:cNvPr id="4" name="Slide Number Placeholder 5">
            <a:extLst>
              <a:ext uri="{FF2B5EF4-FFF2-40B4-BE49-F238E27FC236}">
                <a16:creationId xmlns:a16="http://schemas.microsoft.com/office/drawing/2014/main" id="{BC646B5F-9A04-2345-9C7A-6782C7E49933}"/>
              </a:ext>
            </a:extLst>
          </p:cNvPr>
          <p:cNvSpPr>
            <a:spLocks noGrp="1"/>
          </p:cNvSpPr>
          <p:nvPr>
            <p:ph type="sldNum" sz="quarter" idx="40"/>
          </p:nvPr>
        </p:nvSpPr>
        <p:spPr>
          <a:xfrm>
            <a:off x="571500" y="4817745"/>
            <a:ext cx="274320" cy="274320"/>
          </a:xfrm>
        </p:spPr>
        <p:txBody>
          <a:bodyPr/>
          <a:lstStyle>
            <a:lvl1pPr>
              <a:defRPr>
                <a:solidFill>
                  <a:srgbClr val="8B8580"/>
                </a:solidFill>
              </a:defRPr>
            </a:lvl1pPr>
          </a:lstStyle>
          <a:p>
            <a:fld id="{345D60D9-5372-5F40-9443-0F9AE5BDC3C8}" type="slidenum">
              <a:rPr lang="en-US" smtClean="0"/>
              <a:pPr/>
              <a:t>‹#›</a:t>
            </a:fld>
            <a:endParaRPr lang="en-US" dirty="0"/>
          </a:p>
        </p:txBody>
      </p:sp>
      <p:sp>
        <p:nvSpPr>
          <p:cNvPr id="6" name="Footer Placeholder 4">
            <a:extLst>
              <a:ext uri="{FF2B5EF4-FFF2-40B4-BE49-F238E27FC236}">
                <a16:creationId xmlns:a16="http://schemas.microsoft.com/office/drawing/2014/main" id="{FFEE0BDB-5EA2-52EC-445D-A4A5ED94A7B0}"/>
              </a:ext>
            </a:extLst>
          </p:cNvPr>
          <p:cNvSpPr>
            <a:spLocks noGrp="1"/>
          </p:cNvSpPr>
          <p:nvPr>
            <p:ph type="ftr" sz="quarter" idx="39"/>
          </p:nvPr>
        </p:nvSpPr>
        <p:spPr>
          <a:xfrm>
            <a:off x="845820" y="4817984"/>
            <a:ext cx="4309034" cy="273844"/>
          </a:xfrm>
        </p:spPr>
        <p:txBody>
          <a:bodyPr/>
          <a:lstStyle>
            <a:lvl1pPr>
              <a:defRPr>
                <a:solidFill>
                  <a:srgbClr val="8B8580"/>
                </a:solidFill>
              </a:defRPr>
            </a:lvl1pPr>
          </a:lstStyle>
          <a:p>
            <a:r>
              <a:rPr lang="en-US"/>
              <a:t>Copyright © 2025, Oracle and/or its affiliates |  Confidential: Internal/Restricted/Highly Restricted</a:t>
            </a:r>
            <a:endParaRPr lang="en-US" dirty="0"/>
          </a:p>
        </p:txBody>
      </p:sp>
      <p:sp>
        <p:nvSpPr>
          <p:cNvPr id="7" name="Date Placeholder 3">
            <a:extLst>
              <a:ext uri="{FF2B5EF4-FFF2-40B4-BE49-F238E27FC236}">
                <a16:creationId xmlns:a16="http://schemas.microsoft.com/office/drawing/2014/main" id="{462F21D1-B67F-E9FA-456D-B3EE99FD6629}"/>
              </a:ext>
            </a:extLst>
          </p:cNvPr>
          <p:cNvSpPr>
            <a:spLocks noGrp="1"/>
          </p:cNvSpPr>
          <p:nvPr>
            <p:ph type="dt" sz="half" idx="38"/>
          </p:nvPr>
        </p:nvSpPr>
        <p:spPr>
          <a:xfrm>
            <a:off x="5154854" y="4819203"/>
            <a:ext cx="2057400" cy="272625"/>
          </a:xfrm>
        </p:spPr>
        <p:txBody>
          <a:bodyPr/>
          <a:lstStyle>
            <a:lvl1pPr>
              <a:defRPr>
                <a:solidFill>
                  <a:srgbClr val="8B8580"/>
                </a:solidFill>
              </a:defRPr>
            </a:lvl1pPr>
          </a:lstStyle>
          <a:p>
            <a:r>
              <a:rPr lang="en-US"/>
              <a:t>[Date]</a:t>
            </a:r>
            <a:endParaRPr lang="en-US" dirty="0"/>
          </a:p>
        </p:txBody>
      </p:sp>
      <p:sp>
        <p:nvSpPr>
          <p:cNvPr id="8" name="TextBox 7">
            <a:extLst>
              <a:ext uri="{FF2B5EF4-FFF2-40B4-BE49-F238E27FC236}">
                <a16:creationId xmlns:a16="http://schemas.microsoft.com/office/drawing/2014/main" id="{C586C2BC-F307-6735-B7BB-F97EDC87D1B7}"/>
              </a:ext>
            </a:extLst>
          </p:cNvPr>
          <p:cNvSpPr txBox="1"/>
          <p:nvPr userDrawn="1"/>
        </p:nvSpPr>
        <p:spPr>
          <a:xfrm>
            <a:off x="508226" y="444207"/>
            <a:ext cx="4573484" cy="369332"/>
          </a:xfrm>
          <a:prstGeom prst="rect">
            <a:avLst/>
          </a:prstGeom>
          <a:noFill/>
        </p:spPr>
        <p:txBody>
          <a:bodyPr wrap="square">
            <a:spAutoFit/>
          </a:bodyPr>
          <a:lstStyle/>
          <a:p>
            <a:r>
              <a:rPr lang="en-US" sz="1800" b="1" i="0" dirty="0">
                <a:latin typeface="Oracle Sans" panose="020B0503020204020204" pitchFamily="34" charset="0"/>
                <a:cs typeface="Oracle Sans" panose="020B0503020204020204" pitchFamily="34" charset="0"/>
              </a:rPr>
              <a:t>Safe harbor statement</a:t>
            </a:r>
          </a:p>
        </p:txBody>
      </p:sp>
      <p:sp>
        <p:nvSpPr>
          <p:cNvPr id="9" name="TextBox 8">
            <a:extLst>
              <a:ext uri="{FF2B5EF4-FFF2-40B4-BE49-F238E27FC236}">
                <a16:creationId xmlns:a16="http://schemas.microsoft.com/office/drawing/2014/main" id="{B48E924C-92AD-D353-5ABA-DAC20AB0A6AE}"/>
              </a:ext>
            </a:extLst>
          </p:cNvPr>
          <p:cNvSpPr txBox="1"/>
          <p:nvPr userDrawn="1"/>
        </p:nvSpPr>
        <p:spPr>
          <a:xfrm>
            <a:off x="507492" y="1166422"/>
            <a:ext cx="6381369" cy="1323439"/>
          </a:xfrm>
          <a:prstGeom prst="rect">
            <a:avLst/>
          </a:prstGeom>
          <a:noFill/>
        </p:spPr>
        <p:txBody>
          <a:bodyPr wrap="square">
            <a:spAutoFit/>
          </a:bodyPr>
          <a:lstStyle/>
          <a:p>
            <a:pPr>
              <a:lnSpc>
                <a:spcPts val="1590"/>
              </a:lnSpc>
              <a:spcAft>
                <a:spcPts val="0"/>
              </a:spcAft>
            </a:pPr>
            <a:r>
              <a:rPr lang="en-US" sz="1350" b="0" i="0" dirty="0">
                <a:solidFill>
                  <a:schemeClr val="tx1"/>
                </a:solidFill>
                <a:latin typeface="+mn-lt"/>
                <a:cs typeface="Oracle Sans Light" panose="020B0403020204020204" pitchFamily="34" charset="0"/>
              </a:rPr>
              <a:t>The following is intended to outline our general product direction. It is intended for information purposes only, and may not be incorporated into any contract. It is not a commitment to deliver any material, code, or functionality, and should not be relied upon in making purchasing decisions. The development, release, timing, and pricing of any features or functionality described for Oracle’s products may change and remains at the sole discretion of Oracle Corporation.</a:t>
            </a:r>
          </a:p>
        </p:txBody>
      </p:sp>
    </p:spTree>
    <p:extLst>
      <p:ext uri="{BB962C8B-B14F-4D97-AF65-F5344CB8AC3E}">
        <p14:creationId xmlns:p14="http://schemas.microsoft.com/office/powerpoint/2010/main" val="806661108"/>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Dark - Safe harbor_Pillar">
    <p:bg>
      <p:bgPr>
        <a:solidFill>
          <a:schemeClr val="bg2"/>
        </a:solidFill>
        <a:effectLst/>
      </p:bgPr>
    </p:bg>
    <p:spTree>
      <p:nvGrpSpPr>
        <p:cNvPr id="1" name=""/>
        <p:cNvGrpSpPr/>
        <p:nvPr/>
      </p:nvGrpSpPr>
      <p:grpSpPr>
        <a:xfrm>
          <a:off x="0" y="0"/>
          <a:ext cx="0" cy="0"/>
          <a:chOff x="0" y="0"/>
          <a:chExt cx="0" cy="0"/>
        </a:xfrm>
      </p:grpSpPr>
      <p:cxnSp>
        <p:nvCxnSpPr>
          <p:cNvPr id="4" name="Accent Mark">
            <a:extLst>
              <a:ext uri="{FF2B5EF4-FFF2-40B4-BE49-F238E27FC236}">
                <a16:creationId xmlns:a16="http://schemas.microsoft.com/office/drawing/2014/main" id="{0ACB5BDC-E08B-13DC-76CC-AF1921F9FDE0}"/>
              </a:ext>
              <a:ext uri="{C183D7F6-B498-43B3-948B-1728B52AA6E4}">
                <adec:decorative xmlns:adec="http://schemas.microsoft.com/office/drawing/2017/decorative" val="1"/>
              </a:ext>
            </a:extLst>
          </p:cNvPr>
          <p:cNvCxnSpPr>
            <a:cxnSpLocks/>
          </p:cNvCxnSpPr>
          <p:nvPr userDrawn="1"/>
        </p:nvCxnSpPr>
        <p:spPr>
          <a:xfrm flipH="1">
            <a:off x="576953" y="973807"/>
            <a:ext cx="281178" cy="0"/>
          </a:xfrm>
          <a:prstGeom prst="line">
            <a:avLst/>
          </a:prstGeom>
          <a:ln w="38100" cap="flat">
            <a:solidFill>
              <a:srgbClr val="F0CC71"/>
            </a:solidFill>
            <a:prstDash val="solid"/>
          </a:ln>
        </p:spPr>
        <p:style>
          <a:lnRef idx="1">
            <a:schemeClr val="accent1"/>
          </a:lnRef>
          <a:fillRef idx="0">
            <a:schemeClr val="accent1"/>
          </a:fillRef>
          <a:effectRef idx="0">
            <a:schemeClr val="accent1"/>
          </a:effectRef>
          <a:fontRef idx="minor">
            <a:schemeClr val="tx1"/>
          </a:fontRef>
        </p:style>
      </p:cxnSp>
      <p:sp>
        <p:nvSpPr>
          <p:cNvPr id="5" name="Slide Number Placeholder 7">
            <a:extLst>
              <a:ext uri="{FF2B5EF4-FFF2-40B4-BE49-F238E27FC236}">
                <a16:creationId xmlns:a16="http://schemas.microsoft.com/office/drawing/2014/main" id="{BAE1FE92-0B5A-C3C7-4D80-295A1C03DE54}"/>
              </a:ext>
            </a:extLst>
          </p:cNvPr>
          <p:cNvSpPr>
            <a:spLocks noGrp="1"/>
          </p:cNvSpPr>
          <p:nvPr>
            <p:ph type="sldNum" sz="quarter" idx="17"/>
          </p:nvPr>
        </p:nvSpPr>
        <p:spPr>
          <a:xfrm>
            <a:off x="571500" y="4817745"/>
            <a:ext cx="274320" cy="27432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6" name="Footer Placeholder 6">
            <a:extLst>
              <a:ext uri="{FF2B5EF4-FFF2-40B4-BE49-F238E27FC236}">
                <a16:creationId xmlns:a16="http://schemas.microsoft.com/office/drawing/2014/main" id="{F12714ED-3627-881E-09BA-8AF5C2283036}"/>
              </a:ext>
            </a:extLst>
          </p:cNvPr>
          <p:cNvSpPr>
            <a:spLocks noGrp="1"/>
          </p:cNvSpPr>
          <p:nvPr>
            <p:ph type="ftr" sz="quarter" idx="16"/>
          </p:nvPr>
        </p:nvSpPr>
        <p:spPr>
          <a:xfrm>
            <a:off x="845820" y="4817984"/>
            <a:ext cx="4309034" cy="273844"/>
          </a:xfrm>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7" name="Date Placeholder 4">
            <a:extLst>
              <a:ext uri="{FF2B5EF4-FFF2-40B4-BE49-F238E27FC236}">
                <a16:creationId xmlns:a16="http://schemas.microsoft.com/office/drawing/2014/main" id="{1E845CA1-2B55-2D69-3680-9CE99F31519C}"/>
              </a:ext>
            </a:extLst>
          </p:cNvPr>
          <p:cNvSpPr>
            <a:spLocks noGrp="1"/>
          </p:cNvSpPr>
          <p:nvPr>
            <p:ph type="dt" sz="half" idx="15"/>
          </p:nvPr>
        </p:nvSpPr>
        <p:spPr>
          <a:xfrm>
            <a:off x="5154854" y="4819203"/>
            <a:ext cx="2057400" cy="272625"/>
          </a:xfrm>
        </p:spPr>
        <p:txBody>
          <a:bodyPr/>
          <a:lstStyle>
            <a:lvl1pPr>
              <a:defRPr>
                <a:solidFill>
                  <a:srgbClr val="AEA8A2"/>
                </a:solidFill>
              </a:defRPr>
            </a:lvl1pPr>
          </a:lstStyle>
          <a:p>
            <a:r>
              <a:rPr lang="en-US"/>
              <a:t>[Date]</a:t>
            </a:r>
            <a:endParaRPr lang="en-US" dirty="0"/>
          </a:p>
        </p:txBody>
      </p:sp>
      <p:sp>
        <p:nvSpPr>
          <p:cNvPr id="19" name="TextBox 18">
            <a:extLst>
              <a:ext uri="{FF2B5EF4-FFF2-40B4-BE49-F238E27FC236}">
                <a16:creationId xmlns:a16="http://schemas.microsoft.com/office/drawing/2014/main" id="{02B75262-CE4C-F843-17E8-3FD1AD455DC0}"/>
              </a:ext>
            </a:extLst>
          </p:cNvPr>
          <p:cNvSpPr txBox="1"/>
          <p:nvPr userDrawn="1"/>
        </p:nvSpPr>
        <p:spPr>
          <a:xfrm>
            <a:off x="508226" y="444207"/>
            <a:ext cx="4573484" cy="369332"/>
          </a:xfrm>
          <a:prstGeom prst="rect">
            <a:avLst/>
          </a:prstGeom>
          <a:noFill/>
        </p:spPr>
        <p:txBody>
          <a:bodyPr wrap="square">
            <a:spAutoFit/>
          </a:bodyPr>
          <a:lstStyle/>
          <a:p>
            <a:r>
              <a:rPr lang="en-US" sz="1800" b="1" i="0" dirty="0">
                <a:latin typeface="Oracle Sans" panose="020B0503020204020204" pitchFamily="34" charset="0"/>
                <a:cs typeface="Oracle Sans" panose="020B0503020204020204" pitchFamily="34" charset="0"/>
              </a:rPr>
              <a:t>Safe harbor statement</a:t>
            </a:r>
          </a:p>
        </p:txBody>
      </p:sp>
      <p:sp>
        <p:nvSpPr>
          <p:cNvPr id="21" name="TextBox 20">
            <a:extLst>
              <a:ext uri="{FF2B5EF4-FFF2-40B4-BE49-F238E27FC236}">
                <a16:creationId xmlns:a16="http://schemas.microsoft.com/office/drawing/2014/main" id="{90519867-9D20-9498-A8B1-AE2C2BC2FFF6}"/>
              </a:ext>
            </a:extLst>
          </p:cNvPr>
          <p:cNvSpPr txBox="1"/>
          <p:nvPr userDrawn="1"/>
        </p:nvSpPr>
        <p:spPr>
          <a:xfrm>
            <a:off x="507492" y="1166422"/>
            <a:ext cx="6381369" cy="1323439"/>
          </a:xfrm>
          <a:prstGeom prst="rect">
            <a:avLst/>
          </a:prstGeom>
          <a:noFill/>
        </p:spPr>
        <p:txBody>
          <a:bodyPr wrap="square">
            <a:spAutoFit/>
          </a:bodyPr>
          <a:lstStyle/>
          <a:p>
            <a:pPr>
              <a:lnSpc>
                <a:spcPts val="1590"/>
              </a:lnSpc>
              <a:spcAft>
                <a:spcPts val="0"/>
              </a:spcAft>
            </a:pPr>
            <a:r>
              <a:rPr lang="en-US" sz="1350" b="0" i="0" dirty="0">
                <a:solidFill>
                  <a:schemeClr val="tx1"/>
                </a:solidFill>
                <a:latin typeface="+mn-lt"/>
                <a:cs typeface="Oracle Sans Light" panose="020B0403020204020204" pitchFamily="34" charset="0"/>
              </a:rPr>
              <a:t>The following is intended to outline our general product direction. It is intended for information purposes only, and may not be incorporated into any contract. It is not a commitment to deliver any material, code, or functionality, and should not be relied upon in making purchasing decisions. The development, release, timing, and pricing of any features or functionality described for Oracle’s products may change and remains at the sole discretion of Oracle Corporation.</a:t>
            </a:r>
          </a:p>
        </p:txBody>
      </p:sp>
    </p:spTree>
    <p:extLst>
      <p:ext uri="{BB962C8B-B14F-4D97-AF65-F5344CB8AC3E}">
        <p14:creationId xmlns:p14="http://schemas.microsoft.com/office/powerpoint/2010/main" val="1863247678"/>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userDrawn="1">
  <p:cSld name="Speaker_1_Name">
    <p:bg>
      <p:bgRef idx="1001">
        <a:schemeClr val="bg2"/>
      </p:bgRef>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57F6E38-1256-95FF-400B-E6BA4C1A4AE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8" name="Title 7">
            <a:extLst>
              <a:ext uri="{FF2B5EF4-FFF2-40B4-BE49-F238E27FC236}">
                <a16:creationId xmlns:a16="http://schemas.microsoft.com/office/drawing/2014/main" id="{3E98A2A1-CB8D-8DCD-A946-7AC447172684}"/>
              </a:ext>
            </a:extLst>
          </p:cNvPr>
          <p:cNvSpPr>
            <a:spLocks noGrp="1"/>
          </p:cNvSpPr>
          <p:nvPr>
            <p:ph type="title"/>
          </p:nvPr>
        </p:nvSpPr>
        <p:spPr/>
        <p:txBody>
          <a:bodyPr/>
          <a:lstStyle>
            <a:lvl1pPr>
              <a:defRPr b="0" i="0">
                <a:latin typeface="Oracle Sans Tab Semi Bold" panose="020B0503020204020204" pitchFamily="34" charset="0"/>
                <a:cs typeface="Oracle Sans Tab Semi Bold" panose="020B0503020204020204" pitchFamily="34" charset="0"/>
              </a:defRPr>
            </a:lvl1pPr>
          </a:lstStyle>
          <a:p>
            <a:r>
              <a:rPr lang="en-US"/>
              <a:t>Click to edit Master title style</a:t>
            </a:r>
            <a:endParaRPr lang="en-US" dirty="0"/>
          </a:p>
        </p:txBody>
      </p:sp>
      <p:sp>
        <p:nvSpPr>
          <p:cNvPr id="37" name="Text Placeholder 33">
            <a:extLst>
              <a:ext uri="{FF2B5EF4-FFF2-40B4-BE49-F238E27FC236}">
                <a16:creationId xmlns:a16="http://schemas.microsoft.com/office/drawing/2014/main" id="{4B94D438-35CF-4631-8709-33AB89A0307E}"/>
              </a:ext>
            </a:extLst>
          </p:cNvPr>
          <p:cNvSpPr>
            <a:spLocks noGrp="1"/>
          </p:cNvSpPr>
          <p:nvPr>
            <p:ph type="body" sz="quarter" idx="12" hasCustomPrompt="1"/>
          </p:nvPr>
        </p:nvSpPr>
        <p:spPr>
          <a:xfrm>
            <a:off x="3028967" y="2040466"/>
            <a:ext cx="3086066" cy="480055"/>
          </a:xfrm>
        </p:spPr>
        <p:txBody>
          <a:bodyPr vert="horz" lIns="0" tIns="0" rIns="0" bIns="0" rtlCol="0" anchor="b" anchorCtr="0">
            <a:noAutofit/>
          </a:bodyPr>
          <a:lstStyle>
            <a:lvl1pPr algn="ctr">
              <a:defRPr lang="en-US" sz="21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38" name="Text Placeholder 33">
            <a:extLst>
              <a:ext uri="{FF2B5EF4-FFF2-40B4-BE49-F238E27FC236}">
                <a16:creationId xmlns:a16="http://schemas.microsoft.com/office/drawing/2014/main" id="{F34D25E2-243D-4B96-8C35-F96C56B3482F}"/>
              </a:ext>
            </a:extLst>
          </p:cNvPr>
          <p:cNvSpPr>
            <a:spLocks noGrp="1"/>
          </p:cNvSpPr>
          <p:nvPr>
            <p:ph type="body" sz="quarter" idx="13" hasCustomPrompt="1"/>
          </p:nvPr>
        </p:nvSpPr>
        <p:spPr>
          <a:xfrm>
            <a:off x="3028967" y="2519756"/>
            <a:ext cx="3086066" cy="480055"/>
          </a:xfrm>
        </p:spPr>
        <p:txBody>
          <a:bodyPr vert="horz" lIns="0" tIns="0" rIns="0" bIns="0" rtlCol="0" anchor="t" anchorCtr="0">
            <a:noAutofit/>
          </a:bodyPr>
          <a:lstStyle>
            <a:lvl1pPr algn="ctr">
              <a:defRPr lang="en-US" sz="18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2" name="Slide Number Placeholder 7">
            <a:extLst>
              <a:ext uri="{FF2B5EF4-FFF2-40B4-BE49-F238E27FC236}">
                <a16:creationId xmlns:a16="http://schemas.microsoft.com/office/drawing/2014/main" id="{86CB50E7-7B41-627E-0717-D8ECB4F79A15}"/>
              </a:ext>
            </a:extLst>
          </p:cNvPr>
          <p:cNvSpPr>
            <a:spLocks noGrp="1"/>
          </p:cNvSpPr>
          <p:nvPr>
            <p:ph type="sldNum" sz="quarter" idx="17"/>
          </p:nvPr>
        </p:nvSpPr>
        <p:spPr>
          <a:xfrm>
            <a:off x="571500" y="4817745"/>
            <a:ext cx="274320" cy="27432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3" name="Footer Placeholder 6">
            <a:extLst>
              <a:ext uri="{FF2B5EF4-FFF2-40B4-BE49-F238E27FC236}">
                <a16:creationId xmlns:a16="http://schemas.microsoft.com/office/drawing/2014/main" id="{0E9ACD97-6977-2C35-F040-77FED6EA6007}"/>
              </a:ext>
            </a:extLst>
          </p:cNvPr>
          <p:cNvSpPr>
            <a:spLocks noGrp="1"/>
          </p:cNvSpPr>
          <p:nvPr>
            <p:ph type="ftr" sz="quarter" idx="16"/>
          </p:nvPr>
        </p:nvSpPr>
        <p:spPr>
          <a:xfrm>
            <a:off x="845820" y="4817984"/>
            <a:ext cx="4309034" cy="273844"/>
          </a:xfrm>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6" name="Date Placeholder 4">
            <a:extLst>
              <a:ext uri="{FF2B5EF4-FFF2-40B4-BE49-F238E27FC236}">
                <a16:creationId xmlns:a16="http://schemas.microsoft.com/office/drawing/2014/main" id="{4D4FFB4C-CE78-7182-5302-8F824E503693}"/>
              </a:ext>
            </a:extLst>
          </p:cNvPr>
          <p:cNvSpPr>
            <a:spLocks noGrp="1"/>
          </p:cNvSpPr>
          <p:nvPr>
            <p:ph type="dt" sz="half" idx="15"/>
          </p:nvPr>
        </p:nvSpPr>
        <p:spPr>
          <a:xfrm>
            <a:off x="5154854" y="4819203"/>
            <a:ext cx="2057400" cy="272625"/>
          </a:xfrm>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2545283861"/>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userDrawn="1">
  <p:cSld name="Speaker_2_Name">
    <p:bg>
      <p:bgRef idx="1001">
        <a:schemeClr val="bg2"/>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9F76A1C-2CA2-D2D8-0C7F-5F0DF052236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6" name="Title 5">
            <a:extLst>
              <a:ext uri="{FF2B5EF4-FFF2-40B4-BE49-F238E27FC236}">
                <a16:creationId xmlns:a16="http://schemas.microsoft.com/office/drawing/2014/main" id="{EE2F6E50-DCAF-E535-ED2D-8E22FBA64510}"/>
              </a:ext>
            </a:extLst>
          </p:cNvPr>
          <p:cNvSpPr>
            <a:spLocks noGrp="1"/>
          </p:cNvSpPr>
          <p:nvPr>
            <p:ph type="title"/>
          </p:nvPr>
        </p:nvSpPr>
        <p:spPr/>
        <p:txBody>
          <a:bodyPr/>
          <a:lstStyle>
            <a:lvl1pPr>
              <a:defRPr b="0" i="0">
                <a:latin typeface="Oracle Sans Tab Semi Bold" panose="020B0503020204020204" pitchFamily="34" charset="0"/>
                <a:cs typeface="Oracle Sans Tab Semi Bold" panose="020B0503020204020204" pitchFamily="34" charset="0"/>
              </a:defRPr>
            </a:lvl1pPr>
          </a:lstStyle>
          <a:p>
            <a:r>
              <a:rPr lang="en-US"/>
              <a:t>Click to edit Master title style</a:t>
            </a:r>
            <a:endParaRPr lang="en-US" dirty="0"/>
          </a:p>
        </p:txBody>
      </p:sp>
      <p:sp>
        <p:nvSpPr>
          <p:cNvPr id="7" name="Text Placeholder 33">
            <a:extLst>
              <a:ext uri="{FF2B5EF4-FFF2-40B4-BE49-F238E27FC236}">
                <a16:creationId xmlns:a16="http://schemas.microsoft.com/office/drawing/2014/main" id="{033745A7-2B07-9526-FF0D-AE8671C44D9E}"/>
              </a:ext>
            </a:extLst>
          </p:cNvPr>
          <p:cNvSpPr>
            <a:spLocks noGrp="1"/>
          </p:cNvSpPr>
          <p:nvPr>
            <p:ph type="body" sz="quarter" idx="12" hasCustomPrompt="1"/>
          </p:nvPr>
        </p:nvSpPr>
        <p:spPr>
          <a:xfrm>
            <a:off x="605757" y="1453206"/>
            <a:ext cx="3703320" cy="480055"/>
          </a:xfrm>
        </p:spPr>
        <p:txBody>
          <a:bodyPr vert="horz" lIns="0" tIns="0" rIns="0" bIns="0" rtlCol="0" anchor="b" anchorCtr="0">
            <a:noAutofit/>
          </a:bodyPr>
          <a:lstStyle>
            <a:lvl1pPr algn="l">
              <a:defRPr lang="en-US" sz="18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8" name="Text Placeholder 33">
            <a:extLst>
              <a:ext uri="{FF2B5EF4-FFF2-40B4-BE49-F238E27FC236}">
                <a16:creationId xmlns:a16="http://schemas.microsoft.com/office/drawing/2014/main" id="{8CB35380-8581-9F97-7E95-6DAB3CD36015}"/>
              </a:ext>
            </a:extLst>
          </p:cNvPr>
          <p:cNvSpPr>
            <a:spLocks noGrp="1"/>
          </p:cNvSpPr>
          <p:nvPr>
            <p:ph type="body" sz="quarter" idx="13" hasCustomPrompt="1"/>
          </p:nvPr>
        </p:nvSpPr>
        <p:spPr>
          <a:xfrm>
            <a:off x="605757" y="1932495"/>
            <a:ext cx="3703320" cy="480055"/>
          </a:xfrm>
        </p:spPr>
        <p:txBody>
          <a:bodyPr vert="horz" lIns="0" tIns="0" rIns="0" bIns="0" rtlCol="0" anchor="t" anchorCtr="0">
            <a:noAutofit/>
          </a:bodyPr>
          <a:lstStyle>
            <a:lvl1pPr algn="l">
              <a:defRPr lang="en-US" sz="15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9" name="Text Placeholder 33">
            <a:extLst>
              <a:ext uri="{FF2B5EF4-FFF2-40B4-BE49-F238E27FC236}">
                <a16:creationId xmlns:a16="http://schemas.microsoft.com/office/drawing/2014/main" id="{FFA08DCC-85FB-8A20-D4CA-C172ADF35088}"/>
              </a:ext>
            </a:extLst>
          </p:cNvPr>
          <p:cNvSpPr>
            <a:spLocks noGrp="1"/>
          </p:cNvSpPr>
          <p:nvPr>
            <p:ph type="body" sz="quarter" idx="19" hasCustomPrompt="1"/>
          </p:nvPr>
        </p:nvSpPr>
        <p:spPr>
          <a:xfrm>
            <a:off x="594404" y="2571750"/>
            <a:ext cx="3703320" cy="480055"/>
          </a:xfrm>
        </p:spPr>
        <p:txBody>
          <a:bodyPr vert="horz" lIns="0" tIns="0" rIns="0" bIns="0" rtlCol="0" anchor="b" anchorCtr="0">
            <a:noAutofit/>
          </a:bodyPr>
          <a:lstStyle>
            <a:lvl1pPr algn="l">
              <a:defRPr lang="en-US" sz="18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11" name="Text Placeholder 33">
            <a:extLst>
              <a:ext uri="{FF2B5EF4-FFF2-40B4-BE49-F238E27FC236}">
                <a16:creationId xmlns:a16="http://schemas.microsoft.com/office/drawing/2014/main" id="{41646013-6257-AA3E-445F-17881995B120}"/>
              </a:ext>
            </a:extLst>
          </p:cNvPr>
          <p:cNvSpPr>
            <a:spLocks noGrp="1"/>
          </p:cNvSpPr>
          <p:nvPr>
            <p:ph type="body" sz="quarter" idx="20" hasCustomPrompt="1"/>
          </p:nvPr>
        </p:nvSpPr>
        <p:spPr>
          <a:xfrm>
            <a:off x="594404" y="3051040"/>
            <a:ext cx="3703320" cy="480055"/>
          </a:xfrm>
        </p:spPr>
        <p:txBody>
          <a:bodyPr vert="horz" lIns="0" tIns="0" rIns="0" bIns="0" rtlCol="0" anchor="t" anchorCtr="0">
            <a:noAutofit/>
          </a:bodyPr>
          <a:lstStyle>
            <a:lvl1pPr algn="l">
              <a:defRPr lang="en-US" sz="15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4" name="Slide Number Placeholder 7">
            <a:extLst>
              <a:ext uri="{FF2B5EF4-FFF2-40B4-BE49-F238E27FC236}">
                <a16:creationId xmlns:a16="http://schemas.microsoft.com/office/drawing/2014/main" id="{8B2BFEAC-70FB-6C14-E10B-758AA4877813}"/>
              </a:ext>
            </a:extLst>
          </p:cNvPr>
          <p:cNvSpPr>
            <a:spLocks noGrp="1"/>
          </p:cNvSpPr>
          <p:nvPr>
            <p:ph type="sldNum" sz="quarter" idx="17"/>
          </p:nvPr>
        </p:nvSpPr>
        <p:spPr>
          <a:xfrm>
            <a:off x="571500" y="4817745"/>
            <a:ext cx="274320" cy="27432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5" name="Footer Placeholder 6">
            <a:extLst>
              <a:ext uri="{FF2B5EF4-FFF2-40B4-BE49-F238E27FC236}">
                <a16:creationId xmlns:a16="http://schemas.microsoft.com/office/drawing/2014/main" id="{3F61C4C0-ED92-DDC9-92F7-C9F634E1E869}"/>
              </a:ext>
            </a:extLst>
          </p:cNvPr>
          <p:cNvSpPr>
            <a:spLocks noGrp="1"/>
          </p:cNvSpPr>
          <p:nvPr>
            <p:ph type="ftr" sz="quarter" idx="16"/>
          </p:nvPr>
        </p:nvSpPr>
        <p:spPr>
          <a:xfrm>
            <a:off x="845820" y="4817984"/>
            <a:ext cx="4309034" cy="273844"/>
          </a:xfrm>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10" name="Date Placeholder 4">
            <a:extLst>
              <a:ext uri="{FF2B5EF4-FFF2-40B4-BE49-F238E27FC236}">
                <a16:creationId xmlns:a16="http://schemas.microsoft.com/office/drawing/2014/main" id="{C6D7B8C1-D8E3-63E5-942B-CF15397520F5}"/>
              </a:ext>
            </a:extLst>
          </p:cNvPr>
          <p:cNvSpPr>
            <a:spLocks noGrp="1"/>
          </p:cNvSpPr>
          <p:nvPr>
            <p:ph type="dt" sz="half" idx="15"/>
          </p:nvPr>
        </p:nvSpPr>
        <p:spPr>
          <a:xfrm>
            <a:off x="5154854" y="4819203"/>
            <a:ext cx="2057400" cy="272625"/>
          </a:xfrm>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670063434"/>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userDrawn="1">
  <p:cSld name="Speaker_3_Name">
    <p:bg>
      <p:bgRef idx="1001">
        <a:schemeClr val="bg2"/>
      </p:bgRef>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23C34B63-FE8E-C524-CC34-FB4363D191F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3" name="Title 5">
            <a:extLst>
              <a:ext uri="{FF2B5EF4-FFF2-40B4-BE49-F238E27FC236}">
                <a16:creationId xmlns:a16="http://schemas.microsoft.com/office/drawing/2014/main" id="{A4AB21E2-E2E0-79B6-0D2C-DF2EE8290D07}"/>
              </a:ext>
            </a:extLst>
          </p:cNvPr>
          <p:cNvSpPr>
            <a:spLocks noGrp="1"/>
          </p:cNvSpPr>
          <p:nvPr>
            <p:ph type="title"/>
          </p:nvPr>
        </p:nvSpPr>
        <p:spPr>
          <a:xfrm>
            <a:off x="576656" y="136802"/>
            <a:ext cx="8003286" cy="617220"/>
          </a:xfrm>
        </p:spPr>
        <p:txBody>
          <a:bodyPr/>
          <a:lstStyle>
            <a:lvl1pPr>
              <a:defRPr b="1" i="0">
                <a:latin typeface="Oracle Sans Tab Semi Bold" panose="020B0503020204020204" pitchFamily="34" charset="0"/>
                <a:cs typeface="Oracle Sans Tab Semi Bold" panose="020B0503020204020204" pitchFamily="34" charset="0"/>
              </a:defRPr>
            </a:lvl1pPr>
          </a:lstStyle>
          <a:p>
            <a:r>
              <a:rPr lang="en-US"/>
              <a:t>Click to edit Master title style</a:t>
            </a:r>
            <a:endParaRPr lang="en-US" dirty="0"/>
          </a:p>
        </p:txBody>
      </p:sp>
      <p:sp>
        <p:nvSpPr>
          <p:cNvPr id="5" name="Text Placeholder 33">
            <a:extLst>
              <a:ext uri="{FF2B5EF4-FFF2-40B4-BE49-F238E27FC236}">
                <a16:creationId xmlns:a16="http://schemas.microsoft.com/office/drawing/2014/main" id="{39F63839-1CBE-D5BD-2512-DAB020FF0711}"/>
              </a:ext>
            </a:extLst>
          </p:cNvPr>
          <p:cNvSpPr>
            <a:spLocks noGrp="1"/>
          </p:cNvSpPr>
          <p:nvPr>
            <p:ph type="body" sz="quarter" idx="12" hasCustomPrompt="1"/>
          </p:nvPr>
        </p:nvSpPr>
        <p:spPr>
          <a:xfrm>
            <a:off x="598330" y="994427"/>
            <a:ext cx="3703320" cy="480060"/>
          </a:xfrm>
        </p:spPr>
        <p:txBody>
          <a:bodyPr vert="horz" lIns="0" tIns="0" rIns="0" bIns="0" rtlCol="0" anchor="b" anchorCtr="0">
            <a:noAutofit/>
          </a:bodyPr>
          <a:lstStyle>
            <a:lvl1pPr algn="l">
              <a:defRPr lang="en-US" sz="18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6" name="Text Placeholder 33">
            <a:extLst>
              <a:ext uri="{FF2B5EF4-FFF2-40B4-BE49-F238E27FC236}">
                <a16:creationId xmlns:a16="http://schemas.microsoft.com/office/drawing/2014/main" id="{43743925-06A5-FA05-EAC7-EB697B1D6715}"/>
              </a:ext>
            </a:extLst>
          </p:cNvPr>
          <p:cNvSpPr>
            <a:spLocks noGrp="1"/>
          </p:cNvSpPr>
          <p:nvPr>
            <p:ph type="body" sz="quarter" idx="13" hasCustomPrompt="1"/>
          </p:nvPr>
        </p:nvSpPr>
        <p:spPr>
          <a:xfrm>
            <a:off x="598331" y="1473718"/>
            <a:ext cx="3703320" cy="480055"/>
          </a:xfrm>
        </p:spPr>
        <p:txBody>
          <a:bodyPr vert="horz" lIns="0" tIns="0" rIns="0" bIns="0" rtlCol="0" anchor="t" anchorCtr="0">
            <a:noAutofit/>
          </a:bodyPr>
          <a:lstStyle>
            <a:lvl1pPr algn="l">
              <a:defRPr lang="en-US" sz="15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9" name="Text Placeholder 33">
            <a:extLst>
              <a:ext uri="{FF2B5EF4-FFF2-40B4-BE49-F238E27FC236}">
                <a16:creationId xmlns:a16="http://schemas.microsoft.com/office/drawing/2014/main" id="{18A68C53-D3B9-E5F7-A9B4-4AE135F7A971}"/>
              </a:ext>
            </a:extLst>
          </p:cNvPr>
          <p:cNvSpPr>
            <a:spLocks noGrp="1"/>
          </p:cNvSpPr>
          <p:nvPr>
            <p:ph type="body" sz="quarter" idx="28" hasCustomPrompt="1"/>
          </p:nvPr>
        </p:nvSpPr>
        <p:spPr>
          <a:xfrm>
            <a:off x="594404" y="2094341"/>
            <a:ext cx="3703320" cy="480060"/>
          </a:xfrm>
        </p:spPr>
        <p:txBody>
          <a:bodyPr vert="horz" lIns="0" tIns="0" rIns="0" bIns="0" rtlCol="0" anchor="b" anchorCtr="0">
            <a:noAutofit/>
          </a:bodyPr>
          <a:lstStyle>
            <a:lvl1pPr algn="l">
              <a:defRPr lang="en-US" sz="18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11" name="Text Placeholder 33">
            <a:extLst>
              <a:ext uri="{FF2B5EF4-FFF2-40B4-BE49-F238E27FC236}">
                <a16:creationId xmlns:a16="http://schemas.microsoft.com/office/drawing/2014/main" id="{93A07404-C152-0518-EBB5-EF32594356C6}"/>
              </a:ext>
            </a:extLst>
          </p:cNvPr>
          <p:cNvSpPr>
            <a:spLocks noGrp="1"/>
          </p:cNvSpPr>
          <p:nvPr>
            <p:ph type="body" sz="quarter" idx="29" hasCustomPrompt="1"/>
          </p:nvPr>
        </p:nvSpPr>
        <p:spPr>
          <a:xfrm>
            <a:off x="594404" y="2573631"/>
            <a:ext cx="3703320" cy="480055"/>
          </a:xfrm>
        </p:spPr>
        <p:txBody>
          <a:bodyPr vert="horz" lIns="0" tIns="0" rIns="0" bIns="0" rtlCol="0" anchor="t" anchorCtr="0">
            <a:noAutofit/>
          </a:bodyPr>
          <a:lstStyle>
            <a:lvl1pPr algn="l">
              <a:defRPr lang="en-US" sz="15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12" name="Text Placeholder 33">
            <a:extLst>
              <a:ext uri="{FF2B5EF4-FFF2-40B4-BE49-F238E27FC236}">
                <a16:creationId xmlns:a16="http://schemas.microsoft.com/office/drawing/2014/main" id="{7FC66D63-3CC8-47E1-324C-791801A6BB47}"/>
              </a:ext>
            </a:extLst>
          </p:cNvPr>
          <p:cNvSpPr>
            <a:spLocks noGrp="1"/>
          </p:cNvSpPr>
          <p:nvPr>
            <p:ph type="body" sz="quarter" idx="30" hasCustomPrompt="1"/>
          </p:nvPr>
        </p:nvSpPr>
        <p:spPr>
          <a:xfrm>
            <a:off x="596613" y="3234220"/>
            <a:ext cx="3703320" cy="480060"/>
          </a:xfrm>
        </p:spPr>
        <p:txBody>
          <a:bodyPr vert="horz" lIns="0" tIns="0" rIns="0" bIns="0" rtlCol="0" anchor="b" anchorCtr="0">
            <a:noAutofit/>
          </a:bodyPr>
          <a:lstStyle>
            <a:lvl1pPr algn="l">
              <a:defRPr lang="en-US" sz="18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13" name="Text Placeholder 33">
            <a:extLst>
              <a:ext uri="{FF2B5EF4-FFF2-40B4-BE49-F238E27FC236}">
                <a16:creationId xmlns:a16="http://schemas.microsoft.com/office/drawing/2014/main" id="{BFEAD3C5-9D30-2E56-2D6B-9A44AC6F6C6A}"/>
              </a:ext>
            </a:extLst>
          </p:cNvPr>
          <p:cNvSpPr>
            <a:spLocks noGrp="1"/>
          </p:cNvSpPr>
          <p:nvPr>
            <p:ph type="body" sz="quarter" idx="31" hasCustomPrompt="1"/>
          </p:nvPr>
        </p:nvSpPr>
        <p:spPr>
          <a:xfrm>
            <a:off x="596614" y="3713511"/>
            <a:ext cx="3703320" cy="480055"/>
          </a:xfrm>
        </p:spPr>
        <p:txBody>
          <a:bodyPr vert="horz" lIns="0" tIns="0" rIns="0" bIns="0" rtlCol="0" anchor="t" anchorCtr="0">
            <a:noAutofit/>
          </a:bodyPr>
          <a:lstStyle>
            <a:lvl1pPr algn="l">
              <a:defRPr lang="en-US" sz="15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2" name="Slide Number Placeholder 7">
            <a:extLst>
              <a:ext uri="{FF2B5EF4-FFF2-40B4-BE49-F238E27FC236}">
                <a16:creationId xmlns:a16="http://schemas.microsoft.com/office/drawing/2014/main" id="{ED0B8E6E-9D7A-ED85-62AB-7DC8B9A77FF0}"/>
              </a:ext>
            </a:extLst>
          </p:cNvPr>
          <p:cNvSpPr>
            <a:spLocks noGrp="1"/>
          </p:cNvSpPr>
          <p:nvPr>
            <p:ph type="sldNum" sz="quarter" idx="17"/>
          </p:nvPr>
        </p:nvSpPr>
        <p:spPr>
          <a:xfrm>
            <a:off x="571500" y="4817745"/>
            <a:ext cx="274320" cy="27432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4" name="Footer Placeholder 6">
            <a:extLst>
              <a:ext uri="{FF2B5EF4-FFF2-40B4-BE49-F238E27FC236}">
                <a16:creationId xmlns:a16="http://schemas.microsoft.com/office/drawing/2014/main" id="{A45C5070-8016-F077-04E4-CB7AEEDFBF9D}"/>
              </a:ext>
            </a:extLst>
          </p:cNvPr>
          <p:cNvSpPr>
            <a:spLocks noGrp="1"/>
          </p:cNvSpPr>
          <p:nvPr>
            <p:ph type="ftr" sz="quarter" idx="16"/>
          </p:nvPr>
        </p:nvSpPr>
        <p:spPr>
          <a:xfrm>
            <a:off x="845820" y="4817984"/>
            <a:ext cx="4309034" cy="273844"/>
          </a:xfrm>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10" name="Date Placeholder 4">
            <a:extLst>
              <a:ext uri="{FF2B5EF4-FFF2-40B4-BE49-F238E27FC236}">
                <a16:creationId xmlns:a16="http://schemas.microsoft.com/office/drawing/2014/main" id="{0E94BEC2-0320-8F7A-E136-8801553A5B6A}"/>
              </a:ext>
            </a:extLst>
          </p:cNvPr>
          <p:cNvSpPr>
            <a:spLocks noGrp="1"/>
          </p:cNvSpPr>
          <p:nvPr>
            <p:ph type="dt" sz="half" idx="15"/>
          </p:nvPr>
        </p:nvSpPr>
        <p:spPr>
          <a:xfrm>
            <a:off x="5154854" y="4819203"/>
            <a:ext cx="2057400" cy="272625"/>
          </a:xfrm>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1450746853"/>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pos="7354">
          <p15:clr>
            <a:srgbClr val="FBAE40"/>
          </p15:clr>
        </p15:guide>
        <p15:guide id="2" pos="5676">
          <p15:clr>
            <a:srgbClr val="FBAE4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userDrawn="1">
  <p:cSld name="Speaker_4_Name">
    <p:bg>
      <p:bgRef idx="1001">
        <a:schemeClr val="bg2"/>
      </p:bgRef>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BA889F59-8E75-3DFC-ACD7-A59A7488A55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3" name="Title 2">
            <a:extLst>
              <a:ext uri="{FF2B5EF4-FFF2-40B4-BE49-F238E27FC236}">
                <a16:creationId xmlns:a16="http://schemas.microsoft.com/office/drawing/2014/main" id="{9846F92C-70F6-985A-FE2C-8ABF45D4280A}"/>
              </a:ext>
            </a:extLst>
          </p:cNvPr>
          <p:cNvSpPr>
            <a:spLocks noGrp="1"/>
          </p:cNvSpPr>
          <p:nvPr>
            <p:ph type="title"/>
          </p:nvPr>
        </p:nvSpPr>
        <p:spPr>
          <a:xfrm>
            <a:off x="576657" y="136802"/>
            <a:ext cx="3675352" cy="617220"/>
          </a:xfrm>
        </p:spPr>
        <p:txBody>
          <a:bodyPr/>
          <a:lstStyle>
            <a:lvl1pPr>
              <a:defRPr b="1" i="0">
                <a:latin typeface="Oracle Sans Tab Semi Bold" panose="020B0503020204020204" pitchFamily="34" charset="0"/>
                <a:cs typeface="Oracle Sans Tab Semi Bold" panose="020B0503020204020204" pitchFamily="34" charset="0"/>
              </a:defRPr>
            </a:lvl1pPr>
          </a:lstStyle>
          <a:p>
            <a:r>
              <a:rPr lang="en-US"/>
              <a:t>Click to edit Master title style</a:t>
            </a:r>
            <a:endParaRPr lang="en-US" dirty="0"/>
          </a:p>
        </p:txBody>
      </p:sp>
      <p:sp>
        <p:nvSpPr>
          <p:cNvPr id="4" name="Text Placeholder 33">
            <a:extLst>
              <a:ext uri="{FF2B5EF4-FFF2-40B4-BE49-F238E27FC236}">
                <a16:creationId xmlns:a16="http://schemas.microsoft.com/office/drawing/2014/main" id="{D81E2028-DBF3-23B9-9FBF-6FCECE21CB3A}"/>
              </a:ext>
            </a:extLst>
          </p:cNvPr>
          <p:cNvSpPr>
            <a:spLocks noGrp="1"/>
          </p:cNvSpPr>
          <p:nvPr>
            <p:ph type="body" sz="quarter" idx="12" hasCustomPrompt="1"/>
          </p:nvPr>
        </p:nvSpPr>
        <p:spPr>
          <a:xfrm>
            <a:off x="588596" y="1581472"/>
            <a:ext cx="3291840" cy="480060"/>
          </a:xfrm>
        </p:spPr>
        <p:txBody>
          <a:bodyPr vert="horz" lIns="0" tIns="0" rIns="0" bIns="0" rtlCol="0" anchor="b" anchorCtr="0">
            <a:noAutofit/>
          </a:bodyPr>
          <a:lstStyle>
            <a:lvl1pPr algn="l">
              <a:defRPr lang="en-US" sz="18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5" name="Text Placeholder 33">
            <a:extLst>
              <a:ext uri="{FF2B5EF4-FFF2-40B4-BE49-F238E27FC236}">
                <a16:creationId xmlns:a16="http://schemas.microsoft.com/office/drawing/2014/main" id="{6CE4EC2C-0190-BD49-BDD8-E577CAE25571}"/>
              </a:ext>
            </a:extLst>
          </p:cNvPr>
          <p:cNvSpPr>
            <a:spLocks noGrp="1"/>
          </p:cNvSpPr>
          <p:nvPr>
            <p:ph type="body" sz="quarter" idx="13" hasCustomPrompt="1"/>
          </p:nvPr>
        </p:nvSpPr>
        <p:spPr>
          <a:xfrm>
            <a:off x="588596" y="2060763"/>
            <a:ext cx="3291840" cy="480055"/>
          </a:xfrm>
        </p:spPr>
        <p:txBody>
          <a:bodyPr vert="horz" lIns="0" tIns="0" rIns="0" bIns="0" rtlCol="0" anchor="t" anchorCtr="0">
            <a:noAutofit/>
          </a:bodyPr>
          <a:lstStyle>
            <a:lvl1pPr algn="l">
              <a:defRPr lang="en-US" sz="15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br>
              <a:rPr lang="en-US" dirty="0"/>
            </a:br>
            <a:r>
              <a:rPr lang="en-US" dirty="0"/>
              <a:t>Title</a:t>
            </a:r>
          </a:p>
        </p:txBody>
      </p:sp>
      <p:sp>
        <p:nvSpPr>
          <p:cNvPr id="46" name="Text Placeholder 33">
            <a:extLst>
              <a:ext uri="{FF2B5EF4-FFF2-40B4-BE49-F238E27FC236}">
                <a16:creationId xmlns:a16="http://schemas.microsoft.com/office/drawing/2014/main" id="{0E85C687-CFFD-B630-91CF-A560B658488F}"/>
              </a:ext>
            </a:extLst>
          </p:cNvPr>
          <p:cNvSpPr>
            <a:spLocks noGrp="1"/>
          </p:cNvSpPr>
          <p:nvPr>
            <p:ph type="body" sz="quarter" idx="35" hasCustomPrompt="1"/>
          </p:nvPr>
        </p:nvSpPr>
        <p:spPr>
          <a:xfrm>
            <a:off x="588596" y="2613245"/>
            <a:ext cx="3291840" cy="480060"/>
          </a:xfrm>
        </p:spPr>
        <p:txBody>
          <a:bodyPr vert="horz" lIns="0" tIns="0" rIns="0" bIns="0" rtlCol="0" anchor="b" anchorCtr="0">
            <a:noAutofit/>
          </a:bodyPr>
          <a:lstStyle>
            <a:lvl1pPr algn="l">
              <a:defRPr lang="en-US" sz="18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47" name="Text Placeholder 33">
            <a:extLst>
              <a:ext uri="{FF2B5EF4-FFF2-40B4-BE49-F238E27FC236}">
                <a16:creationId xmlns:a16="http://schemas.microsoft.com/office/drawing/2014/main" id="{A894C448-B9CA-0938-94AC-39EE313E2ABD}"/>
              </a:ext>
            </a:extLst>
          </p:cNvPr>
          <p:cNvSpPr>
            <a:spLocks noGrp="1"/>
          </p:cNvSpPr>
          <p:nvPr>
            <p:ph type="body" sz="quarter" idx="36" hasCustomPrompt="1"/>
          </p:nvPr>
        </p:nvSpPr>
        <p:spPr>
          <a:xfrm>
            <a:off x="588597" y="3092536"/>
            <a:ext cx="3291840" cy="480055"/>
          </a:xfrm>
        </p:spPr>
        <p:txBody>
          <a:bodyPr vert="horz" lIns="0" tIns="0" rIns="0" bIns="0" rtlCol="0" anchor="t" anchorCtr="0">
            <a:noAutofit/>
          </a:bodyPr>
          <a:lstStyle>
            <a:lvl1pPr algn="l">
              <a:defRPr lang="en-US" sz="15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br>
              <a:rPr lang="en-US" dirty="0"/>
            </a:br>
            <a:r>
              <a:rPr lang="en-US" dirty="0"/>
              <a:t>Title</a:t>
            </a:r>
          </a:p>
        </p:txBody>
      </p:sp>
      <p:sp>
        <p:nvSpPr>
          <p:cNvPr id="48" name="Text Placeholder 33">
            <a:extLst>
              <a:ext uri="{FF2B5EF4-FFF2-40B4-BE49-F238E27FC236}">
                <a16:creationId xmlns:a16="http://schemas.microsoft.com/office/drawing/2014/main" id="{CDC7552B-CA1F-38DC-C22E-6CD068210611}"/>
              </a:ext>
            </a:extLst>
          </p:cNvPr>
          <p:cNvSpPr>
            <a:spLocks noGrp="1"/>
          </p:cNvSpPr>
          <p:nvPr>
            <p:ph type="body" sz="quarter" idx="37" hasCustomPrompt="1"/>
          </p:nvPr>
        </p:nvSpPr>
        <p:spPr>
          <a:xfrm>
            <a:off x="4221525" y="1598042"/>
            <a:ext cx="3291840" cy="480060"/>
          </a:xfrm>
        </p:spPr>
        <p:txBody>
          <a:bodyPr vert="horz" lIns="0" tIns="0" rIns="0" bIns="0" rtlCol="0" anchor="b" anchorCtr="0">
            <a:noAutofit/>
          </a:bodyPr>
          <a:lstStyle>
            <a:lvl1pPr algn="l">
              <a:defRPr lang="en-US" sz="18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49" name="Text Placeholder 33">
            <a:extLst>
              <a:ext uri="{FF2B5EF4-FFF2-40B4-BE49-F238E27FC236}">
                <a16:creationId xmlns:a16="http://schemas.microsoft.com/office/drawing/2014/main" id="{0D4FA722-3484-B3AD-4DEA-DFBB30885F5E}"/>
              </a:ext>
            </a:extLst>
          </p:cNvPr>
          <p:cNvSpPr>
            <a:spLocks noGrp="1"/>
          </p:cNvSpPr>
          <p:nvPr>
            <p:ph type="body" sz="quarter" idx="38" hasCustomPrompt="1"/>
          </p:nvPr>
        </p:nvSpPr>
        <p:spPr>
          <a:xfrm>
            <a:off x="4221526" y="2077333"/>
            <a:ext cx="3291840" cy="480055"/>
          </a:xfrm>
        </p:spPr>
        <p:txBody>
          <a:bodyPr vert="horz" lIns="0" tIns="0" rIns="0" bIns="0" rtlCol="0" anchor="t" anchorCtr="0">
            <a:noAutofit/>
          </a:bodyPr>
          <a:lstStyle>
            <a:lvl1pPr algn="l">
              <a:defRPr lang="en-US" sz="15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br>
              <a:rPr lang="en-US" dirty="0"/>
            </a:br>
            <a:r>
              <a:rPr lang="en-US" dirty="0"/>
              <a:t>Title</a:t>
            </a:r>
          </a:p>
        </p:txBody>
      </p:sp>
      <p:sp>
        <p:nvSpPr>
          <p:cNvPr id="51" name="Text Placeholder 33">
            <a:extLst>
              <a:ext uri="{FF2B5EF4-FFF2-40B4-BE49-F238E27FC236}">
                <a16:creationId xmlns:a16="http://schemas.microsoft.com/office/drawing/2014/main" id="{163569B4-FFB1-6F0A-FE41-B4FA04F7D73F}"/>
              </a:ext>
            </a:extLst>
          </p:cNvPr>
          <p:cNvSpPr>
            <a:spLocks noGrp="1"/>
          </p:cNvSpPr>
          <p:nvPr>
            <p:ph type="body" sz="quarter" idx="39" hasCustomPrompt="1"/>
          </p:nvPr>
        </p:nvSpPr>
        <p:spPr>
          <a:xfrm>
            <a:off x="4221526" y="2629816"/>
            <a:ext cx="3291840" cy="480060"/>
          </a:xfrm>
        </p:spPr>
        <p:txBody>
          <a:bodyPr vert="horz" lIns="0" tIns="0" rIns="0" bIns="0" rtlCol="0" anchor="b" anchorCtr="0">
            <a:noAutofit/>
          </a:bodyPr>
          <a:lstStyle>
            <a:lvl1pPr algn="l">
              <a:defRPr lang="en-US" sz="18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52" name="Text Placeholder 33">
            <a:extLst>
              <a:ext uri="{FF2B5EF4-FFF2-40B4-BE49-F238E27FC236}">
                <a16:creationId xmlns:a16="http://schemas.microsoft.com/office/drawing/2014/main" id="{AB592145-24D8-2801-4FD7-C0C7A31474CA}"/>
              </a:ext>
            </a:extLst>
          </p:cNvPr>
          <p:cNvSpPr>
            <a:spLocks noGrp="1"/>
          </p:cNvSpPr>
          <p:nvPr>
            <p:ph type="body" sz="quarter" idx="40" hasCustomPrompt="1"/>
          </p:nvPr>
        </p:nvSpPr>
        <p:spPr>
          <a:xfrm>
            <a:off x="4221527" y="3109107"/>
            <a:ext cx="3291840" cy="480055"/>
          </a:xfrm>
        </p:spPr>
        <p:txBody>
          <a:bodyPr vert="horz" lIns="0" tIns="0" rIns="0" bIns="0" rtlCol="0" anchor="t" anchorCtr="0">
            <a:noAutofit/>
          </a:bodyPr>
          <a:lstStyle>
            <a:lvl1pPr algn="l">
              <a:defRPr lang="en-US" sz="15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br>
              <a:rPr lang="en-US" dirty="0"/>
            </a:br>
            <a:r>
              <a:rPr lang="en-US" dirty="0"/>
              <a:t>Title</a:t>
            </a:r>
          </a:p>
        </p:txBody>
      </p:sp>
      <p:sp>
        <p:nvSpPr>
          <p:cNvPr id="2" name="Slide Number Placeholder 7">
            <a:extLst>
              <a:ext uri="{FF2B5EF4-FFF2-40B4-BE49-F238E27FC236}">
                <a16:creationId xmlns:a16="http://schemas.microsoft.com/office/drawing/2014/main" id="{CBC6F3A1-305E-0D42-2DB3-6D8AE989FCE0}"/>
              </a:ext>
            </a:extLst>
          </p:cNvPr>
          <p:cNvSpPr>
            <a:spLocks noGrp="1"/>
          </p:cNvSpPr>
          <p:nvPr>
            <p:ph type="sldNum" sz="quarter" idx="17"/>
          </p:nvPr>
        </p:nvSpPr>
        <p:spPr>
          <a:xfrm>
            <a:off x="571500" y="4817745"/>
            <a:ext cx="274320" cy="27432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6" name="Footer Placeholder 6">
            <a:extLst>
              <a:ext uri="{FF2B5EF4-FFF2-40B4-BE49-F238E27FC236}">
                <a16:creationId xmlns:a16="http://schemas.microsoft.com/office/drawing/2014/main" id="{66B9B940-9EA4-FD99-DA55-F5A24106FEF4}"/>
              </a:ext>
            </a:extLst>
          </p:cNvPr>
          <p:cNvSpPr>
            <a:spLocks noGrp="1"/>
          </p:cNvSpPr>
          <p:nvPr>
            <p:ph type="ftr" sz="quarter" idx="16"/>
          </p:nvPr>
        </p:nvSpPr>
        <p:spPr>
          <a:xfrm>
            <a:off x="845820" y="4817984"/>
            <a:ext cx="4309034" cy="273844"/>
          </a:xfrm>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9" name="Date Placeholder 4">
            <a:extLst>
              <a:ext uri="{FF2B5EF4-FFF2-40B4-BE49-F238E27FC236}">
                <a16:creationId xmlns:a16="http://schemas.microsoft.com/office/drawing/2014/main" id="{43C5861D-D715-C899-F4A8-FFB21A75A6AC}"/>
              </a:ext>
            </a:extLst>
          </p:cNvPr>
          <p:cNvSpPr>
            <a:spLocks noGrp="1"/>
          </p:cNvSpPr>
          <p:nvPr>
            <p:ph type="dt" sz="half" idx="15"/>
          </p:nvPr>
        </p:nvSpPr>
        <p:spPr>
          <a:xfrm>
            <a:off x="5154854" y="4819203"/>
            <a:ext cx="2057400" cy="272625"/>
          </a:xfrm>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851385769"/>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userDrawn="1">
  <p:cSld name="Light - Agend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E5F7DB7-92B5-4EA1-8540-53C2A222376E}"/>
              </a:ext>
            </a:extLst>
          </p:cNvPr>
          <p:cNvSpPr>
            <a:spLocks noGrp="1"/>
          </p:cNvSpPr>
          <p:nvPr>
            <p:ph type="title" hasCustomPrompt="1"/>
          </p:nvPr>
        </p:nvSpPr>
        <p:spPr>
          <a:xfrm>
            <a:off x="576656" y="136802"/>
            <a:ext cx="4037535" cy="617220"/>
          </a:xfrm>
        </p:spPr>
        <p:txBody>
          <a:bodyPr/>
          <a:lstStyle>
            <a:lvl1pPr>
              <a:defRPr b="1" i="0">
                <a:latin typeface="Oracle Sans Tab Semi Bold" panose="020B0503020204020204" pitchFamily="34" charset="0"/>
                <a:cs typeface="Oracle Sans Tab Semi Bold" panose="020B0503020204020204" pitchFamily="34" charset="0"/>
              </a:defRPr>
            </a:lvl1pPr>
          </a:lstStyle>
          <a:p>
            <a:r>
              <a:rPr lang="en-US" dirty="0"/>
              <a:t>Agenda title</a:t>
            </a:r>
          </a:p>
        </p:txBody>
      </p:sp>
      <p:sp>
        <p:nvSpPr>
          <p:cNvPr id="7" name="Content Placeholder 6">
            <a:extLst>
              <a:ext uri="{FF2B5EF4-FFF2-40B4-BE49-F238E27FC236}">
                <a16:creationId xmlns:a16="http://schemas.microsoft.com/office/drawing/2014/main" id="{07A30E9B-4EB7-4882-9E42-67210E9CC0B4}"/>
              </a:ext>
            </a:extLst>
          </p:cNvPr>
          <p:cNvSpPr>
            <a:spLocks noGrp="1"/>
          </p:cNvSpPr>
          <p:nvPr>
            <p:ph sz="quarter" idx="13"/>
          </p:nvPr>
        </p:nvSpPr>
        <p:spPr>
          <a:xfrm>
            <a:off x="599404" y="959071"/>
            <a:ext cx="4014788" cy="3380994"/>
          </a:xfrm>
        </p:spPr>
        <p:txBody>
          <a:bodyPr anchor="ctr"/>
          <a:lstStyle>
            <a:lvl1pPr algn="ctr">
              <a:defRPr/>
            </a:lvl1pPr>
            <a:lvl2pPr algn="ctr">
              <a:defRPr/>
            </a:lvl2pPr>
            <a:lvl3pPr algn="ctr">
              <a:defRPr/>
            </a:lvl3pPr>
            <a:lvl4pPr algn="ctr">
              <a:defRPr>
                <a:latin typeface="Oracle Sans Tab Light" panose="020B0403020204020204"/>
              </a:defRPr>
            </a:lvl4pPr>
            <a:lvl5pPr algn="ctr">
              <a:defRPr>
                <a:latin typeface="Oracle Sans Tab Light" panose="020B0403020204020204"/>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Slide Number Placeholder 5">
            <a:extLst>
              <a:ext uri="{FF2B5EF4-FFF2-40B4-BE49-F238E27FC236}">
                <a16:creationId xmlns:a16="http://schemas.microsoft.com/office/drawing/2014/main" id="{76AD2B40-111B-570E-9754-D22EE6A99B38}"/>
              </a:ext>
            </a:extLst>
          </p:cNvPr>
          <p:cNvSpPr>
            <a:spLocks noGrp="1"/>
          </p:cNvSpPr>
          <p:nvPr>
            <p:ph type="sldNum" sz="quarter" idx="40"/>
          </p:nvPr>
        </p:nvSpPr>
        <p:spPr>
          <a:xfrm>
            <a:off x="571500" y="4817745"/>
            <a:ext cx="274320" cy="274320"/>
          </a:xfrm>
        </p:spPr>
        <p:txBody>
          <a:bodyPr/>
          <a:lstStyle>
            <a:lvl1pPr>
              <a:defRPr>
                <a:solidFill>
                  <a:srgbClr val="8B8580"/>
                </a:solidFill>
              </a:defRPr>
            </a:lvl1pPr>
          </a:lstStyle>
          <a:p>
            <a:fld id="{345D60D9-5372-5F40-9443-0F9AE5BDC3C8}" type="slidenum">
              <a:rPr lang="en-US" smtClean="0"/>
              <a:pPr/>
              <a:t>‹#›</a:t>
            </a:fld>
            <a:endParaRPr lang="en-US" dirty="0"/>
          </a:p>
        </p:txBody>
      </p:sp>
      <p:sp>
        <p:nvSpPr>
          <p:cNvPr id="5" name="Footer Placeholder 4">
            <a:extLst>
              <a:ext uri="{FF2B5EF4-FFF2-40B4-BE49-F238E27FC236}">
                <a16:creationId xmlns:a16="http://schemas.microsoft.com/office/drawing/2014/main" id="{1B1F03A2-8398-2F34-1644-71E9DFF46C34}"/>
              </a:ext>
            </a:extLst>
          </p:cNvPr>
          <p:cNvSpPr>
            <a:spLocks noGrp="1"/>
          </p:cNvSpPr>
          <p:nvPr>
            <p:ph type="ftr" sz="quarter" idx="39"/>
          </p:nvPr>
        </p:nvSpPr>
        <p:spPr>
          <a:xfrm>
            <a:off x="845820" y="4817984"/>
            <a:ext cx="4309034" cy="273844"/>
          </a:xfrm>
        </p:spPr>
        <p:txBody>
          <a:bodyPr/>
          <a:lstStyle>
            <a:lvl1pPr>
              <a:defRPr>
                <a:solidFill>
                  <a:srgbClr val="8B8580"/>
                </a:solidFill>
              </a:defRPr>
            </a:lvl1pPr>
          </a:lstStyle>
          <a:p>
            <a:r>
              <a:rPr lang="en-US"/>
              <a:t>Copyright © 2025, Oracle and/or its affiliates |  Confidential: Internal/Restricted/Highly Restricted</a:t>
            </a:r>
            <a:endParaRPr lang="en-US" dirty="0"/>
          </a:p>
        </p:txBody>
      </p:sp>
      <p:sp>
        <p:nvSpPr>
          <p:cNvPr id="8" name="Date Placeholder 3">
            <a:extLst>
              <a:ext uri="{FF2B5EF4-FFF2-40B4-BE49-F238E27FC236}">
                <a16:creationId xmlns:a16="http://schemas.microsoft.com/office/drawing/2014/main" id="{4DC6CECF-662E-DA0D-D58F-52EB263C8F7B}"/>
              </a:ext>
            </a:extLst>
          </p:cNvPr>
          <p:cNvSpPr>
            <a:spLocks noGrp="1"/>
          </p:cNvSpPr>
          <p:nvPr>
            <p:ph type="dt" sz="half" idx="38"/>
          </p:nvPr>
        </p:nvSpPr>
        <p:spPr>
          <a:xfrm>
            <a:off x="5154854" y="4819203"/>
            <a:ext cx="2057400" cy="272625"/>
          </a:xfrm>
        </p:spPr>
        <p:txBody>
          <a:bodyPr/>
          <a:lstStyle>
            <a:lvl1pPr>
              <a:defRPr>
                <a:solidFill>
                  <a:srgbClr val="8B8580"/>
                </a:solidFill>
              </a:defRPr>
            </a:lvl1pPr>
          </a:lstStyle>
          <a:p>
            <a:r>
              <a:rPr lang="en-US"/>
              <a:t>[Date]</a:t>
            </a:r>
            <a:endParaRPr lang="en-US" dirty="0"/>
          </a:p>
        </p:txBody>
      </p:sp>
    </p:spTree>
    <p:extLst>
      <p:ext uri="{BB962C8B-B14F-4D97-AF65-F5344CB8AC3E}">
        <p14:creationId xmlns:p14="http://schemas.microsoft.com/office/powerpoint/2010/main" val="4176921797"/>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Dark - Agend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E5F7DB7-92B5-4EA1-8540-53C2A222376E}"/>
              </a:ext>
            </a:extLst>
          </p:cNvPr>
          <p:cNvSpPr>
            <a:spLocks noGrp="1"/>
          </p:cNvSpPr>
          <p:nvPr>
            <p:ph type="title" hasCustomPrompt="1"/>
          </p:nvPr>
        </p:nvSpPr>
        <p:spPr>
          <a:xfrm>
            <a:off x="576656" y="136802"/>
            <a:ext cx="4037535" cy="617220"/>
          </a:xfrm>
        </p:spPr>
        <p:txBody>
          <a:bodyPr/>
          <a:lstStyle>
            <a:lvl1pPr>
              <a:defRPr b="1" i="0">
                <a:latin typeface="Oracle Sans Tab Semi Bold" panose="020B0503020204020204" pitchFamily="34" charset="0"/>
                <a:cs typeface="Oracle Sans Tab Semi Bold" panose="020B0503020204020204" pitchFamily="34" charset="0"/>
              </a:defRPr>
            </a:lvl1pPr>
          </a:lstStyle>
          <a:p>
            <a:r>
              <a:rPr lang="en-US" dirty="0"/>
              <a:t>Agenda title</a:t>
            </a:r>
          </a:p>
        </p:txBody>
      </p:sp>
      <p:sp>
        <p:nvSpPr>
          <p:cNvPr id="7" name="Content Placeholder 6">
            <a:extLst>
              <a:ext uri="{FF2B5EF4-FFF2-40B4-BE49-F238E27FC236}">
                <a16:creationId xmlns:a16="http://schemas.microsoft.com/office/drawing/2014/main" id="{07A30E9B-4EB7-4882-9E42-67210E9CC0B4}"/>
              </a:ext>
            </a:extLst>
          </p:cNvPr>
          <p:cNvSpPr>
            <a:spLocks noGrp="1"/>
          </p:cNvSpPr>
          <p:nvPr>
            <p:ph sz="quarter" idx="13"/>
          </p:nvPr>
        </p:nvSpPr>
        <p:spPr>
          <a:xfrm>
            <a:off x="599404" y="959071"/>
            <a:ext cx="4014788" cy="3380994"/>
          </a:xfrm>
        </p:spPr>
        <p:txBody>
          <a:bodyPr anchor="ctr"/>
          <a:lstStyle>
            <a:lvl1pPr algn="ctr">
              <a:defRPr/>
            </a:lvl1pPr>
            <a:lvl2pPr algn="ctr">
              <a:defRPr/>
            </a:lvl2pPr>
            <a:lvl3pPr algn="ctr">
              <a:defRPr/>
            </a:lvl3pPr>
            <a:lvl4pPr algn="ctr">
              <a:defRPr>
                <a:latin typeface="Oracle Sans Tab Light" panose="020B0403020204020204"/>
              </a:defRPr>
            </a:lvl4pPr>
            <a:lvl5pPr algn="ctr">
              <a:defRPr>
                <a:latin typeface="Oracle Sans Tab Light" panose="020B0403020204020204"/>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Slide Number Placeholder 7">
            <a:extLst>
              <a:ext uri="{FF2B5EF4-FFF2-40B4-BE49-F238E27FC236}">
                <a16:creationId xmlns:a16="http://schemas.microsoft.com/office/drawing/2014/main" id="{28D9ACAF-6547-62AC-0612-33ACEEA4384B}"/>
              </a:ext>
            </a:extLst>
          </p:cNvPr>
          <p:cNvSpPr>
            <a:spLocks noGrp="1"/>
          </p:cNvSpPr>
          <p:nvPr>
            <p:ph type="sldNum" sz="quarter" idx="17"/>
          </p:nvPr>
        </p:nvSpPr>
        <p:spPr>
          <a:xfrm>
            <a:off x="571500" y="4817745"/>
            <a:ext cx="274320" cy="27432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5" name="Footer Placeholder 6">
            <a:extLst>
              <a:ext uri="{FF2B5EF4-FFF2-40B4-BE49-F238E27FC236}">
                <a16:creationId xmlns:a16="http://schemas.microsoft.com/office/drawing/2014/main" id="{9C717BFB-739A-8ECB-A222-BA193D79F699}"/>
              </a:ext>
            </a:extLst>
          </p:cNvPr>
          <p:cNvSpPr>
            <a:spLocks noGrp="1"/>
          </p:cNvSpPr>
          <p:nvPr>
            <p:ph type="ftr" sz="quarter" idx="16"/>
          </p:nvPr>
        </p:nvSpPr>
        <p:spPr>
          <a:xfrm>
            <a:off x="845820" y="4817984"/>
            <a:ext cx="4309034" cy="273844"/>
          </a:xfrm>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8" name="Date Placeholder 4">
            <a:extLst>
              <a:ext uri="{FF2B5EF4-FFF2-40B4-BE49-F238E27FC236}">
                <a16:creationId xmlns:a16="http://schemas.microsoft.com/office/drawing/2014/main" id="{D6AB9331-6119-874E-6BF2-D968C0DB95A7}"/>
              </a:ext>
            </a:extLst>
          </p:cNvPr>
          <p:cNvSpPr>
            <a:spLocks noGrp="1"/>
          </p:cNvSpPr>
          <p:nvPr>
            <p:ph type="dt" sz="half" idx="15"/>
          </p:nvPr>
        </p:nvSpPr>
        <p:spPr>
          <a:xfrm>
            <a:off x="5154854" y="4819203"/>
            <a:ext cx="2057400" cy="272625"/>
          </a:xfrm>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537699021"/>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userDrawn="1">
  <p:cSld name="Dark - Impact Statem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B4B5BB6C-77A2-4299-98DB-F23A8BBC354D}"/>
              </a:ext>
            </a:extLst>
          </p:cNvPr>
          <p:cNvSpPr>
            <a:spLocks noGrp="1"/>
          </p:cNvSpPr>
          <p:nvPr>
            <p:ph type="title" hasCustomPrompt="1"/>
          </p:nvPr>
        </p:nvSpPr>
        <p:spPr>
          <a:xfrm>
            <a:off x="576656" y="2263140"/>
            <a:ext cx="8003286" cy="617220"/>
          </a:xfrm>
        </p:spPr>
        <p:txBody>
          <a:bodyPr anchor="ctr"/>
          <a:lstStyle>
            <a:lvl1pPr>
              <a:defRPr sz="2700" b="1" i="0">
                <a:latin typeface="Oracle Sans Tab" panose="020B0503020204020204" pitchFamily="34" charset="0"/>
                <a:cs typeface="Oracle Sans Tab" panose="020B0503020204020204" pitchFamily="34" charset="0"/>
              </a:defRPr>
            </a:lvl1pPr>
          </a:lstStyle>
          <a:p>
            <a:r>
              <a:rPr lang="en-US" dirty="0"/>
              <a:t>Title</a:t>
            </a:r>
          </a:p>
        </p:txBody>
      </p:sp>
      <p:sp>
        <p:nvSpPr>
          <p:cNvPr id="2" name="Slide Number Placeholder 7">
            <a:extLst>
              <a:ext uri="{FF2B5EF4-FFF2-40B4-BE49-F238E27FC236}">
                <a16:creationId xmlns:a16="http://schemas.microsoft.com/office/drawing/2014/main" id="{A91DBAF4-034A-2006-5C18-C681C43D0FEB}"/>
              </a:ext>
            </a:extLst>
          </p:cNvPr>
          <p:cNvSpPr>
            <a:spLocks noGrp="1"/>
          </p:cNvSpPr>
          <p:nvPr>
            <p:ph type="sldNum" sz="quarter" idx="17"/>
          </p:nvPr>
        </p:nvSpPr>
        <p:spPr>
          <a:xfrm>
            <a:off x="571500" y="4817745"/>
            <a:ext cx="274320" cy="27432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4" name="Footer Placeholder 6">
            <a:extLst>
              <a:ext uri="{FF2B5EF4-FFF2-40B4-BE49-F238E27FC236}">
                <a16:creationId xmlns:a16="http://schemas.microsoft.com/office/drawing/2014/main" id="{3F623E54-2B7B-5082-986A-EE68878C5690}"/>
              </a:ext>
            </a:extLst>
          </p:cNvPr>
          <p:cNvSpPr>
            <a:spLocks noGrp="1"/>
          </p:cNvSpPr>
          <p:nvPr>
            <p:ph type="ftr" sz="quarter" idx="16"/>
          </p:nvPr>
        </p:nvSpPr>
        <p:spPr>
          <a:xfrm>
            <a:off x="845820" y="4817984"/>
            <a:ext cx="4309034" cy="273844"/>
          </a:xfrm>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6" name="Date Placeholder 4">
            <a:extLst>
              <a:ext uri="{FF2B5EF4-FFF2-40B4-BE49-F238E27FC236}">
                <a16:creationId xmlns:a16="http://schemas.microsoft.com/office/drawing/2014/main" id="{3E91C1BE-A1A8-EDB0-CE3D-C49914528255}"/>
              </a:ext>
            </a:extLst>
          </p:cNvPr>
          <p:cNvSpPr>
            <a:spLocks noGrp="1"/>
          </p:cNvSpPr>
          <p:nvPr>
            <p:ph type="dt" sz="half" idx="15"/>
          </p:nvPr>
        </p:nvSpPr>
        <p:spPr>
          <a:xfrm>
            <a:off x="5154854" y="4819203"/>
            <a:ext cx="2057400" cy="272625"/>
          </a:xfrm>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1390347502"/>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Light - Impact Statem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B4B5BB6C-77A2-4299-98DB-F23A8BBC354D}"/>
              </a:ext>
            </a:extLst>
          </p:cNvPr>
          <p:cNvSpPr>
            <a:spLocks noGrp="1"/>
          </p:cNvSpPr>
          <p:nvPr>
            <p:ph type="title" hasCustomPrompt="1"/>
          </p:nvPr>
        </p:nvSpPr>
        <p:spPr>
          <a:xfrm>
            <a:off x="576656" y="2263140"/>
            <a:ext cx="8003286" cy="617220"/>
          </a:xfrm>
        </p:spPr>
        <p:txBody>
          <a:bodyPr anchor="ctr"/>
          <a:lstStyle>
            <a:lvl1pPr>
              <a:defRPr sz="2700" b="1" i="0">
                <a:latin typeface="Oracle Sans Tab" panose="020B0503020204020204" pitchFamily="34" charset="0"/>
                <a:cs typeface="Oracle Sans Tab" panose="020B0503020204020204" pitchFamily="34" charset="0"/>
              </a:defRPr>
            </a:lvl1pPr>
          </a:lstStyle>
          <a:p>
            <a:r>
              <a:rPr lang="en-US" dirty="0"/>
              <a:t>Title</a:t>
            </a:r>
          </a:p>
        </p:txBody>
      </p:sp>
      <p:sp>
        <p:nvSpPr>
          <p:cNvPr id="2" name="Slide Number Placeholder 5">
            <a:extLst>
              <a:ext uri="{FF2B5EF4-FFF2-40B4-BE49-F238E27FC236}">
                <a16:creationId xmlns:a16="http://schemas.microsoft.com/office/drawing/2014/main" id="{9F0B1098-7D41-10CB-C5CD-2254F1A42B95}"/>
              </a:ext>
            </a:extLst>
          </p:cNvPr>
          <p:cNvSpPr>
            <a:spLocks noGrp="1"/>
          </p:cNvSpPr>
          <p:nvPr>
            <p:ph type="sldNum" sz="quarter" idx="40"/>
          </p:nvPr>
        </p:nvSpPr>
        <p:spPr>
          <a:xfrm>
            <a:off x="571500" y="4817745"/>
            <a:ext cx="274320" cy="274320"/>
          </a:xfrm>
        </p:spPr>
        <p:txBody>
          <a:bodyPr/>
          <a:lstStyle>
            <a:lvl1pPr>
              <a:defRPr>
                <a:solidFill>
                  <a:srgbClr val="8B8580"/>
                </a:solidFill>
              </a:defRPr>
            </a:lvl1pPr>
          </a:lstStyle>
          <a:p>
            <a:fld id="{345D60D9-5372-5F40-9443-0F9AE5BDC3C8}" type="slidenum">
              <a:rPr lang="en-US" smtClean="0"/>
              <a:pPr/>
              <a:t>‹#›</a:t>
            </a:fld>
            <a:endParaRPr lang="en-US" dirty="0"/>
          </a:p>
        </p:txBody>
      </p:sp>
      <p:sp>
        <p:nvSpPr>
          <p:cNvPr id="4" name="Footer Placeholder 4">
            <a:extLst>
              <a:ext uri="{FF2B5EF4-FFF2-40B4-BE49-F238E27FC236}">
                <a16:creationId xmlns:a16="http://schemas.microsoft.com/office/drawing/2014/main" id="{058C9C89-6343-52FD-C281-6396A1ADC580}"/>
              </a:ext>
            </a:extLst>
          </p:cNvPr>
          <p:cNvSpPr>
            <a:spLocks noGrp="1"/>
          </p:cNvSpPr>
          <p:nvPr>
            <p:ph type="ftr" sz="quarter" idx="39"/>
          </p:nvPr>
        </p:nvSpPr>
        <p:spPr>
          <a:xfrm>
            <a:off x="845820" y="4817984"/>
            <a:ext cx="4309034" cy="273844"/>
          </a:xfrm>
        </p:spPr>
        <p:txBody>
          <a:bodyPr/>
          <a:lstStyle>
            <a:lvl1pPr>
              <a:defRPr>
                <a:solidFill>
                  <a:srgbClr val="8B8580"/>
                </a:solidFill>
              </a:defRPr>
            </a:lvl1pPr>
          </a:lstStyle>
          <a:p>
            <a:r>
              <a:rPr lang="en-US"/>
              <a:t>Copyright © 2025, Oracle and/or its affiliates |  Confidential: Internal/Restricted/Highly Restricted</a:t>
            </a:r>
            <a:endParaRPr lang="en-US" dirty="0"/>
          </a:p>
        </p:txBody>
      </p:sp>
      <p:sp>
        <p:nvSpPr>
          <p:cNvPr id="6" name="Date Placeholder 3">
            <a:extLst>
              <a:ext uri="{FF2B5EF4-FFF2-40B4-BE49-F238E27FC236}">
                <a16:creationId xmlns:a16="http://schemas.microsoft.com/office/drawing/2014/main" id="{F9876E5E-4D7F-5B32-636A-7AAD60A2DF72}"/>
              </a:ext>
            </a:extLst>
          </p:cNvPr>
          <p:cNvSpPr>
            <a:spLocks noGrp="1"/>
          </p:cNvSpPr>
          <p:nvPr>
            <p:ph type="dt" sz="half" idx="38"/>
          </p:nvPr>
        </p:nvSpPr>
        <p:spPr>
          <a:xfrm>
            <a:off x="5154854" y="4819203"/>
            <a:ext cx="2057400" cy="272625"/>
          </a:xfrm>
        </p:spPr>
        <p:txBody>
          <a:bodyPr/>
          <a:lstStyle>
            <a:lvl1pPr>
              <a:defRPr>
                <a:solidFill>
                  <a:srgbClr val="8B8580"/>
                </a:solidFill>
              </a:defRPr>
            </a:lvl1pPr>
          </a:lstStyle>
          <a:p>
            <a:r>
              <a:rPr lang="en-US"/>
              <a:t>[Date]</a:t>
            </a:r>
            <a:endParaRPr lang="en-US" dirty="0"/>
          </a:p>
        </p:txBody>
      </p:sp>
    </p:spTree>
    <p:extLst>
      <p:ext uri="{BB962C8B-B14F-4D97-AF65-F5344CB8AC3E}">
        <p14:creationId xmlns:p14="http://schemas.microsoft.com/office/powerpoint/2010/main" val="1380042156"/>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Multi Statement – Dar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Date Placeholder 4">
            <a:extLst>
              <a:ext uri="{FF2B5EF4-FFF2-40B4-BE49-F238E27FC236}">
                <a16:creationId xmlns:a16="http://schemas.microsoft.com/office/drawing/2014/main" id="{22E0D5EC-D2F7-32C7-0542-FE33CC5E7C63}"/>
              </a:ext>
            </a:extLst>
          </p:cNvPr>
          <p:cNvSpPr>
            <a:spLocks noGrp="1"/>
          </p:cNvSpPr>
          <p:nvPr>
            <p:ph type="dt" sz="half" idx="15"/>
          </p:nvPr>
        </p:nvSpPr>
        <p:spPr>
          <a:xfrm>
            <a:off x="5154854" y="4819203"/>
            <a:ext cx="2057400" cy="272625"/>
          </a:xfrm>
        </p:spPr>
        <p:txBody>
          <a:bodyPr/>
          <a:lstStyle>
            <a:lvl1pPr>
              <a:defRPr>
                <a:solidFill>
                  <a:srgbClr val="AEA8A2"/>
                </a:solidFill>
              </a:defRPr>
            </a:lvl1pPr>
          </a:lstStyle>
          <a:p>
            <a:r>
              <a:rPr lang="en-US"/>
              <a:t>[Date]</a:t>
            </a:r>
            <a:endParaRPr lang="en-US" dirty="0"/>
          </a:p>
        </p:txBody>
      </p:sp>
      <p:sp>
        <p:nvSpPr>
          <p:cNvPr id="4" name="Title 2">
            <a:extLst>
              <a:ext uri="{FF2B5EF4-FFF2-40B4-BE49-F238E27FC236}">
                <a16:creationId xmlns:a16="http://schemas.microsoft.com/office/drawing/2014/main" id="{908A7B0E-BB86-4135-0361-93C6741214E3}"/>
              </a:ext>
            </a:extLst>
          </p:cNvPr>
          <p:cNvSpPr>
            <a:spLocks noGrp="1"/>
          </p:cNvSpPr>
          <p:nvPr>
            <p:ph type="title" hasCustomPrompt="1"/>
          </p:nvPr>
        </p:nvSpPr>
        <p:spPr>
          <a:xfrm>
            <a:off x="576656" y="136802"/>
            <a:ext cx="4037535" cy="617220"/>
          </a:xfrm>
        </p:spPr>
        <p:txBody>
          <a:bodyPr/>
          <a:lstStyle>
            <a:lvl1pPr>
              <a:defRPr b="1" i="0">
                <a:latin typeface="Oracle Sans Tab Semi Bold" panose="020B0503020204020204" pitchFamily="34" charset="0"/>
                <a:cs typeface="Oracle Sans Tab Semi Bold" panose="020B0503020204020204" pitchFamily="34" charset="0"/>
              </a:defRPr>
            </a:lvl1pPr>
          </a:lstStyle>
          <a:p>
            <a:r>
              <a:rPr lang="en-US" dirty="0"/>
              <a:t>Multi-statement title on dark</a:t>
            </a:r>
          </a:p>
        </p:txBody>
      </p:sp>
      <p:sp>
        <p:nvSpPr>
          <p:cNvPr id="6" name="Text Placeholder 2">
            <a:extLst>
              <a:ext uri="{FF2B5EF4-FFF2-40B4-BE49-F238E27FC236}">
                <a16:creationId xmlns:a16="http://schemas.microsoft.com/office/drawing/2014/main" id="{E4DCF24B-59BC-04B0-B557-EEF59BF81E12}"/>
              </a:ext>
            </a:extLst>
          </p:cNvPr>
          <p:cNvSpPr>
            <a:spLocks noGrp="1"/>
          </p:cNvSpPr>
          <p:nvPr>
            <p:ph type="body" sz="quarter" idx="17" hasCustomPrompt="1"/>
          </p:nvPr>
        </p:nvSpPr>
        <p:spPr>
          <a:xfrm>
            <a:off x="582964" y="1204680"/>
            <a:ext cx="5497607" cy="868928"/>
          </a:xfrm>
        </p:spPr>
        <p:txBody>
          <a:bodyPr anchor="ctr">
            <a:normAutofit/>
          </a:bodyPr>
          <a:lstStyle>
            <a:lvl1pPr>
              <a:lnSpc>
                <a:spcPct val="100000"/>
              </a:lnSpc>
              <a:spcBef>
                <a:spcPts val="0"/>
              </a:spcBef>
              <a:defRPr sz="2100" b="1"/>
            </a:lvl1pPr>
          </a:lstStyle>
          <a:p>
            <a:pPr lvl="0"/>
            <a:r>
              <a:rPr lang="en-US" dirty="0"/>
              <a:t>Click to edit Headline</a:t>
            </a:r>
          </a:p>
        </p:txBody>
      </p:sp>
      <p:sp>
        <p:nvSpPr>
          <p:cNvPr id="10" name="Text Placeholder 4">
            <a:extLst>
              <a:ext uri="{FF2B5EF4-FFF2-40B4-BE49-F238E27FC236}">
                <a16:creationId xmlns:a16="http://schemas.microsoft.com/office/drawing/2014/main" id="{44B2EADF-9C30-D624-9DFD-FDBFF41F8B1B}"/>
              </a:ext>
            </a:extLst>
          </p:cNvPr>
          <p:cNvSpPr>
            <a:spLocks noGrp="1"/>
          </p:cNvSpPr>
          <p:nvPr>
            <p:ph type="body" sz="quarter" idx="18" hasCustomPrompt="1"/>
          </p:nvPr>
        </p:nvSpPr>
        <p:spPr>
          <a:xfrm>
            <a:off x="582964" y="2298971"/>
            <a:ext cx="5497780" cy="874882"/>
          </a:xfrm>
        </p:spPr>
        <p:txBody>
          <a:bodyPr anchor="ctr">
            <a:normAutofit/>
          </a:bodyPr>
          <a:lstStyle>
            <a:lvl1pPr>
              <a:lnSpc>
                <a:spcPct val="100000"/>
              </a:lnSpc>
              <a:spcBef>
                <a:spcPts val="0"/>
              </a:spcBef>
              <a:defRPr sz="2100" b="1"/>
            </a:lvl1pPr>
          </a:lstStyle>
          <a:p>
            <a:pPr lvl="0"/>
            <a:r>
              <a:rPr lang="en-US" dirty="0"/>
              <a:t>Click to edit Headline</a:t>
            </a:r>
          </a:p>
        </p:txBody>
      </p:sp>
      <p:sp>
        <p:nvSpPr>
          <p:cNvPr id="11" name="Text Placeholder 7">
            <a:extLst>
              <a:ext uri="{FF2B5EF4-FFF2-40B4-BE49-F238E27FC236}">
                <a16:creationId xmlns:a16="http://schemas.microsoft.com/office/drawing/2014/main" id="{E7E762A4-B873-A5F3-276F-B1A4DD5DC4A0}"/>
              </a:ext>
            </a:extLst>
          </p:cNvPr>
          <p:cNvSpPr>
            <a:spLocks noGrp="1"/>
          </p:cNvSpPr>
          <p:nvPr>
            <p:ph type="body" sz="quarter" idx="19" hasCustomPrompt="1"/>
          </p:nvPr>
        </p:nvSpPr>
        <p:spPr>
          <a:xfrm>
            <a:off x="582963" y="3399215"/>
            <a:ext cx="5497781" cy="887016"/>
          </a:xfrm>
        </p:spPr>
        <p:txBody>
          <a:bodyPr anchor="ctr">
            <a:normAutofit/>
          </a:bodyPr>
          <a:lstStyle>
            <a:lvl1pPr>
              <a:lnSpc>
                <a:spcPct val="100000"/>
              </a:lnSpc>
              <a:spcBef>
                <a:spcPts val="0"/>
              </a:spcBef>
              <a:defRPr sz="2100" b="1"/>
            </a:lvl1pPr>
          </a:lstStyle>
          <a:p>
            <a:pPr lvl="0"/>
            <a:r>
              <a:rPr lang="en-US" dirty="0"/>
              <a:t>Click to edit Headline</a:t>
            </a:r>
          </a:p>
        </p:txBody>
      </p:sp>
      <p:sp>
        <p:nvSpPr>
          <p:cNvPr id="2" name="Slide Number Placeholder 7">
            <a:extLst>
              <a:ext uri="{FF2B5EF4-FFF2-40B4-BE49-F238E27FC236}">
                <a16:creationId xmlns:a16="http://schemas.microsoft.com/office/drawing/2014/main" id="{7987ACB5-95D6-365C-795A-D276B2B66E15}"/>
              </a:ext>
            </a:extLst>
          </p:cNvPr>
          <p:cNvSpPr>
            <a:spLocks noGrp="1"/>
          </p:cNvSpPr>
          <p:nvPr>
            <p:ph type="sldNum" sz="quarter" idx="20"/>
          </p:nvPr>
        </p:nvSpPr>
        <p:spPr>
          <a:xfrm>
            <a:off x="571500" y="4817745"/>
            <a:ext cx="274320" cy="27432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7" name="Footer Placeholder 6">
            <a:extLst>
              <a:ext uri="{FF2B5EF4-FFF2-40B4-BE49-F238E27FC236}">
                <a16:creationId xmlns:a16="http://schemas.microsoft.com/office/drawing/2014/main" id="{2CDB5C85-6ACF-BB32-518A-0AE8B7DD3CEC}"/>
              </a:ext>
            </a:extLst>
          </p:cNvPr>
          <p:cNvSpPr>
            <a:spLocks noGrp="1"/>
          </p:cNvSpPr>
          <p:nvPr>
            <p:ph type="ftr" sz="quarter" idx="16"/>
          </p:nvPr>
        </p:nvSpPr>
        <p:spPr>
          <a:xfrm>
            <a:off x="845820" y="4817984"/>
            <a:ext cx="4309034" cy="273844"/>
          </a:xfrm>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Tree>
    <p:extLst>
      <p:ext uri="{BB962C8B-B14F-4D97-AF65-F5344CB8AC3E}">
        <p14:creationId xmlns:p14="http://schemas.microsoft.com/office/powerpoint/2010/main" val="941639367"/>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Multi Statement – Ligh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Title 2">
            <a:extLst>
              <a:ext uri="{FF2B5EF4-FFF2-40B4-BE49-F238E27FC236}">
                <a16:creationId xmlns:a16="http://schemas.microsoft.com/office/drawing/2014/main" id="{B46F7E12-5919-1F8D-81D3-8F1C1F4A857E}"/>
              </a:ext>
            </a:extLst>
          </p:cNvPr>
          <p:cNvSpPr>
            <a:spLocks noGrp="1"/>
          </p:cNvSpPr>
          <p:nvPr>
            <p:ph type="title" hasCustomPrompt="1"/>
          </p:nvPr>
        </p:nvSpPr>
        <p:spPr>
          <a:xfrm>
            <a:off x="576656" y="136802"/>
            <a:ext cx="4037535" cy="617220"/>
          </a:xfrm>
        </p:spPr>
        <p:txBody>
          <a:bodyPr/>
          <a:lstStyle>
            <a:lvl1pPr>
              <a:defRPr b="1" i="0">
                <a:latin typeface="Oracle Sans Tab Semi Bold" panose="020B0503020204020204" pitchFamily="34" charset="0"/>
                <a:cs typeface="Oracle Sans Tab Semi Bold" panose="020B0503020204020204" pitchFamily="34" charset="0"/>
              </a:defRPr>
            </a:lvl1pPr>
          </a:lstStyle>
          <a:p>
            <a:r>
              <a:rPr lang="en-US" dirty="0"/>
              <a:t>Multi-statement title on light</a:t>
            </a:r>
          </a:p>
        </p:txBody>
      </p:sp>
      <p:sp>
        <p:nvSpPr>
          <p:cNvPr id="8" name="Date Placeholder 3">
            <a:extLst>
              <a:ext uri="{FF2B5EF4-FFF2-40B4-BE49-F238E27FC236}">
                <a16:creationId xmlns:a16="http://schemas.microsoft.com/office/drawing/2014/main" id="{B215CC06-6A9B-37FA-76CA-2CC091DA6489}"/>
              </a:ext>
            </a:extLst>
          </p:cNvPr>
          <p:cNvSpPr>
            <a:spLocks noGrp="1"/>
          </p:cNvSpPr>
          <p:nvPr>
            <p:ph type="dt" sz="half" idx="38"/>
          </p:nvPr>
        </p:nvSpPr>
        <p:spPr>
          <a:xfrm>
            <a:off x="5154854" y="4819203"/>
            <a:ext cx="2057400" cy="272625"/>
          </a:xfrm>
        </p:spPr>
        <p:txBody>
          <a:bodyPr/>
          <a:lstStyle>
            <a:lvl1pPr>
              <a:defRPr>
                <a:solidFill>
                  <a:srgbClr val="8B8580"/>
                </a:solidFill>
              </a:defRPr>
            </a:lvl1pPr>
          </a:lstStyle>
          <a:p>
            <a:r>
              <a:rPr lang="en-US"/>
              <a:t>[Date]</a:t>
            </a:r>
            <a:endParaRPr lang="en-US" dirty="0"/>
          </a:p>
        </p:txBody>
      </p:sp>
      <p:sp>
        <p:nvSpPr>
          <p:cNvPr id="4" name="Text Placeholder 2">
            <a:extLst>
              <a:ext uri="{FF2B5EF4-FFF2-40B4-BE49-F238E27FC236}">
                <a16:creationId xmlns:a16="http://schemas.microsoft.com/office/drawing/2014/main" id="{5C2B0510-6C5C-90AE-70B3-465956B421D1}"/>
              </a:ext>
            </a:extLst>
          </p:cNvPr>
          <p:cNvSpPr>
            <a:spLocks noGrp="1"/>
          </p:cNvSpPr>
          <p:nvPr>
            <p:ph type="body" sz="quarter" idx="17" hasCustomPrompt="1"/>
          </p:nvPr>
        </p:nvSpPr>
        <p:spPr>
          <a:xfrm>
            <a:off x="582964" y="1204680"/>
            <a:ext cx="5497607" cy="868928"/>
          </a:xfrm>
        </p:spPr>
        <p:txBody>
          <a:bodyPr anchor="ctr">
            <a:normAutofit/>
          </a:bodyPr>
          <a:lstStyle>
            <a:lvl1pPr>
              <a:lnSpc>
                <a:spcPct val="100000"/>
              </a:lnSpc>
              <a:spcBef>
                <a:spcPts val="0"/>
              </a:spcBef>
              <a:defRPr sz="2100" b="1"/>
            </a:lvl1pPr>
          </a:lstStyle>
          <a:p>
            <a:pPr lvl="0"/>
            <a:r>
              <a:rPr lang="en-US" dirty="0"/>
              <a:t>Click to edit Headline</a:t>
            </a:r>
          </a:p>
        </p:txBody>
      </p:sp>
      <p:sp>
        <p:nvSpPr>
          <p:cNvPr id="6" name="Text Placeholder 4">
            <a:extLst>
              <a:ext uri="{FF2B5EF4-FFF2-40B4-BE49-F238E27FC236}">
                <a16:creationId xmlns:a16="http://schemas.microsoft.com/office/drawing/2014/main" id="{76B77C37-B1EA-98CE-3BB1-8335931ADE8D}"/>
              </a:ext>
            </a:extLst>
          </p:cNvPr>
          <p:cNvSpPr>
            <a:spLocks noGrp="1"/>
          </p:cNvSpPr>
          <p:nvPr>
            <p:ph type="body" sz="quarter" idx="18" hasCustomPrompt="1"/>
          </p:nvPr>
        </p:nvSpPr>
        <p:spPr>
          <a:xfrm>
            <a:off x="582964" y="2298971"/>
            <a:ext cx="5497780" cy="874882"/>
          </a:xfrm>
        </p:spPr>
        <p:txBody>
          <a:bodyPr anchor="ctr">
            <a:normAutofit/>
          </a:bodyPr>
          <a:lstStyle>
            <a:lvl1pPr>
              <a:lnSpc>
                <a:spcPct val="100000"/>
              </a:lnSpc>
              <a:spcBef>
                <a:spcPts val="0"/>
              </a:spcBef>
              <a:defRPr sz="2100" b="1"/>
            </a:lvl1pPr>
          </a:lstStyle>
          <a:p>
            <a:pPr lvl="0"/>
            <a:r>
              <a:rPr lang="en-US" dirty="0"/>
              <a:t>Click to edit Headline</a:t>
            </a:r>
          </a:p>
        </p:txBody>
      </p:sp>
      <p:sp>
        <p:nvSpPr>
          <p:cNvPr id="10" name="Text Placeholder 7">
            <a:extLst>
              <a:ext uri="{FF2B5EF4-FFF2-40B4-BE49-F238E27FC236}">
                <a16:creationId xmlns:a16="http://schemas.microsoft.com/office/drawing/2014/main" id="{CF0D059D-CAF1-75DA-3D0D-5152AA0D0CA7}"/>
              </a:ext>
            </a:extLst>
          </p:cNvPr>
          <p:cNvSpPr>
            <a:spLocks noGrp="1"/>
          </p:cNvSpPr>
          <p:nvPr>
            <p:ph type="body" sz="quarter" idx="19" hasCustomPrompt="1"/>
          </p:nvPr>
        </p:nvSpPr>
        <p:spPr>
          <a:xfrm>
            <a:off x="582963" y="3399215"/>
            <a:ext cx="5497781" cy="887016"/>
          </a:xfrm>
        </p:spPr>
        <p:txBody>
          <a:bodyPr anchor="ctr">
            <a:normAutofit/>
          </a:bodyPr>
          <a:lstStyle>
            <a:lvl1pPr>
              <a:lnSpc>
                <a:spcPct val="100000"/>
              </a:lnSpc>
              <a:spcBef>
                <a:spcPts val="0"/>
              </a:spcBef>
              <a:defRPr sz="2100" b="1"/>
            </a:lvl1pPr>
          </a:lstStyle>
          <a:p>
            <a:pPr lvl="0"/>
            <a:r>
              <a:rPr lang="en-US" dirty="0"/>
              <a:t>Click to edit Headline</a:t>
            </a:r>
          </a:p>
        </p:txBody>
      </p:sp>
      <p:sp>
        <p:nvSpPr>
          <p:cNvPr id="3" name="Slide Number Placeholder 5">
            <a:extLst>
              <a:ext uri="{FF2B5EF4-FFF2-40B4-BE49-F238E27FC236}">
                <a16:creationId xmlns:a16="http://schemas.microsoft.com/office/drawing/2014/main" id="{4CB7A4E7-BA75-2474-D545-863B866F6A23}"/>
              </a:ext>
            </a:extLst>
          </p:cNvPr>
          <p:cNvSpPr>
            <a:spLocks noGrp="1"/>
          </p:cNvSpPr>
          <p:nvPr>
            <p:ph type="sldNum" sz="quarter" idx="40"/>
          </p:nvPr>
        </p:nvSpPr>
        <p:spPr>
          <a:xfrm>
            <a:off x="571500" y="4817745"/>
            <a:ext cx="274320" cy="274320"/>
          </a:xfrm>
        </p:spPr>
        <p:txBody>
          <a:bodyPr/>
          <a:lstStyle>
            <a:lvl1pPr>
              <a:defRPr>
                <a:solidFill>
                  <a:srgbClr val="8B8580"/>
                </a:solidFill>
              </a:defRPr>
            </a:lvl1pPr>
          </a:lstStyle>
          <a:p>
            <a:fld id="{345D60D9-5372-5F40-9443-0F9AE5BDC3C8}" type="slidenum">
              <a:rPr lang="en-US" smtClean="0"/>
              <a:pPr/>
              <a:t>‹#›</a:t>
            </a:fld>
            <a:endParaRPr lang="en-US" dirty="0"/>
          </a:p>
        </p:txBody>
      </p:sp>
      <p:sp>
        <p:nvSpPr>
          <p:cNvPr id="5" name="Footer Placeholder 4">
            <a:extLst>
              <a:ext uri="{FF2B5EF4-FFF2-40B4-BE49-F238E27FC236}">
                <a16:creationId xmlns:a16="http://schemas.microsoft.com/office/drawing/2014/main" id="{5C0E802C-9235-4781-9E8F-2C922A88134B}"/>
              </a:ext>
            </a:extLst>
          </p:cNvPr>
          <p:cNvSpPr>
            <a:spLocks noGrp="1"/>
          </p:cNvSpPr>
          <p:nvPr>
            <p:ph type="ftr" sz="quarter" idx="39"/>
          </p:nvPr>
        </p:nvSpPr>
        <p:spPr>
          <a:xfrm>
            <a:off x="845820" y="4817984"/>
            <a:ext cx="4309034" cy="273844"/>
          </a:xfrm>
        </p:spPr>
        <p:txBody>
          <a:bodyPr/>
          <a:lstStyle>
            <a:lvl1pPr>
              <a:defRPr>
                <a:solidFill>
                  <a:srgbClr val="8B8580"/>
                </a:solidFill>
              </a:defRPr>
            </a:lvl1pPr>
          </a:lstStyle>
          <a:p>
            <a:r>
              <a:rPr lang="en-US"/>
              <a:t>Copyright © 2025, Oracle and/or its affiliates |  Confidential: Internal/Restricted/Highly Restricted</a:t>
            </a:r>
            <a:endParaRPr lang="en-US" dirty="0"/>
          </a:p>
        </p:txBody>
      </p:sp>
    </p:spTree>
    <p:extLst>
      <p:ext uri="{BB962C8B-B14F-4D97-AF65-F5344CB8AC3E}">
        <p14:creationId xmlns:p14="http://schemas.microsoft.com/office/powerpoint/2010/main" val="2824753952"/>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Speaker_1">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8DD237-1E40-4383-9C51-545B9C5DD604}"/>
              </a:ext>
            </a:extLst>
          </p:cNvPr>
          <p:cNvSpPr>
            <a:spLocks noGrp="1"/>
          </p:cNvSpPr>
          <p:nvPr>
            <p:ph type="title" hasCustomPrompt="1"/>
          </p:nvPr>
        </p:nvSpPr>
        <p:spPr>
          <a:xfrm>
            <a:off x="571500" y="1200151"/>
            <a:ext cx="2773018" cy="990077"/>
          </a:xfrm>
        </p:spPr>
        <p:txBody>
          <a:bodyPr vert="horz" wrap="square" lIns="0" tIns="0" rIns="0" bIns="0" rtlCol="0" anchor="b" anchorCtr="0">
            <a:normAutofit/>
          </a:bodyPr>
          <a:lstStyle>
            <a:lvl1pPr>
              <a:defRPr lang="en-US" sz="2700" b="1" i="0">
                <a:latin typeface="Oracle Sans Tab" panose="020B0503020204020204" pitchFamily="34" charset="0"/>
                <a:ea typeface="+mj-ea"/>
              </a:defRPr>
            </a:lvl1pPr>
          </a:lstStyle>
          <a:p>
            <a:pPr marL="0" lvl="0">
              <a:lnSpc>
                <a:spcPct val="100000"/>
              </a:lnSpc>
            </a:pPr>
            <a:r>
              <a:rPr lang="en-US" dirty="0"/>
              <a:t>Speaker</a:t>
            </a:r>
          </a:p>
        </p:txBody>
      </p:sp>
      <p:sp>
        <p:nvSpPr>
          <p:cNvPr id="19" name="Picture Placeholder 4">
            <a:extLst>
              <a:ext uri="{FF2B5EF4-FFF2-40B4-BE49-F238E27FC236}">
                <a16:creationId xmlns:a16="http://schemas.microsoft.com/office/drawing/2014/main" id="{DEEA7EE7-413E-4F05-94D2-2DA6180164CA}"/>
              </a:ext>
            </a:extLst>
          </p:cNvPr>
          <p:cNvSpPr>
            <a:spLocks noGrp="1"/>
          </p:cNvSpPr>
          <p:nvPr>
            <p:ph type="pic" sz="quarter" idx="10"/>
          </p:nvPr>
        </p:nvSpPr>
        <p:spPr>
          <a:xfrm>
            <a:off x="5048186" y="1199621"/>
            <a:ext cx="2420607" cy="2435339"/>
          </a:xfrm>
          <a:prstGeom prst="ellipse">
            <a:avLst/>
          </a:prstGeom>
        </p:spPr>
        <p:txBody>
          <a:bodyPr/>
          <a:lstStyle>
            <a:lvl1pPr>
              <a:defRPr>
                <a:solidFill>
                  <a:schemeClr val="tx1"/>
                </a:solidFill>
              </a:defRPr>
            </a:lvl1pPr>
          </a:lstStyle>
          <a:p>
            <a:r>
              <a:rPr lang="en-US"/>
              <a:t>Click icon to add picture</a:t>
            </a:r>
            <a:endParaRPr lang="en-US" dirty="0"/>
          </a:p>
        </p:txBody>
      </p:sp>
      <p:sp>
        <p:nvSpPr>
          <p:cNvPr id="37" name="Text Placeholder 33">
            <a:extLst>
              <a:ext uri="{FF2B5EF4-FFF2-40B4-BE49-F238E27FC236}">
                <a16:creationId xmlns:a16="http://schemas.microsoft.com/office/drawing/2014/main" id="{4B94D438-35CF-4631-8709-33AB89A0307E}"/>
              </a:ext>
            </a:extLst>
          </p:cNvPr>
          <p:cNvSpPr>
            <a:spLocks noGrp="1"/>
          </p:cNvSpPr>
          <p:nvPr>
            <p:ph type="body" sz="quarter" idx="12" hasCustomPrompt="1"/>
          </p:nvPr>
        </p:nvSpPr>
        <p:spPr>
          <a:xfrm>
            <a:off x="5048186" y="3859023"/>
            <a:ext cx="2427360" cy="273844"/>
          </a:xfrm>
        </p:spPr>
        <p:txBody>
          <a:bodyPr vert="horz" lIns="0" tIns="0" rIns="0" bIns="0" rtlCol="0" anchor="t" anchorCtr="0">
            <a:noAutofit/>
          </a:bodyPr>
          <a:lstStyle>
            <a:lvl1pPr algn="ctr">
              <a:defRPr lang="en-US" sz="1500" b="0" dirty="0">
                <a:solidFill>
                  <a:schemeClr val="tx1"/>
                </a:solidFill>
                <a:latin typeface="Oracle Sans Extra Bold" panose="020B0803020204020204" pitchFamily="34" charset="0"/>
                <a:ea typeface="+mj-ea"/>
                <a:cs typeface="Oracle Sans Extra Bold" panose="020B0803020204020204" pitchFamily="34" charset="0"/>
              </a:defRPr>
            </a:lvl1pPr>
          </a:lstStyle>
          <a:p>
            <a:pPr lvl="0">
              <a:spcBef>
                <a:spcPct val="0"/>
              </a:spcBef>
            </a:pPr>
            <a:r>
              <a:rPr lang="en-US" dirty="0"/>
              <a:t>Add speaker name</a:t>
            </a:r>
          </a:p>
        </p:txBody>
      </p:sp>
      <p:sp>
        <p:nvSpPr>
          <p:cNvPr id="38" name="Text Placeholder 33">
            <a:extLst>
              <a:ext uri="{FF2B5EF4-FFF2-40B4-BE49-F238E27FC236}">
                <a16:creationId xmlns:a16="http://schemas.microsoft.com/office/drawing/2014/main" id="{F34D25E2-243D-4B96-8C35-F96C56B3482F}"/>
              </a:ext>
            </a:extLst>
          </p:cNvPr>
          <p:cNvSpPr>
            <a:spLocks noGrp="1"/>
          </p:cNvSpPr>
          <p:nvPr>
            <p:ph type="body" sz="quarter" idx="13" hasCustomPrompt="1"/>
          </p:nvPr>
        </p:nvSpPr>
        <p:spPr>
          <a:xfrm>
            <a:off x="5048186" y="4132101"/>
            <a:ext cx="2427360" cy="273844"/>
          </a:xfrm>
        </p:spPr>
        <p:txBody>
          <a:bodyPr vert="horz" lIns="0" tIns="0" rIns="0" bIns="0" rtlCol="0" anchor="t" anchorCtr="0">
            <a:noAutofit/>
          </a:bodyPr>
          <a:lstStyle>
            <a:lvl1pPr algn="ctr">
              <a:defRPr lang="en-US" dirty="0">
                <a:solidFill>
                  <a:schemeClr val="tx1"/>
                </a:solidFill>
                <a:latin typeface="+mn-lt"/>
                <a:ea typeface="+mj-ea"/>
                <a:cs typeface="Oracle Sans Extra Bold" panose="020B0503020204020204" pitchFamily="34" charset="0"/>
              </a:defRPr>
            </a:lvl1pPr>
          </a:lstStyle>
          <a:p>
            <a:pPr lvl="0">
              <a:spcBef>
                <a:spcPct val="0"/>
              </a:spcBef>
            </a:pPr>
            <a:r>
              <a:rPr lang="en-US" dirty="0"/>
              <a:t>Add speaker title</a:t>
            </a:r>
          </a:p>
        </p:txBody>
      </p:sp>
      <p:sp>
        <p:nvSpPr>
          <p:cNvPr id="3" name="Slide Number Placeholder 7">
            <a:extLst>
              <a:ext uri="{FF2B5EF4-FFF2-40B4-BE49-F238E27FC236}">
                <a16:creationId xmlns:a16="http://schemas.microsoft.com/office/drawing/2014/main" id="{372A12C9-976F-C50B-EE5B-FC3F2A92A432}"/>
              </a:ext>
            </a:extLst>
          </p:cNvPr>
          <p:cNvSpPr>
            <a:spLocks noGrp="1"/>
          </p:cNvSpPr>
          <p:nvPr>
            <p:ph type="sldNum" sz="quarter" idx="17"/>
          </p:nvPr>
        </p:nvSpPr>
        <p:spPr>
          <a:xfrm>
            <a:off x="571500" y="4817745"/>
            <a:ext cx="274320" cy="27432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4" name="Footer Placeholder 6">
            <a:extLst>
              <a:ext uri="{FF2B5EF4-FFF2-40B4-BE49-F238E27FC236}">
                <a16:creationId xmlns:a16="http://schemas.microsoft.com/office/drawing/2014/main" id="{6D5DD198-A04A-6BCB-84FC-559437A1F042}"/>
              </a:ext>
            </a:extLst>
          </p:cNvPr>
          <p:cNvSpPr>
            <a:spLocks noGrp="1"/>
          </p:cNvSpPr>
          <p:nvPr>
            <p:ph type="ftr" sz="quarter" idx="16"/>
          </p:nvPr>
        </p:nvSpPr>
        <p:spPr>
          <a:xfrm>
            <a:off x="845820" y="4817984"/>
            <a:ext cx="4309034" cy="273844"/>
          </a:xfrm>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5" name="Date Placeholder 4">
            <a:extLst>
              <a:ext uri="{FF2B5EF4-FFF2-40B4-BE49-F238E27FC236}">
                <a16:creationId xmlns:a16="http://schemas.microsoft.com/office/drawing/2014/main" id="{9D89F2E8-180E-4047-0986-0F230D404FF7}"/>
              </a:ext>
            </a:extLst>
          </p:cNvPr>
          <p:cNvSpPr>
            <a:spLocks noGrp="1"/>
          </p:cNvSpPr>
          <p:nvPr>
            <p:ph type="dt" sz="half" idx="15"/>
          </p:nvPr>
        </p:nvSpPr>
        <p:spPr>
          <a:xfrm>
            <a:off x="5154854" y="4819203"/>
            <a:ext cx="2057400" cy="272625"/>
          </a:xfrm>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1832900335"/>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Speaker_1-Profile">
    <p:bg>
      <p:bgRef idx="1001">
        <a:schemeClr val="bg2"/>
      </p:bgRef>
    </p:bg>
    <p:spTree>
      <p:nvGrpSpPr>
        <p:cNvPr id="1" name=""/>
        <p:cNvGrpSpPr/>
        <p:nvPr/>
      </p:nvGrpSpPr>
      <p:grpSpPr>
        <a:xfrm>
          <a:off x="0" y="0"/>
          <a:ext cx="0" cy="0"/>
          <a:chOff x="0" y="0"/>
          <a:chExt cx="0" cy="0"/>
        </a:xfrm>
      </p:grpSpPr>
      <p:sp>
        <p:nvSpPr>
          <p:cNvPr id="3" name="Title 3">
            <a:extLst>
              <a:ext uri="{FF2B5EF4-FFF2-40B4-BE49-F238E27FC236}">
                <a16:creationId xmlns:a16="http://schemas.microsoft.com/office/drawing/2014/main" id="{7B692C7B-23D2-F815-AA7B-2A7E53056DF4}"/>
              </a:ext>
            </a:extLst>
          </p:cNvPr>
          <p:cNvSpPr>
            <a:spLocks noGrp="1"/>
          </p:cNvSpPr>
          <p:nvPr>
            <p:ph type="title" hasCustomPrompt="1"/>
          </p:nvPr>
        </p:nvSpPr>
        <p:spPr>
          <a:xfrm>
            <a:off x="576656" y="136802"/>
            <a:ext cx="8003286" cy="617220"/>
          </a:xfrm>
        </p:spPr>
        <p:txBody>
          <a:bodyPr/>
          <a:lstStyle>
            <a:lvl1pPr>
              <a:defRPr b="1" i="0">
                <a:latin typeface="Oracle Sans Tab" panose="020B0503020204020204" pitchFamily="34" charset="0"/>
                <a:cs typeface="Oracle Sans Tab" panose="020B0503020204020204" pitchFamily="34" charset="0"/>
              </a:defRPr>
            </a:lvl1pPr>
          </a:lstStyle>
          <a:p>
            <a:r>
              <a:rPr lang="en-US" dirty="0"/>
              <a:t>Title</a:t>
            </a:r>
          </a:p>
        </p:txBody>
      </p:sp>
      <p:sp>
        <p:nvSpPr>
          <p:cNvPr id="19" name="Picture Placeholder 4">
            <a:extLst>
              <a:ext uri="{FF2B5EF4-FFF2-40B4-BE49-F238E27FC236}">
                <a16:creationId xmlns:a16="http://schemas.microsoft.com/office/drawing/2014/main" id="{DEEA7EE7-413E-4F05-94D2-2DA6180164CA}"/>
              </a:ext>
            </a:extLst>
          </p:cNvPr>
          <p:cNvSpPr>
            <a:spLocks noGrp="1"/>
          </p:cNvSpPr>
          <p:nvPr>
            <p:ph type="pic" sz="quarter" idx="10"/>
          </p:nvPr>
        </p:nvSpPr>
        <p:spPr>
          <a:xfrm>
            <a:off x="594404" y="1199621"/>
            <a:ext cx="2420607" cy="2435339"/>
          </a:xfrm>
          <a:prstGeom prst="ellipse">
            <a:avLst/>
          </a:prstGeom>
        </p:spPr>
        <p:txBody>
          <a:bodyPr/>
          <a:lstStyle>
            <a:lvl1pPr>
              <a:defRPr>
                <a:solidFill>
                  <a:schemeClr val="tx1"/>
                </a:solidFill>
              </a:defRPr>
            </a:lvl1pPr>
          </a:lstStyle>
          <a:p>
            <a:r>
              <a:rPr lang="en-US"/>
              <a:t>Click icon to add picture</a:t>
            </a:r>
            <a:endParaRPr lang="en-US" dirty="0"/>
          </a:p>
        </p:txBody>
      </p:sp>
      <p:sp>
        <p:nvSpPr>
          <p:cNvPr id="37" name="Text Placeholder 33">
            <a:extLst>
              <a:ext uri="{FF2B5EF4-FFF2-40B4-BE49-F238E27FC236}">
                <a16:creationId xmlns:a16="http://schemas.microsoft.com/office/drawing/2014/main" id="{4B94D438-35CF-4631-8709-33AB89A0307E}"/>
              </a:ext>
            </a:extLst>
          </p:cNvPr>
          <p:cNvSpPr>
            <a:spLocks noGrp="1"/>
          </p:cNvSpPr>
          <p:nvPr>
            <p:ph type="body" sz="quarter" idx="12" hasCustomPrompt="1"/>
          </p:nvPr>
        </p:nvSpPr>
        <p:spPr>
          <a:xfrm>
            <a:off x="594404" y="3859023"/>
            <a:ext cx="2427360" cy="273844"/>
          </a:xfrm>
        </p:spPr>
        <p:txBody>
          <a:bodyPr vert="horz" lIns="0" tIns="0" rIns="0" bIns="0" rtlCol="0" anchor="t" anchorCtr="0">
            <a:noAutofit/>
          </a:bodyPr>
          <a:lstStyle>
            <a:lvl1pPr algn="ctr">
              <a:defRPr lang="en-US" sz="1500" b="0" dirty="0">
                <a:solidFill>
                  <a:schemeClr val="tx1"/>
                </a:solidFill>
                <a:latin typeface="Oracle Sans Extra Bold" panose="020B0803020204020204" pitchFamily="34" charset="0"/>
                <a:ea typeface="+mj-ea"/>
                <a:cs typeface="Oracle Sans Extra Bold" panose="020B0803020204020204" pitchFamily="34" charset="0"/>
              </a:defRPr>
            </a:lvl1pPr>
          </a:lstStyle>
          <a:p>
            <a:pPr lvl="0">
              <a:spcBef>
                <a:spcPct val="0"/>
              </a:spcBef>
            </a:pPr>
            <a:r>
              <a:rPr lang="en-US" dirty="0"/>
              <a:t>Add speaker name</a:t>
            </a:r>
          </a:p>
        </p:txBody>
      </p:sp>
      <p:sp>
        <p:nvSpPr>
          <p:cNvPr id="38" name="Text Placeholder 33">
            <a:extLst>
              <a:ext uri="{FF2B5EF4-FFF2-40B4-BE49-F238E27FC236}">
                <a16:creationId xmlns:a16="http://schemas.microsoft.com/office/drawing/2014/main" id="{F34D25E2-243D-4B96-8C35-F96C56B3482F}"/>
              </a:ext>
            </a:extLst>
          </p:cNvPr>
          <p:cNvSpPr>
            <a:spLocks noGrp="1"/>
          </p:cNvSpPr>
          <p:nvPr>
            <p:ph type="body" sz="quarter" idx="13" hasCustomPrompt="1"/>
          </p:nvPr>
        </p:nvSpPr>
        <p:spPr>
          <a:xfrm>
            <a:off x="594404" y="4132101"/>
            <a:ext cx="2427360" cy="273844"/>
          </a:xfrm>
        </p:spPr>
        <p:txBody>
          <a:bodyPr vert="horz" lIns="0" tIns="0" rIns="0" bIns="0" rtlCol="0" anchor="t" anchorCtr="0">
            <a:noAutofit/>
          </a:bodyPr>
          <a:lstStyle>
            <a:lvl1pPr algn="ctr">
              <a:defRPr lang="en-US" dirty="0">
                <a:solidFill>
                  <a:schemeClr val="tx1"/>
                </a:solidFill>
                <a:latin typeface="+mn-lt"/>
                <a:ea typeface="+mj-ea"/>
                <a:cs typeface="Oracle Sans Extra Bold" panose="020B0503020204020204" pitchFamily="34" charset="0"/>
              </a:defRPr>
            </a:lvl1pPr>
          </a:lstStyle>
          <a:p>
            <a:pPr lvl="0">
              <a:spcBef>
                <a:spcPct val="0"/>
              </a:spcBef>
            </a:pPr>
            <a:r>
              <a:rPr lang="en-US" dirty="0"/>
              <a:t>Add speaker title</a:t>
            </a:r>
          </a:p>
        </p:txBody>
      </p:sp>
      <p:sp>
        <p:nvSpPr>
          <p:cNvPr id="5" name="Content Placeholder 4">
            <a:extLst>
              <a:ext uri="{FF2B5EF4-FFF2-40B4-BE49-F238E27FC236}">
                <a16:creationId xmlns:a16="http://schemas.microsoft.com/office/drawing/2014/main" id="{746E9417-F0B6-6477-88CA-D06650D0745B}"/>
              </a:ext>
            </a:extLst>
          </p:cNvPr>
          <p:cNvSpPr>
            <a:spLocks noGrp="1"/>
          </p:cNvSpPr>
          <p:nvPr>
            <p:ph sz="quarter" idx="16"/>
          </p:nvPr>
        </p:nvSpPr>
        <p:spPr>
          <a:xfrm>
            <a:off x="3406379" y="1200150"/>
            <a:ext cx="5180409" cy="26741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Slide Number Placeholder 7">
            <a:extLst>
              <a:ext uri="{FF2B5EF4-FFF2-40B4-BE49-F238E27FC236}">
                <a16:creationId xmlns:a16="http://schemas.microsoft.com/office/drawing/2014/main" id="{726CED8E-3269-CBEE-AC17-550ECD6FB69A}"/>
              </a:ext>
            </a:extLst>
          </p:cNvPr>
          <p:cNvSpPr>
            <a:spLocks noGrp="1"/>
          </p:cNvSpPr>
          <p:nvPr>
            <p:ph type="sldNum" sz="quarter" idx="17"/>
          </p:nvPr>
        </p:nvSpPr>
        <p:spPr>
          <a:xfrm>
            <a:off x="571500" y="4817745"/>
            <a:ext cx="274320" cy="27432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4" name="Footer Placeholder 6">
            <a:extLst>
              <a:ext uri="{FF2B5EF4-FFF2-40B4-BE49-F238E27FC236}">
                <a16:creationId xmlns:a16="http://schemas.microsoft.com/office/drawing/2014/main" id="{31110449-8712-D872-C8D5-93B229DFBFDE}"/>
              </a:ext>
            </a:extLst>
          </p:cNvPr>
          <p:cNvSpPr>
            <a:spLocks noGrp="1"/>
          </p:cNvSpPr>
          <p:nvPr>
            <p:ph type="ftr" sz="quarter" idx="18"/>
          </p:nvPr>
        </p:nvSpPr>
        <p:spPr>
          <a:xfrm>
            <a:off x="845820" y="4817984"/>
            <a:ext cx="4309034" cy="273844"/>
          </a:xfrm>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6" name="Date Placeholder 4">
            <a:extLst>
              <a:ext uri="{FF2B5EF4-FFF2-40B4-BE49-F238E27FC236}">
                <a16:creationId xmlns:a16="http://schemas.microsoft.com/office/drawing/2014/main" id="{EF4EF84C-2C31-7D08-88D6-853E01865AA5}"/>
              </a:ext>
            </a:extLst>
          </p:cNvPr>
          <p:cNvSpPr>
            <a:spLocks noGrp="1"/>
          </p:cNvSpPr>
          <p:nvPr>
            <p:ph type="dt" sz="half" idx="15"/>
          </p:nvPr>
        </p:nvSpPr>
        <p:spPr>
          <a:xfrm>
            <a:off x="5154854" y="4819203"/>
            <a:ext cx="2057400" cy="272625"/>
          </a:xfrm>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1928442273"/>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Speaker_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55E47-4DBE-46C5-AA1D-6AC25D117460}"/>
              </a:ext>
            </a:extLst>
          </p:cNvPr>
          <p:cNvSpPr>
            <a:spLocks noGrp="1"/>
          </p:cNvSpPr>
          <p:nvPr>
            <p:ph type="title" hasCustomPrompt="1"/>
          </p:nvPr>
        </p:nvSpPr>
        <p:spPr>
          <a:xfrm>
            <a:off x="571500" y="1200151"/>
            <a:ext cx="1920240" cy="990077"/>
          </a:xfrm>
        </p:spPr>
        <p:txBody>
          <a:bodyPr vert="horz" wrap="square" lIns="0" tIns="0" rIns="0" bIns="0" rtlCol="0" anchor="b" anchorCtr="0">
            <a:normAutofit/>
          </a:bodyPr>
          <a:lstStyle>
            <a:lvl1pPr marL="0" algn="l" defTabSz="685800" rtl="0" eaLnBrk="1" latinLnBrk="0" hangingPunct="1">
              <a:lnSpc>
                <a:spcPct val="100000"/>
              </a:lnSpc>
              <a:spcBef>
                <a:spcPct val="0"/>
              </a:spcBef>
              <a:buNone/>
              <a:defRPr lang="en-US" sz="2700" b="1" i="0" kern="1200" baseline="0" dirty="0">
                <a:solidFill>
                  <a:schemeClr val="tx1"/>
                </a:solidFill>
                <a:latin typeface="Oracle Sans Tab" panose="020B0503020204020204" pitchFamily="34" charset="0"/>
                <a:ea typeface="+mj-ea"/>
                <a:cs typeface="+mj-cs"/>
              </a:defRPr>
            </a:lvl1pPr>
          </a:lstStyle>
          <a:p>
            <a:pPr marL="0" lvl="0">
              <a:lnSpc>
                <a:spcPct val="100000"/>
              </a:lnSpc>
            </a:pPr>
            <a:r>
              <a:rPr lang="en-US" dirty="0"/>
              <a:t>Speakers</a:t>
            </a:r>
          </a:p>
        </p:txBody>
      </p:sp>
      <p:sp>
        <p:nvSpPr>
          <p:cNvPr id="19" name="Picture Placeholder 4">
            <a:extLst>
              <a:ext uri="{FF2B5EF4-FFF2-40B4-BE49-F238E27FC236}">
                <a16:creationId xmlns:a16="http://schemas.microsoft.com/office/drawing/2014/main" id="{DEEA7EE7-413E-4F05-94D2-2DA6180164CA}"/>
              </a:ext>
            </a:extLst>
          </p:cNvPr>
          <p:cNvSpPr>
            <a:spLocks noGrp="1"/>
          </p:cNvSpPr>
          <p:nvPr>
            <p:ph type="pic" sz="quarter" idx="10"/>
          </p:nvPr>
        </p:nvSpPr>
        <p:spPr>
          <a:xfrm>
            <a:off x="3306355" y="1199502"/>
            <a:ext cx="2057400" cy="2057400"/>
          </a:xfrm>
          <a:prstGeom prst="ellipse">
            <a:avLst/>
          </a:prstGeom>
        </p:spPr>
        <p:txBody>
          <a:bodyPr/>
          <a:lstStyle>
            <a:lvl1pPr>
              <a:defRPr>
                <a:solidFill>
                  <a:schemeClr val="tx1"/>
                </a:solidFill>
              </a:defRPr>
            </a:lvl1pPr>
          </a:lstStyle>
          <a:p>
            <a:r>
              <a:rPr lang="en-US"/>
              <a:t>Click icon to add picture</a:t>
            </a:r>
            <a:endParaRPr lang="en-US" dirty="0"/>
          </a:p>
        </p:txBody>
      </p:sp>
      <p:sp>
        <p:nvSpPr>
          <p:cNvPr id="37" name="Text Placeholder 33">
            <a:extLst>
              <a:ext uri="{FF2B5EF4-FFF2-40B4-BE49-F238E27FC236}">
                <a16:creationId xmlns:a16="http://schemas.microsoft.com/office/drawing/2014/main" id="{4B94D438-35CF-4631-8709-33AB89A0307E}"/>
              </a:ext>
            </a:extLst>
          </p:cNvPr>
          <p:cNvSpPr>
            <a:spLocks noGrp="1"/>
          </p:cNvSpPr>
          <p:nvPr>
            <p:ph type="body" sz="quarter" idx="12" hasCustomPrompt="1"/>
          </p:nvPr>
        </p:nvSpPr>
        <p:spPr>
          <a:xfrm>
            <a:off x="3131836" y="3600439"/>
            <a:ext cx="2420874" cy="273844"/>
          </a:xfrm>
        </p:spPr>
        <p:txBody>
          <a:bodyPr vert="horz" lIns="0" tIns="0" rIns="0" bIns="0" rtlCol="0" anchor="t" anchorCtr="0">
            <a:noAutofit/>
          </a:bodyPr>
          <a:lstStyle>
            <a:lvl1pPr algn="l">
              <a:defRPr lang="en-US" sz="1500" b="0" dirty="0">
                <a:solidFill>
                  <a:schemeClr val="tx1"/>
                </a:solidFill>
                <a:latin typeface="Oracle Sans Extra Bold" panose="020B0803020204020204" pitchFamily="34" charset="0"/>
                <a:ea typeface="+mj-ea"/>
                <a:cs typeface="Oracle Sans Extra Bold" panose="020B0803020204020204" pitchFamily="34" charset="0"/>
              </a:defRPr>
            </a:lvl1pPr>
          </a:lstStyle>
          <a:p>
            <a:pPr lvl="0">
              <a:spcBef>
                <a:spcPct val="0"/>
              </a:spcBef>
            </a:pPr>
            <a:r>
              <a:rPr lang="en-US" dirty="0"/>
              <a:t>Add speaker name</a:t>
            </a:r>
          </a:p>
        </p:txBody>
      </p:sp>
      <p:sp>
        <p:nvSpPr>
          <p:cNvPr id="38" name="Text Placeholder 33">
            <a:extLst>
              <a:ext uri="{FF2B5EF4-FFF2-40B4-BE49-F238E27FC236}">
                <a16:creationId xmlns:a16="http://schemas.microsoft.com/office/drawing/2014/main" id="{F34D25E2-243D-4B96-8C35-F96C56B3482F}"/>
              </a:ext>
            </a:extLst>
          </p:cNvPr>
          <p:cNvSpPr>
            <a:spLocks noGrp="1"/>
          </p:cNvSpPr>
          <p:nvPr>
            <p:ph type="body" sz="quarter" idx="13" hasCustomPrompt="1"/>
          </p:nvPr>
        </p:nvSpPr>
        <p:spPr>
          <a:xfrm>
            <a:off x="3131836" y="3873518"/>
            <a:ext cx="2420874" cy="273844"/>
          </a:xfrm>
        </p:spPr>
        <p:txBody>
          <a:bodyPr vert="horz" lIns="0" tIns="0" rIns="0" bIns="0" rtlCol="0" anchor="t" anchorCtr="0">
            <a:noAutofit/>
          </a:bodyPr>
          <a:lstStyle>
            <a:lvl1pPr algn="l">
              <a:defRPr lang="en-US" dirty="0">
                <a:solidFill>
                  <a:schemeClr val="tx1"/>
                </a:solidFill>
                <a:latin typeface="+mn-lt"/>
                <a:ea typeface="+mj-ea"/>
                <a:cs typeface="Oracle Sans Extra Bold" panose="020B0503020204020204" pitchFamily="34" charset="0"/>
              </a:defRPr>
            </a:lvl1pPr>
          </a:lstStyle>
          <a:p>
            <a:pPr lvl="0">
              <a:spcBef>
                <a:spcPct val="0"/>
              </a:spcBef>
            </a:pPr>
            <a:r>
              <a:rPr lang="en-US" dirty="0"/>
              <a:t>Add speaker title</a:t>
            </a:r>
          </a:p>
        </p:txBody>
      </p:sp>
      <p:sp>
        <p:nvSpPr>
          <p:cNvPr id="17" name="Picture Placeholder 4">
            <a:extLst>
              <a:ext uri="{FF2B5EF4-FFF2-40B4-BE49-F238E27FC236}">
                <a16:creationId xmlns:a16="http://schemas.microsoft.com/office/drawing/2014/main" id="{AD80FD35-1640-4598-BFDA-3E05A9FCEBBE}"/>
              </a:ext>
            </a:extLst>
          </p:cNvPr>
          <p:cNvSpPr>
            <a:spLocks noGrp="1"/>
          </p:cNvSpPr>
          <p:nvPr>
            <p:ph type="pic" sz="quarter" idx="19"/>
          </p:nvPr>
        </p:nvSpPr>
        <p:spPr>
          <a:xfrm>
            <a:off x="5956686" y="1199502"/>
            <a:ext cx="2057400" cy="2057400"/>
          </a:xfrm>
          <a:prstGeom prst="ellipse">
            <a:avLst/>
          </a:prstGeom>
        </p:spPr>
        <p:txBody>
          <a:bodyPr/>
          <a:lstStyle>
            <a:lvl1pPr>
              <a:defRPr>
                <a:solidFill>
                  <a:schemeClr val="tx1"/>
                </a:solidFill>
              </a:defRPr>
            </a:lvl1pPr>
          </a:lstStyle>
          <a:p>
            <a:r>
              <a:rPr lang="en-US"/>
              <a:t>Click icon to add picture</a:t>
            </a:r>
          </a:p>
        </p:txBody>
      </p:sp>
      <p:sp>
        <p:nvSpPr>
          <p:cNvPr id="21" name="Text Placeholder 33">
            <a:extLst>
              <a:ext uri="{FF2B5EF4-FFF2-40B4-BE49-F238E27FC236}">
                <a16:creationId xmlns:a16="http://schemas.microsoft.com/office/drawing/2014/main" id="{AF0CFD6E-C443-4D08-B5C0-973C8F72617B}"/>
              </a:ext>
            </a:extLst>
          </p:cNvPr>
          <p:cNvSpPr>
            <a:spLocks noGrp="1"/>
          </p:cNvSpPr>
          <p:nvPr>
            <p:ph type="body" sz="quarter" idx="20" hasCustomPrompt="1"/>
          </p:nvPr>
        </p:nvSpPr>
        <p:spPr>
          <a:xfrm>
            <a:off x="5943585" y="3600439"/>
            <a:ext cx="2420874" cy="273844"/>
          </a:xfrm>
        </p:spPr>
        <p:txBody>
          <a:bodyPr vert="horz" lIns="0" tIns="0" rIns="0" bIns="0" rtlCol="0" anchor="t" anchorCtr="0">
            <a:noAutofit/>
          </a:bodyPr>
          <a:lstStyle>
            <a:lvl1pPr algn="l">
              <a:defRPr lang="en-US" sz="1500" b="0" dirty="0">
                <a:solidFill>
                  <a:schemeClr val="tx1"/>
                </a:solidFill>
                <a:latin typeface="Oracle Sans Extra Bold" panose="020B0803020204020204" pitchFamily="34" charset="0"/>
                <a:ea typeface="+mj-ea"/>
                <a:cs typeface="Oracle Sans Extra Bold" panose="020B0803020204020204" pitchFamily="34" charset="0"/>
              </a:defRPr>
            </a:lvl1pPr>
          </a:lstStyle>
          <a:p>
            <a:pPr lvl="0">
              <a:spcBef>
                <a:spcPct val="0"/>
              </a:spcBef>
            </a:pPr>
            <a:r>
              <a:rPr lang="en-US" dirty="0"/>
              <a:t>Add speaker name</a:t>
            </a:r>
          </a:p>
        </p:txBody>
      </p:sp>
      <p:sp>
        <p:nvSpPr>
          <p:cNvPr id="25" name="Text Placeholder 33">
            <a:extLst>
              <a:ext uri="{FF2B5EF4-FFF2-40B4-BE49-F238E27FC236}">
                <a16:creationId xmlns:a16="http://schemas.microsoft.com/office/drawing/2014/main" id="{F3C3D640-B9ED-4162-9C4F-0F9F774E639B}"/>
              </a:ext>
            </a:extLst>
          </p:cNvPr>
          <p:cNvSpPr>
            <a:spLocks noGrp="1"/>
          </p:cNvSpPr>
          <p:nvPr>
            <p:ph type="body" sz="quarter" idx="21" hasCustomPrompt="1"/>
          </p:nvPr>
        </p:nvSpPr>
        <p:spPr>
          <a:xfrm>
            <a:off x="5943585" y="3873518"/>
            <a:ext cx="2420874" cy="273844"/>
          </a:xfrm>
        </p:spPr>
        <p:txBody>
          <a:bodyPr vert="horz" lIns="0" tIns="0" rIns="0" bIns="0" rtlCol="0" anchor="t" anchorCtr="0">
            <a:noAutofit/>
          </a:bodyPr>
          <a:lstStyle>
            <a:lvl1pPr algn="l">
              <a:defRPr lang="en-US" dirty="0">
                <a:solidFill>
                  <a:schemeClr val="tx1"/>
                </a:solidFill>
                <a:latin typeface="+mn-lt"/>
                <a:ea typeface="+mj-ea"/>
                <a:cs typeface="Oracle Sans Extra Bold" panose="020B0503020204020204" pitchFamily="34" charset="0"/>
              </a:defRPr>
            </a:lvl1pPr>
          </a:lstStyle>
          <a:p>
            <a:pPr lvl="0">
              <a:spcBef>
                <a:spcPct val="0"/>
              </a:spcBef>
            </a:pPr>
            <a:r>
              <a:rPr lang="en-US" dirty="0"/>
              <a:t>Add speaker title</a:t>
            </a:r>
          </a:p>
        </p:txBody>
      </p:sp>
      <p:sp>
        <p:nvSpPr>
          <p:cNvPr id="3" name="Slide Number Placeholder 7">
            <a:extLst>
              <a:ext uri="{FF2B5EF4-FFF2-40B4-BE49-F238E27FC236}">
                <a16:creationId xmlns:a16="http://schemas.microsoft.com/office/drawing/2014/main" id="{90537780-8302-81C2-C045-4F2DEDF594EF}"/>
              </a:ext>
            </a:extLst>
          </p:cNvPr>
          <p:cNvSpPr>
            <a:spLocks noGrp="1"/>
          </p:cNvSpPr>
          <p:nvPr>
            <p:ph type="sldNum" sz="quarter" idx="17"/>
          </p:nvPr>
        </p:nvSpPr>
        <p:spPr>
          <a:xfrm>
            <a:off x="571500" y="4817745"/>
            <a:ext cx="274320" cy="27432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4" name="Footer Placeholder 6">
            <a:extLst>
              <a:ext uri="{FF2B5EF4-FFF2-40B4-BE49-F238E27FC236}">
                <a16:creationId xmlns:a16="http://schemas.microsoft.com/office/drawing/2014/main" id="{A92B0D41-4168-EC0C-ADF5-AC9E34B1653B}"/>
              </a:ext>
            </a:extLst>
          </p:cNvPr>
          <p:cNvSpPr>
            <a:spLocks noGrp="1"/>
          </p:cNvSpPr>
          <p:nvPr>
            <p:ph type="ftr" sz="quarter" idx="16"/>
          </p:nvPr>
        </p:nvSpPr>
        <p:spPr>
          <a:xfrm>
            <a:off x="845820" y="4817984"/>
            <a:ext cx="4309034" cy="273844"/>
          </a:xfrm>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5" name="Date Placeholder 4">
            <a:extLst>
              <a:ext uri="{FF2B5EF4-FFF2-40B4-BE49-F238E27FC236}">
                <a16:creationId xmlns:a16="http://schemas.microsoft.com/office/drawing/2014/main" id="{D753EE4A-4B0D-E70D-3900-1851E13A291D}"/>
              </a:ext>
            </a:extLst>
          </p:cNvPr>
          <p:cNvSpPr>
            <a:spLocks noGrp="1"/>
          </p:cNvSpPr>
          <p:nvPr>
            <p:ph type="dt" sz="half" idx="15"/>
          </p:nvPr>
        </p:nvSpPr>
        <p:spPr>
          <a:xfrm>
            <a:off x="5154854" y="4819203"/>
            <a:ext cx="2057400" cy="272625"/>
          </a:xfrm>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1641624995"/>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Speaker_3">
    <p:bg>
      <p:bgRef idx="1001">
        <a:schemeClr val="bg2"/>
      </p:bgRef>
    </p:bg>
    <p:spTree>
      <p:nvGrpSpPr>
        <p:cNvPr id="1" name=""/>
        <p:cNvGrpSpPr/>
        <p:nvPr/>
      </p:nvGrpSpPr>
      <p:grpSpPr>
        <a:xfrm>
          <a:off x="0" y="0"/>
          <a:ext cx="0" cy="0"/>
          <a:chOff x="0" y="0"/>
          <a:chExt cx="0" cy="0"/>
        </a:xfrm>
      </p:grpSpPr>
      <p:sp>
        <p:nvSpPr>
          <p:cNvPr id="32" name="Title 1">
            <a:extLst>
              <a:ext uri="{FF2B5EF4-FFF2-40B4-BE49-F238E27FC236}">
                <a16:creationId xmlns:a16="http://schemas.microsoft.com/office/drawing/2014/main" id="{F61107A6-7831-4EC7-8264-2809B94682DD}"/>
              </a:ext>
            </a:extLst>
          </p:cNvPr>
          <p:cNvSpPr>
            <a:spLocks noGrp="1"/>
          </p:cNvSpPr>
          <p:nvPr>
            <p:ph type="title" hasCustomPrompt="1"/>
          </p:nvPr>
        </p:nvSpPr>
        <p:spPr>
          <a:xfrm>
            <a:off x="571500" y="1200151"/>
            <a:ext cx="2400300" cy="990077"/>
          </a:xfrm>
        </p:spPr>
        <p:txBody>
          <a:bodyPr vert="horz" wrap="square" lIns="0" tIns="0" rIns="0" bIns="0" rtlCol="0" anchor="b" anchorCtr="0">
            <a:normAutofit/>
          </a:bodyPr>
          <a:lstStyle>
            <a:lvl1pPr marL="0" algn="l" defTabSz="685800" rtl="0" eaLnBrk="1" latinLnBrk="0" hangingPunct="1">
              <a:lnSpc>
                <a:spcPct val="100000"/>
              </a:lnSpc>
              <a:spcBef>
                <a:spcPct val="0"/>
              </a:spcBef>
              <a:buNone/>
              <a:defRPr lang="en-US" sz="2700" b="1" i="0" kern="1200" baseline="0" dirty="0">
                <a:solidFill>
                  <a:schemeClr val="tx1"/>
                </a:solidFill>
                <a:latin typeface="Oracle Sans Tab" panose="020B0503020204020204" pitchFamily="34" charset="0"/>
                <a:ea typeface="+mj-ea"/>
                <a:cs typeface="+mj-cs"/>
              </a:defRPr>
            </a:lvl1pPr>
          </a:lstStyle>
          <a:p>
            <a:pPr marL="0" lvl="0">
              <a:lnSpc>
                <a:spcPct val="100000"/>
              </a:lnSpc>
            </a:pPr>
            <a:r>
              <a:rPr lang="en-US" dirty="0"/>
              <a:t>Speakers</a:t>
            </a:r>
          </a:p>
        </p:txBody>
      </p:sp>
      <p:sp>
        <p:nvSpPr>
          <p:cNvPr id="19" name="Picture Placeholder 4">
            <a:extLst>
              <a:ext uri="{FF2B5EF4-FFF2-40B4-BE49-F238E27FC236}">
                <a16:creationId xmlns:a16="http://schemas.microsoft.com/office/drawing/2014/main" id="{DEEA7EE7-413E-4F05-94D2-2DA6180164CA}"/>
              </a:ext>
            </a:extLst>
          </p:cNvPr>
          <p:cNvSpPr>
            <a:spLocks noGrp="1" noChangeAspect="1"/>
          </p:cNvSpPr>
          <p:nvPr>
            <p:ph type="pic" sz="quarter" idx="10"/>
          </p:nvPr>
        </p:nvSpPr>
        <p:spPr>
          <a:xfrm>
            <a:off x="5052055" y="445793"/>
            <a:ext cx="1508760" cy="1508760"/>
          </a:xfrm>
          <a:prstGeom prst="ellipse">
            <a:avLst/>
          </a:prstGeom>
        </p:spPr>
        <p:txBody>
          <a:bodyPr/>
          <a:lstStyle>
            <a:lvl1pPr>
              <a:defRPr>
                <a:solidFill>
                  <a:schemeClr val="tx1"/>
                </a:solidFill>
              </a:defRPr>
            </a:lvl1pPr>
          </a:lstStyle>
          <a:p>
            <a:r>
              <a:rPr lang="en-US"/>
              <a:t>Click icon to add picture</a:t>
            </a:r>
            <a:endParaRPr lang="en-US" dirty="0"/>
          </a:p>
        </p:txBody>
      </p:sp>
      <p:sp>
        <p:nvSpPr>
          <p:cNvPr id="37" name="Text Placeholder 33">
            <a:extLst>
              <a:ext uri="{FF2B5EF4-FFF2-40B4-BE49-F238E27FC236}">
                <a16:creationId xmlns:a16="http://schemas.microsoft.com/office/drawing/2014/main" id="{4B94D438-35CF-4631-8709-33AB89A0307E}"/>
              </a:ext>
            </a:extLst>
          </p:cNvPr>
          <p:cNvSpPr>
            <a:spLocks noGrp="1"/>
          </p:cNvSpPr>
          <p:nvPr>
            <p:ph type="body" sz="quarter" idx="12" hasCustomPrompt="1"/>
          </p:nvPr>
        </p:nvSpPr>
        <p:spPr>
          <a:xfrm>
            <a:off x="4983476" y="2091695"/>
            <a:ext cx="1776222" cy="234333"/>
          </a:xfrm>
        </p:spPr>
        <p:txBody>
          <a:bodyPr vert="horz" lIns="0" tIns="0" rIns="0" bIns="0" rtlCol="0" anchor="t" anchorCtr="0">
            <a:noAutofit/>
          </a:bodyPr>
          <a:lstStyle>
            <a:lvl1pPr algn="l">
              <a:defRPr lang="en-US" sz="1200" b="0" dirty="0">
                <a:solidFill>
                  <a:schemeClr val="tx1"/>
                </a:solidFill>
                <a:latin typeface="Oracle Sans Extra Bold" panose="020B0803020204020204" pitchFamily="34" charset="0"/>
                <a:ea typeface="+mj-ea"/>
                <a:cs typeface="Oracle Sans Extra Bold" panose="020B0803020204020204" pitchFamily="34" charset="0"/>
              </a:defRPr>
            </a:lvl1pPr>
          </a:lstStyle>
          <a:p>
            <a:pPr lvl="0">
              <a:spcBef>
                <a:spcPct val="0"/>
              </a:spcBef>
            </a:pPr>
            <a:r>
              <a:rPr lang="en-US" dirty="0"/>
              <a:t>Add speaker name</a:t>
            </a:r>
          </a:p>
        </p:txBody>
      </p:sp>
      <p:sp>
        <p:nvSpPr>
          <p:cNvPr id="38" name="Text Placeholder 33">
            <a:extLst>
              <a:ext uri="{FF2B5EF4-FFF2-40B4-BE49-F238E27FC236}">
                <a16:creationId xmlns:a16="http://schemas.microsoft.com/office/drawing/2014/main" id="{F34D25E2-243D-4B96-8C35-F96C56B3482F}"/>
              </a:ext>
            </a:extLst>
          </p:cNvPr>
          <p:cNvSpPr>
            <a:spLocks noGrp="1"/>
          </p:cNvSpPr>
          <p:nvPr>
            <p:ph type="body" sz="quarter" idx="13" hasCustomPrompt="1"/>
          </p:nvPr>
        </p:nvSpPr>
        <p:spPr>
          <a:xfrm>
            <a:off x="4983476" y="2338295"/>
            <a:ext cx="1776222" cy="208823"/>
          </a:xfrm>
        </p:spPr>
        <p:txBody>
          <a:bodyPr vert="horz" lIns="0" tIns="0" rIns="0" bIns="0" rtlCol="0" anchor="t" anchorCtr="0">
            <a:noAutofit/>
          </a:bodyPr>
          <a:lstStyle>
            <a:lvl1pPr algn="l">
              <a:defRPr lang="en-US" sz="1050" dirty="0">
                <a:solidFill>
                  <a:schemeClr val="tx1"/>
                </a:solidFill>
                <a:latin typeface="+mn-lt"/>
                <a:ea typeface="+mj-ea"/>
                <a:cs typeface="Oracle Sans Extra Bold" panose="020B0503020204020204" pitchFamily="34" charset="0"/>
              </a:defRPr>
            </a:lvl1pPr>
          </a:lstStyle>
          <a:p>
            <a:pPr lvl="0">
              <a:spcBef>
                <a:spcPct val="0"/>
              </a:spcBef>
            </a:pPr>
            <a:r>
              <a:rPr lang="en-US" dirty="0"/>
              <a:t>Add speaker title</a:t>
            </a:r>
          </a:p>
        </p:txBody>
      </p:sp>
      <p:sp>
        <p:nvSpPr>
          <p:cNvPr id="31" name="Picture Placeholder 4">
            <a:extLst>
              <a:ext uri="{FF2B5EF4-FFF2-40B4-BE49-F238E27FC236}">
                <a16:creationId xmlns:a16="http://schemas.microsoft.com/office/drawing/2014/main" id="{FDC25F51-F732-4DED-B41F-218C4B09A992}"/>
              </a:ext>
            </a:extLst>
          </p:cNvPr>
          <p:cNvSpPr>
            <a:spLocks noGrp="1" noChangeAspect="1"/>
          </p:cNvSpPr>
          <p:nvPr>
            <p:ph type="pic" sz="quarter" idx="28"/>
          </p:nvPr>
        </p:nvSpPr>
        <p:spPr>
          <a:xfrm>
            <a:off x="3268994" y="2057405"/>
            <a:ext cx="1508760" cy="1508760"/>
          </a:xfrm>
          <a:prstGeom prst="ellipse">
            <a:avLst/>
          </a:prstGeom>
        </p:spPr>
        <p:txBody>
          <a:bodyPr/>
          <a:lstStyle>
            <a:lvl1pPr>
              <a:defRPr>
                <a:solidFill>
                  <a:schemeClr val="tx1"/>
                </a:solidFill>
              </a:defRPr>
            </a:lvl1pPr>
          </a:lstStyle>
          <a:p>
            <a:r>
              <a:rPr lang="en-US"/>
              <a:t>Click icon to add picture</a:t>
            </a:r>
            <a:endParaRPr lang="en-US" dirty="0"/>
          </a:p>
        </p:txBody>
      </p:sp>
      <p:sp>
        <p:nvSpPr>
          <p:cNvPr id="33" name="Text Placeholder 33">
            <a:extLst>
              <a:ext uri="{FF2B5EF4-FFF2-40B4-BE49-F238E27FC236}">
                <a16:creationId xmlns:a16="http://schemas.microsoft.com/office/drawing/2014/main" id="{D1B52A4B-0972-4F91-92C6-8090BEF5CCCB}"/>
              </a:ext>
            </a:extLst>
          </p:cNvPr>
          <p:cNvSpPr>
            <a:spLocks noGrp="1"/>
          </p:cNvSpPr>
          <p:nvPr>
            <p:ph type="body" sz="quarter" idx="29" hasCustomPrompt="1"/>
          </p:nvPr>
        </p:nvSpPr>
        <p:spPr>
          <a:xfrm>
            <a:off x="3131836" y="3669018"/>
            <a:ext cx="1776222" cy="234333"/>
          </a:xfrm>
        </p:spPr>
        <p:txBody>
          <a:bodyPr vert="horz" lIns="0" tIns="0" rIns="0" bIns="0" rtlCol="0" anchor="t" anchorCtr="0">
            <a:noAutofit/>
          </a:bodyPr>
          <a:lstStyle>
            <a:lvl1pPr algn="l">
              <a:defRPr lang="en-US" sz="1200" b="0" dirty="0">
                <a:solidFill>
                  <a:schemeClr val="tx1"/>
                </a:solidFill>
                <a:latin typeface="Oracle Sans Extra Bold" panose="020B0803020204020204" pitchFamily="34" charset="0"/>
                <a:ea typeface="+mj-ea"/>
                <a:cs typeface="Oracle Sans Extra Bold" panose="020B0803020204020204" pitchFamily="34" charset="0"/>
              </a:defRPr>
            </a:lvl1pPr>
          </a:lstStyle>
          <a:p>
            <a:pPr lvl="0">
              <a:spcBef>
                <a:spcPct val="0"/>
              </a:spcBef>
            </a:pPr>
            <a:r>
              <a:rPr lang="en-US" dirty="0"/>
              <a:t>Add speaker name</a:t>
            </a:r>
          </a:p>
        </p:txBody>
      </p:sp>
      <p:sp>
        <p:nvSpPr>
          <p:cNvPr id="34" name="Text Placeholder 33">
            <a:extLst>
              <a:ext uri="{FF2B5EF4-FFF2-40B4-BE49-F238E27FC236}">
                <a16:creationId xmlns:a16="http://schemas.microsoft.com/office/drawing/2014/main" id="{D6D713D8-07E2-4DC7-808A-1A9CD0EBCC6B}"/>
              </a:ext>
            </a:extLst>
          </p:cNvPr>
          <p:cNvSpPr>
            <a:spLocks noGrp="1"/>
          </p:cNvSpPr>
          <p:nvPr>
            <p:ph type="body" sz="quarter" idx="30" hasCustomPrompt="1"/>
          </p:nvPr>
        </p:nvSpPr>
        <p:spPr>
          <a:xfrm>
            <a:off x="3131836" y="3915618"/>
            <a:ext cx="1776222" cy="208823"/>
          </a:xfrm>
        </p:spPr>
        <p:txBody>
          <a:bodyPr vert="horz" lIns="0" tIns="0" rIns="0" bIns="0" rtlCol="0" anchor="t" anchorCtr="0">
            <a:noAutofit/>
          </a:bodyPr>
          <a:lstStyle>
            <a:lvl1pPr algn="l">
              <a:defRPr lang="en-US" sz="1050" dirty="0">
                <a:solidFill>
                  <a:schemeClr val="tx1"/>
                </a:solidFill>
                <a:latin typeface="+mn-lt"/>
                <a:ea typeface="+mj-ea"/>
                <a:cs typeface="Oracle Sans Extra Bold" panose="020B0503020204020204" pitchFamily="34" charset="0"/>
              </a:defRPr>
            </a:lvl1pPr>
          </a:lstStyle>
          <a:p>
            <a:pPr lvl="0">
              <a:spcBef>
                <a:spcPct val="0"/>
              </a:spcBef>
            </a:pPr>
            <a:r>
              <a:rPr lang="en-US" dirty="0"/>
              <a:t>Add speaker title</a:t>
            </a:r>
          </a:p>
        </p:txBody>
      </p:sp>
      <p:sp>
        <p:nvSpPr>
          <p:cNvPr id="35" name="Picture Placeholder 4">
            <a:extLst>
              <a:ext uri="{FF2B5EF4-FFF2-40B4-BE49-F238E27FC236}">
                <a16:creationId xmlns:a16="http://schemas.microsoft.com/office/drawing/2014/main" id="{D54CB0FE-E711-41BE-AE1E-539BC7B7761E}"/>
              </a:ext>
            </a:extLst>
          </p:cNvPr>
          <p:cNvSpPr>
            <a:spLocks noGrp="1" noChangeAspect="1"/>
          </p:cNvSpPr>
          <p:nvPr>
            <p:ph type="pic" sz="quarter" idx="31"/>
          </p:nvPr>
        </p:nvSpPr>
        <p:spPr>
          <a:xfrm>
            <a:off x="7040853" y="2057405"/>
            <a:ext cx="1508760" cy="1508760"/>
          </a:xfrm>
          <a:prstGeom prst="ellipse">
            <a:avLst/>
          </a:prstGeom>
        </p:spPr>
        <p:txBody>
          <a:bodyPr/>
          <a:lstStyle>
            <a:lvl1pPr>
              <a:defRPr>
                <a:solidFill>
                  <a:schemeClr val="tx1"/>
                </a:solidFill>
              </a:defRPr>
            </a:lvl1pPr>
          </a:lstStyle>
          <a:p>
            <a:r>
              <a:rPr lang="en-US"/>
              <a:t>Click icon to add picture</a:t>
            </a:r>
            <a:endParaRPr lang="en-US" dirty="0"/>
          </a:p>
        </p:txBody>
      </p:sp>
      <p:sp>
        <p:nvSpPr>
          <p:cNvPr id="36" name="Text Placeholder 33">
            <a:extLst>
              <a:ext uri="{FF2B5EF4-FFF2-40B4-BE49-F238E27FC236}">
                <a16:creationId xmlns:a16="http://schemas.microsoft.com/office/drawing/2014/main" id="{C9D94F0F-A124-427C-8B51-4EA7A2DA41ED}"/>
              </a:ext>
            </a:extLst>
          </p:cNvPr>
          <p:cNvSpPr>
            <a:spLocks noGrp="1"/>
          </p:cNvSpPr>
          <p:nvPr>
            <p:ph type="body" sz="quarter" idx="32" hasCustomPrompt="1"/>
          </p:nvPr>
        </p:nvSpPr>
        <p:spPr>
          <a:xfrm>
            <a:off x="6972274" y="3669018"/>
            <a:ext cx="1776222" cy="234333"/>
          </a:xfrm>
        </p:spPr>
        <p:txBody>
          <a:bodyPr vert="horz" lIns="0" tIns="0" rIns="0" bIns="0" rtlCol="0" anchor="t" anchorCtr="0">
            <a:noAutofit/>
          </a:bodyPr>
          <a:lstStyle>
            <a:lvl1pPr algn="l">
              <a:defRPr lang="en-US" sz="1200" b="0" dirty="0">
                <a:solidFill>
                  <a:schemeClr val="tx1"/>
                </a:solidFill>
                <a:latin typeface="Oracle Sans Extra Bold" panose="020B0803020204020204" pitchFamily="34" charset="0"/>
                <a:ea typeface="+mj-ea"/>
                <a:cs typeface="Oracle Sans Extra Bold" panose="020B0803020204020204" pitchFamily="34" charset="0"/>
              </a:defRPr>
            </a:lvl1pPr>
          </a:lstStyle>
          <a:p>
            <a:pPr lvl="0">
              <a:spcBef>
                <a:spcPct val="0"/>
              </a:spcBef>
            </a:pPr>
            <a:r>
              <a:rPr lang="en-US" dirty="0"/>
              <a:t>Add speaker name</a:t>
            </a:r>
          </a:p>
        </p:txBody>
      </p:sp>
      <p:sp>
        <p:nvSpPr>
          <p:cNvPr id="39" name="Text Placeholder 33">
            <a:extLst>
              <a:ext uri="{FF2B5EF4-FFF2-40B4-BE49-F238E27FC236}">
                <a16:creationId xmlns:a16="http://schemas.microsoft.com/office/drawing/2014/main" id="{D51FC9E3-DCC2-4D0A-80C8-4CB3924EC6CD}"/>
              </a:ext>
            </a:extLst>
          </p:cNvPr>
          <p:cNvSpPr>
            <a:spLocks noGrp="1"/>
          </p:cNvSpPr>
          <p:nvPr>
            <p:ph type="body" sz="quarter" idx="33" hasCustomPrompt="1"/>
          </p:nvPr>
        </p:nvSpPr>
        <p:spPr>
          <a:xfrm>
            <a:off x="6972274" y="3915618"/>
            <a:ext cx="1776222" cy="208823"/>
          </a:xfrm>
        </p:spPr>
        <p:txBody>
          <a:bodyPr vert="horz" lIns="0" tIns="0" rIns="0" bIns="0" rtlCol="0" anchor="t" anchorCtr="0">
            <a:noAutofit/>
          </a:bodyPr>
          <a:lstStyle>
            <a:lvl1pPr algn="l">
              <a:defRPr lang="en-US" sz="1050" dirty="0">
                <a:solidFill>
                  <a:schemeClr val="tx1"/>
                </a:solidFill>
                <a:latin typeface="+mn-lt"/>
                <a:ea typeface="+mj-ea"/>
                <a:cs typeface="Oracle Sans Extra Bold" panose="020B0503020204020204" pitchFamily="34" charset="0"/>
              </a:defRPr>
            </a:lvl1pPr>
          </a:lstStyle>
          <a:p>
            <a:pPr lvl="0">
              <a:spcBef>
                <a:spcPct val="0"/>
              </a:spcBef>
            </a:pPr>
            <a:r>
              <a:rPr lang="en-US" dirty="0"/>
              <a:t>Add speaker title</a:t>
            </a:r>
          </a:p>
        </p:txBody>
      </p:sp>
      <p:sp>
        <p:nvSpPr>
          <p:cNvPr id="2" name="Slide Number Placeholder 7">
            <a:extLst>
              <a:ext uri="{FF2B5EF4-FFF2-40B4-BE49-F238E27FC236}">
                <a16:creationId xmlns:a16="http://schemas.microsoft.com/office/drawing/2014/main" id="{9551C7D5-93CF-BA74-CCF0-4136B0743763}"/>
              </a:ext>
            </a:extLst>
          </p:cNvPr>
          <p:cNvSpPr>
            <a:spLocks noGrp="1"/>
          </p:cNvSpPr>
          <p:nvPr>
            <p:ph type="sldNum" sz="quarter" idx="17"/>
          </p:nvPr>
        </p:nvSpPr>
        <p:spPr>
          <a:xfrm>
            <a:off x="571500" y="4817745"/>
            <a:ext cx="274320" cy="27432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3" name="Footer Placeholder 6">
            <a:extLst>
              <a:ext uri="{FF2B5EF4-FFF2-40B4-BE49-F238E27FC236}">
                <a16:creationId xmlns:a16="http://schemas.microsoft.com/office/drawing/2014/main" id="{5C84E735-4FBC-11F2-537D-944E6BCA9E45}"/>
              </a:ext>
            </a:extLst>
          </p:cNvPr>
          <p:cNvSpPr>
            <a:spLocks noGrp="1"/>
          </p:cNvSpPr>
          <p:nvPr>
            <p:ph type="ftr" sz="quarter" idx="16"/>
          </p:nvPr>
        </p:nvSpPr>
        <p:spPr>
          <a:xfrm>
            <a:off x="845820" y="4817984"/>
            <a:ext cx="4309034" cy="273844"/>
          </a:xfrm>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4" name="Date Placeholder 4">
            <a:extLst>
              <a:ext uri="{FF2B5EF4-FFF2-40B4-BE49-F238E27FC236}">
                <a16:creationId xmlns:a16="http://schemas.microsoft.com/office/drawing/2014/main" id="{C254BE3A-04D0-D60F-3E47-CF743F973705}"/>
              </a:ext>
            </a:extLst>
          </p:cNvPr>
          <p:cNvSpPr>
            <a:spLocks noGrp="1"/>
          </p:cNvSpPr>
          <p:nvPr>
            <p:ph type="dt" sz="half" idx="15"/>
          </p:nvPr>
        </p:nvSpPr>
        <p:spPr>
          <a:xfrm>
            <a:off x="5154854" y="4819203"/>
            <a:ext cx="2057400" cy="272625"/>
          </a:xfrm>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1132958841"/>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pos="7362">
          <p15:clr>
            <a:srgbClr val="FBAE40"/>
          </p15:clr>
        </p15:guide>
        <p15:guide id="2" pos="5676">
          <p15:clr>
            <a:srgbClr val="FBAE4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Speaker_4">
    <p:bg>
      <p:bgRef idx="1001">
        <a:schemeClr val="bg2"/>
      </p:bgRef>
    </p:bg>
    <p:spTree>
      <p:nvGrpSpPr>
        <p:cNvPr id="1" name=""/>
        <p:cNvGrpSpPr/>
        <p:nvPr/>
      </p:nvGrpSpPr>
      <p:grpSpPr>
        <a:xfrm>
          <a:off x="0" y="0"/>
          <a:ext cx="0" cy="0"/>
          <a:chOff x="0" y="0"/>
          <a:chExt cx="0" cy="0"/>
        </a:xfrm>
      </p:grpSpPr>
      <p:sp>
        <p:nvSpPr>
          <p:cNvPr id="36" name="Title 1">
            <a:extLst>
              <a:ext uri="{FF2B5EF4-FFF2-40B4-BE49-F238E27FC236}">
                <a16:creationId xmlns:a16="http://schemas.microsoft.com/office/drawing/2014/main" id="{AD59539A-0265-4CF1-A242-1D32DF1299D9}"/>
              </a:ext>
            </a:extLst>
          </p:cNvPr>
          <p:cNvSpPr>
            <a:spLocks noGrp="1"/>
          </p:cNvSpPr>
          <p:nvPr>
            <p:ph type="title" hasCustomPrompt="1"/>
          </p:nvPr>
        </p:nvSpPr>
        <p:spPr>
          <a:xfrm>
            <a:off x="571499" y="1200151"/>
            <a:ext cx="2606040" cy="990077"/>
          </a:xfrm>
        </p:spPr>
        <p:txBody>
          <a:bodyPr vert="horz" wrap="square" lIns="0" tIns="0" rIns="0" bIns="0" rtlCol="0" anchor="b" anchorCtr="0">
            <a:normAutofit/>
          </a:bodyPr>
          <a:lstStyle>
            <a:lvl1pPr marL="0" algn="l" defTabSz="685800" rtl="0" eaLnBrk="1" latinLnBrk="0" hangingPunct="1">
              <a:lnSpc>
                <a:spcPct val="100000"/>
              </a:lnSpc>
              <a:spcBef>
                <a:spcPct val="0"/>
              </a:spcBef>
              <a:buNone/>
              <a:defRPr lang="en-US" sz="2700" b="1" i="0" kern="1200" baseline="0" dirty="0">
                <a:solidFill>
                  <a:schemeClr val="tx1"/>
                </a:solidFill>
                <a:latin typeface="Oracle Sans Tab" panose="020B0503020204020204" pitchFamily="34" charset="0"/>
                <a:ea typeface="+mj-ea"/>
                <a:cs typeface="+mj-cs"/>
              </a:defRPr>
            </a:lvl1pPr>
          </a:lstStyle>
          <a:p>
            <a:pPr marL="0" lvl="0">
              <a:lnSpc>
                <a:spcPct val="100000"/>
              </a:lnSpc>
            </a:pPr>
            <a:r>
              <a:rPr lang="en-US" dirty="0"/>
              <a:t>Speakers</a:t>
            </a:r>
          </a:p>
        </p:txBody>
      </p:sp>
      <p:sp>
        <p:nvSpPr>
          <p:cNvPr id="19" name="Picture Placeholder 4">
            <a:extLst>
              <a:ext uri="{FF2B5EF4-FFF2-40B4-BE49-F238E27FC236}">
                <a16:creationId xmlns:a16="http://schemas.microsoft.com/office/drawing/2014/main" id="{DEEA7EE7-413E-4F05-94D2-2DA6180164CA}"/>
              </a:ext>
            </a:extLst>
          </p:cNvPr>
          <p:cNvSpPr>
            <a:spLocks noGrp="1" noChangeAspect="1"/>
          </p:cNvSpPr>
          <p:nvPr>
            <p:ph type="pic" sz="quarter" idx="10"/>
          </p:nvPr>
        </p:nvSpPr>
        <p:spPr>
          <a:xfrm>
            <a:off x="4649913" y="445793"/>
            <a:ext cx="1164949" cy="1165860"/>
          </a:xfrm>
          <a:prstGeom prst="ellipse">
            <a:avLst/>
          </a:prstGeom>
        </p:spPr>
        <p:txBody>
          <a:bodyPr/>
          <a:lstStyle>
            <a:lvl1pPr>
              <a:defRPr>
                <a:solidFill>
                  <a:schemeClr val="tx1"/>
                </a:solidFill>
              </a:defRPr>
            </a:lvl1pPr>
          </a:lstStyle>
          <a:p>
            <a:r>
              <a:rPr lang="en-US"/>
              <a:t>Click icon to add picture</a:t>
            </a:r>
            <a:endParaRPr lang="en-US" dirty="0"/>
          </a:p>
        </p:txBody>
      </p:sp>
      <p:sp>
        <p:nvSpPr>
          <p:cNvPr id="37" name="Text Placeholder 33">
            <a:extLst>
              <a:ext uri="{FF2B5EF4-FFF2-40B4-BE49-F238E27FC236}">
                <a16:creationId xmlns:a16="http://schemas.microsoft.com/office/drawing/2014/main" id="{4B94D438-35CF-4631-8709-33AB89A0307E}"/>
              </a:ext>
            </a:extLst>
          </p:cNvPr>
          <p:cNvSpPr>
            <a:spLocks noGrp="1"/>
          </p:cNvSpPr>
          <p:nvPr>
            <p:ph type="body" sz="quarter" idx="12" hasCustomPrompt="1"/>
          </p:nvPr>
        </p:nvSpPr>
        <p:spPr>
          <a:xfrm>
            <a:off x="4580823" y="1712676"/>
            <a:ext cx="1440180" cy="223548"/>
          </a:xfrm>
        </p:spPr>
        <p:txBody>
          <a:bodyPr vert="horz" lIns="0" tIns="0" rIns="0" bIns="0" rtlCol="0" anchor="t" anchorCtr="0">
            <a:noAutofit/>
          </a:bodyPr>
          <a:lstStyle>
            <a:lvl1pPr algn="l">
              <a:defRPr lang="en-US" sz="1200" b="0" dirty="0">
                <a:solidFill>
                  <a:schemeClr val="tx1"/>
                </a:solidFill>
                <a:latin typeface="Oracle Sans Extra Bold" panose="020B0803020204020204" pitchFamily="34" charset="0"/>
                <a:ea typeface="+mj-ea"/>
                <a:cs typeface="Oracle Sans Extra Bold" panose="020B0803020204020204" pitchFamily="34" charset="0"/>
              </a:defRPr>
            </a:lvl1pPr>
          </a:lstStyle>
          <a:p>
            <a:pPr lvl="0">
              <a:spcBef>
                <a:spcPct val="0"/>
              </a:spcBef>
            </a:pPr>
            <a:r>
              <a:rPr lang="en-US" dirty="0"/>
              <a:t>Add speaker name</a:t>
            </a:r>
          </a:p>
        </p:txBody>
      </p:sp>
      <p:sp>
        <p:nvSpPr>
          <p:cNvPr id="38" name="Text Placeholder 33">
            <a:extLst>
              <a:ext uri="{FF2B5EF4-FFF2-40B4-BE49-F238E27FC236}">
                <a16:creationId xmlns:a16="http://schemas.microsoft.com/office/drawing/2014/main" id="{F34D25E2-243D-4B96-8C35-F96C56B3482F}"/>
              </a:ext>
            </a:extLst>
          </p:cNvPr>
          <p:cNvSpPr>
            <a:spLocks noGrp="1"/>
          </p:cNvSpPr>
          <p:nvPr>
            <p:ph type="body" sz="quarter" idx="13" hasCustomPrompt="1"/>
          </p:nvPr>
        </p:nvSpPr>
        <p:spPr>
          <a:xfrm>
            <a:off x="4580823" y="1973531"/>
            <a:ext cx="1440180" cy="186744"/>
          </a:xfrm>
        </p:spPr>
        <p:txBody>
          <a:bodyPr vert="horz" lIns="0" tIns="0" rIns="0" bIns="0" rtlCol="0" anchor="t" anchorCtr="0">
            <a:noAutofit/>
          </a:bodyPr>
          <a:lstStyle>
            <a:lvl1pPr algn="l">
              <a:defRPr lang="en-US" sz="1050" dirty="0">
                <a:solidFill>
                  <a:schemeClr val="tx1"/>
                </a:solidFill>
                <a:latin typeface="+mn-lt"/>
                <a:ea typeface="+mj-ea"/>
                <a:cs typeface="Oracle Sans Extra Bold" panose="020B0503020204020204" pitchFamily="34" charset="0"/>
              </a:defRPr>
            </a:lvl1pPr>
          </a:lstStyle>
          <a:p>
            <a:pPr lvl="0">
              <a:spcBef>
                <a:spcPct val="0"/>
              </a:spcBef>
            </a:pPr>
            <a:r>
              <a:rPr lang="en-US" dirty="0"/>
              <a:t>Add speaker title</a:t>
            </a:r>
          </a:p>
        </p:txBody>
      </p:sp>
      <p:sp>
        <p:nvSpPr>
          <p:cNvPr id="50" name="Picture Placeholder 4">
            <a:extLst>
              <a:ext uri="{FF2B5EF4-FFF2-40B4-BE49-F238E27FC236}">
                <a16:creationId xmlns:a16="http://schemas.microsoft.com/office/drawing/2014/main" id="{13E21815-6A02-4A6A-80C9-0617BE9066A4}"/>
              </a:ext>
            </a:extLst>
          </p:cNvPr>
          <p:cNvSpPr>
            <a:spLocks noGrp="1" noChangeAspect="1"/>
          </p:cNvSpPr>
          <p:nvPr>
            <p:ph type="pic" sz="quarter" idx="16"/>
          </p:nvPr>
        </p:nvSpPr>
        <p:spPr>
          <a:xfrm>
            <a:off x="6758223" y="445793"/>
            <a:ext cx="1164949" cy="1165860"/>
          </a:xfrm>
          <a:prstGeom prst="ellipse">
            <a:avLst/>
          </a:prstGeom>
        </p:spPr>
        <p:txBody>
          <a:bodyPr/>
          <a:lstStyle>
            <a:lvl1pPr>
              <a:defRPr>
                <a:solidFill>
                  <a:schemeClr val="tx1"/>
                </a:solidFill>
              </a:defRPr>
            </a:lvl1pPr>
          </a:lstStyle>
          <a:p>
            <a:r>
              <a:rPr lang="en-US"/>
              <a:t>Click icon to add picture</a:t>
            </a:r>
            <a:endParaRPr lang="en-US" dirty="0"/>
          </a:p>
        </p:txBody>
      </p:sp>
      <p:sp>
        <p:nvSpPr>
          <p:cNvPr id="22" name="Text Placeholder 33">
            <a:extLst>
              <a:ext uri="{FF2B5EF4-FFF2-40B4-BE49-F238E27FC236}">
                <a16:creationId xmlns:a16="http://schemas.microsoft.com/office/drawing/2014/main" id="{B1E285A0-A2E7-DE49-A7D9-B15F13096B4D}"/>
              </a:ext>
            </a:extLst>
          </p:cNvPr>
          <p:cNvSpPr>
            <a:spLocks noGrp="1"/>
          </p:cNvSpPr>
          <p:nvPr>
            <p:ph type="body" sz="quarter" idx="23" hasCustomPrompt="1"/>
          </p:nvPr>
        </p:nvSpPr>
        <p:spPr>
          <a:xfrm>
            <a:off x="6689133" y="1712676"/>
            <a:ext cx="1440180" cy="223548"/>
          </a:xfrm>
        </p:spPr>
        <p:txBody>
          <a:bodyPr vert="horz" lIns="0" tIns="0" rIns="0" bIns="0" rtlCol="0" anchor="t" anchorCtr="0">
            <a:noAutofit/>
          </a:bodyPr>
          <a:lstStyle>
            <a:lvl1pPr algn="l">
              <a:defRPr lang="en-US" sz="1200" b="0" dirty="0">
                <a:solidFill>
                  <a:schemeClr val="tx1"/>
                </a:solidFill>
                <a:latin typeface="Oracle Sans Extra Bold" panose="020B0803020204020204" pitchFamily="34" charset="0"/>
                <a:ea typeface="+mj-ea"/>
                <a:cs typeface="Oracle Sans Extra Bold" panose="020B0803020204020204" pitchFamily="34" charset="0"/>
              </a:defRPr>
            </a:lvl1pPr>
          </a:lstStyle>
          <a:p>
            <a:pPr lvl="0">
              <a:spcBef>
                <a:spcPct val="0"/>
              </a:spcBef>
            </a:pPr>
            <a:r>
              <a:rPr lang="en-US" dirty="0"/>
              <a:t>Add speaker name</a:t>
            </a:r>
          </a:p>
        </p:txBody>
      </p:sp>
      <p:sp>
        <p:nvSpPr>
          <p:cNvPr id="23" name="Text Placeholder 33">
            <a:extLst>
              <a:ext uri="{FF2B5EF4-FFF2-40B4-BE49-F238E27FC236}">
                <a16:creationId xmlns:a16="http://schemas.microsoft.com/office/drawing/2014/main" id="{824EDADA-2643-C24E-A532-5AF7FDEFBB0A}"/>
              </a:ext>
            </a:extLst>
          </p:cNvPr>
          <p:cNvSpPr>
            <a:spLocks noGrp="1"/>
          </p:cNvSpPr>
          <p:nvPr>
            <p:ph type="body" sz="quarter" idx="24" hasCustomPrompt="1"/>
          </p:nvPr>
        </p:nvSpPr>
        <p:spPr>
          <a:xfrm>
            <a:off x="6689133" y="1973531"/>
            <a:ext cx="1440180" cy="186744"/>
          </a:xfrm>
        </p:spPr>
        <p:txBody>
          <a:bodyPr vert="horz" lIns="0" tIns="0" rIns="0" bIns="0" rtlCol="0" anchor="t" anchorCtr="0">
            <a:noAutofit/>
          </a:bodyPr>
          <a:lstStyle>
            <a:lvl1pPr algn="l">
              <a:defRPr lang="en-US" sz="1050" dirty="0">
                <a:solidFill>
                  <a:schemeClr val="tx1"/>
                </a:solidFill>
                <a:latin typeface="+mn-lt"/>
                <a:ea typeface="+mj-ea"/>
                <a:cs typeface="Oracle Sans Extra Bold" panose="020B0503020204020204" pitchFamily="34" charset="0"/>
              </a:defRPr>
            </a:lvl1pPr>
          </a:lstStyle>
          <a:p>
            <a:pPr lvl="0">
              <a:spcBef>
                <a:spcPct val="0"/>
              </a:spcBef>
            </a:pPr>
            <a:r>
              <a:rPr lang="en-US" dirty="0"/>
              <a:t>Add speaker title</a:t>
            </a:r>
          </a:p>
        </p:txBody>
      </p:sp>
      <p:sp>
        <p:nvSpPr>
          <p:cNvPr id="30" name="Picture Placeholder 4">
            <a:extLst>
              <a:ext uri="{FF2B5EF4-FFF2-40B4-BE49-F238E27FC236}">
                <a16:creationId xmlns:a16="http://schemas.microsoft.com/office/drawing/2014/main" id="{EFC6E2D0-3B2A-2942-B1BA-2FB20BD0EEC6}"/>
              </a:ext>
            </a:extLst>
          </p:cNvPr>
          <p:cNvSpPr>
            <a:spLocks noGrp="1" noChangeAspect="1"/>
          </p:cNvSpPr>
          <p:nvPr>
            <p:ph type="pic" sz="quarter" idx="27"/>
          </p:nvPr>
        </p:nvSpPr>
        <p:spPr>
          <a:xfrm>
            <a:off x="4649913" y="2571750"/>
            <a:ext cx="1164949" cy="1165860"/>
          </a:xfrm>
          <a:prstGeom prst="ellipse">
            <a:avLst/>
          </a:prstGeom>
        </p:spPr>
        <p:txBody>
          <a:bodyPr/>
          <a:lstStyle>
            <a:lvl1pPr>
              <a:defRPr>
                <a:solidFill>
                  <a:schemeClr val="tx1"/>
                </a:solidFill>
              </a:defRPr>
            </a:lvl1pPr>
          </a:lstStyle>
          <a:p>
            <a:r>
              <a:rPr lang="en-US"/>
              <a:t>Click icon to add picture</a:t>
            </a:r>
            <a:endParaRPr lang="en-US" dirty="0"/>
          </a:p>
        </p:txBody>
      </p:sp>
      <p:sp>
        <p:nvSpPr>
          <p:cNvPr id="28" name="Text Placeholder 33">
            <a:extLst>
              <a:ext uri="{FF2B5EF4-FFF2-40B4-BE49-F238E27FC236}">
                <a16:creationId xmlns:a16="http://schemas.microsoft.com/office/drawing/2014/main" id="{C58C0826-10EF-F849-A3C1-413E3484114A}"/>
              </a:ext>
            </a:extLst>
          </p:cNvPr>
          <p:cNvSpPr>
            <a:spLocks noGrp="1"/>
          </p:cNvSpPr>
          <p:nvPr>
            <p:ph type="body" sz="quarter" idx="25" hasCustomPrompt="1"/>
          </p:nvPr>
        </p:nvSpPr>
        <p:spPr>
          <a:xfrm>
            <a:off x="4589647" y="3838633"/>
            <a:ext cx="1440180" cy="223548"/>
          </a:xfrm>
        </p:spPr>
        <p:txBody>
          <a:bodyPr vert="horz" lIns="0" tIns="0" rIns="0" bIns="0" rtlCol="0" anchor="t" anchorCtr="0">
            <a:noAutofit/>
          </a:bodyPr>
          <a:lstStyle>
            <a:lvl1pPr algn="l">
              <a:defRPr lang="en-US" sz="1200" b="0" dirty="0">
                <a:solidFill>
                  <a:schemeClr val="tx1"/>
                </a:solidFill>
                <a:latin typeface="Oracle Sans Extra Bold" panose="020B0803020204020204" pitchFamily="34" charset="0"/>
                <a:ea typeface="+mj-ea"/>
                <a:cs typeface="Oracle Sans Extra Bold" panose="020B0803020204020204" pitchFamily="34" charset="0"/>
              </a:defRPr>
            </a:lvl1pPr>
          </a:lstStyle>
          <a:p>
            <a:pPr lvl="0">
              <a:spcBef>
                <a:spcPct val="0"/>
              </a:spcBef>
            </a:pPr>
            <a:r>
              <a:rPr lang="en-US" dirty="0"/>
              <a:t>Add speaker name</a:t>
            </a:r>
          </a:p>
        </p:txBody>
      </p:sp>
      <p:sp>
        <p:nvSpPr>
          <p:cNvPr id="29" name="Text Placeholder 33">
            <a:extLst>
              <a:ext uri="{FF2B5EF4-FFF2-40B4-BE49-F238E27FC236}">
                <a16:creationId xmlns:a16="http://schemas.microsoft.com/office/drawing/2014/main" id="{31FE92C1-9507-1C45-8CA1-FA2A0EA3FCED}"/>
              </a:ext>
            </a:extLst>
          </p:cNvPr>
          <p:cNvSpPr>
            <a:spLocks noGrp="1"/>
          </p:cNvSpPr>
          <p:nvPr>
            <p:ph type="body" sz="quarter" idx="26" hasCustomPrompt="1"/>
          </p:nvPr>
        </p:nvSpPr>
        <p:spPr>
          <a:xfrm>
            <a:off x="4580823" y="4099487"/>
            <a:ext cx="1440180" cy="186744"/>
          </a:xfrm>
        </p:spPr>
        <p:txBody>
          <a:bodyPr vert="horz" lIns="0" tIns="0" rIns="0" bIns="0" rtlCol="0" anchor="t" anchorCtr="0">
            <a:noAutofit/>
          </a:bodyPr>
          <a:lstStyle>
            <a:lvl1pPr algn="l">
              <a:defRPr lang="en-US" sz="1050" dirty="0">
                <a:solidFill>
                  <a:schemeClr val="tx1"/>
                </a:solidFill>
                <a:latin typeface="+mn-lt"/>
                <a:ea typeface="+mj-ea"/>
                <a:cs typeface="Oracle Sans Extra Bold" panose="020B0503020204020204" pitchFamily="34" charset="0"/>
              </a:defRPr>
            </a:lvl1pPr>
          </a:lstStyle>
          <a:p>
            <a:pPr lvl="0">
              <a:spcBef>
                <a:spcPct val="0"/>
              </a:spcBef>
            </a:pPr>
            <a:r>
              <a:rPr lang="en-US" dirty="0"/>
              <a:t>Add speaker title</a:t>
            </a:r>
          </a:p>
        </p:txBody>
      </p:sp>
      <p:sp>
        <p:nvSpPr>
          <p:cNvPr id="31" name="Picture Placeholder 4">
            <a:extLst>
              <a:ext uri="{FF2B5EF4-FFF2-40B4-BE49-F238E27FC236}">
                <a16:creationId xmlns:a16="http://schemas.microsoft.com/office/drawing/2014/main" id="{ED40B0E3-F4BB-EC49-8D7A-713B54016EEA}"/>
              </a:ext>
            </a:extLst>
          </p:cNvPr>
          <p:cNvSpPr>
            <a:spLocks noGrp="1" noChangeAspect="1"/>
          </p:cNvSpPr>
          <p:nvPr>
            <p:ph type="pic" sz="quarter" idx="28"/>
          </p:nvPr>
        </p:nvSpPr>
        <p:spPr>
          <a:xfrm>
            <a:off x="6758223" y="2571750"/>
            <a:ext cx="1164949" cy="1165860"/>
          </a:xfrm>
          <a:prstGeom prst="ellipse">
            <a:avLst/>
          </a:prstGeom>
        </p:spPr>
        <p:txBody>
          <a:bodyPr/>
          <a:lstStyle>
            <a:lvl1pPr>
              <a:defRPr>
                <a:solidFill>
                  <a:schemeClr val="tx1"/>
                </a:solidFill>
              </a:defRPr>
            </a:lvl1pPr>
          </a:lstStyle>
          <a:p>
            <a:r>
              <a:rPr lang="en-US"/>
              <a:t>Click icon to add picture</a:t>
            </a:r>
          </a:p>
        </p:txBody>
      </p:sp>
      <p:sp>
        <p:nvSpPr>
          <p:cNvPr id="32" name="Text Placeholder 33">
            <a:extLst>
              <a:ext uri="{FF2B5EF4-FFF2-40B4-BE49-F238E27FC236}">
                <a16:creationId xmlns:a16="http://schemas.microsoft.com/office/drawing/2014/main" id="{75EA1EAA-9631-6446-9C35-80FDF680DE0B}"/>
              </a:ext>
            </a:extLst>
          </p:cNvPr>
          <p:cNvSpPr>
            <a:spLocks noGrp="1"/>
          </p:cNvSpPr>
          <p:nvPr>
            <p:ph type="body" sz="quarter" idx="29" hasCustomPrompt="1"/>
          </p:nvPr>
        </p:nvSpPr>
        <p:spPr>
          <a:xfrm>
            <a:off x="6689133" y="3838633"/>
            <a:ext cx="1440180" cy="223548"/>
          </a:xfrm>
        </p:spPr>
        <p:txBody>
          <a:bodyPr vert="horz" lIns="0" tIns="0" rIns="0" bIns="0" rtlCol="0" anchor="t" anchorCtr="0">
            <a:noAutofit/>
          </a:bodyPr>
          <a:lstStyle>
            <a:lvl1pPr algn="l">
              <a:defRPr lang="en-US" sz="1200" b="0" dirty="0">
                <a:solidFill>
                  <a:schemeClr val="tx1"/>
                </a:solidFill>
                <a:latin typeface="Oracle Sans Extra Bold" panose="020B0803020204020204" pitchFamily="34" charset="0"/>
                <a:ea typeface="+mj-ea"/>
                <a:cs typeface="Oracle Sans Extra Bold" panose="020B0803020204020204" pitchFamily="34" charset="0"/>
              </a:defRPr>
            </a:lvl1pPr>
          </a:lstStyle>
          <a:p>
            <a:pPr lvl="0">
              <a:spcBef>
                <a:spcPct val="0"/>
              </a:spcBef>
            </a:pPr>
            <a:r>
              <a:rPr lang="en-US" dirty="0"/>
              <a:t>Add speaker name</a:t>
            </a:r>
          </a:p>
        </p:txBody>
      </p:sp>
      <p:sp>
        <p:nvSpPr>
          <p:cNvPr id="33" name="Text Placeholder 33">
            <a:extLst>
              <a:ext uri="{FF2B5EF4-FFF2-40B4-BE49-F238E27FC236}">
                <a16:creationId xmlns:a16="http://schemas.microsoft.com/office/drawing/2014/main" id="{D9FA6B46-487D-254B-8AB6-DCB6C449BF8B}"/>
              </a:ext>
            </a:extLst>
          </p:cNvPr>
          <p:cNvSpPr>
            <a:spLocks noGrp="1"/>
          </p:cNvSpPr>
          <p:nvPr>
            <p:ph type="body" sz="quarter" idx="30" hasCustomPrompt="1"/>
          </p:nvPr>
        </p:nvSpPr>
        <p:spPr>
          <a:xfrm>
            <a:off x="6689133" y="4099487"/>
            <a:ext cx="1440180" cy="186744"/>
          </a:xfrm>
        </p:spPr>
        <p:txBody>
          <a:bodyPr vert="horz" lIns="0" tIns="0" rIns="0" bIns="0" rtlCol="0" anchor="t" anchorCtr="0">
            <a:noAutofit/>
          </a:bodyPr>
          <a:lstStyle>
            <a:lvl1pPr algn="l">
              <a:defRPr lang="en-US" sz="1050" dirty="0">
                <a:solidFill>
                  <a:schemeClr val="tx1"/>
                </a:solidFill>
                <a:latin typeface="+mn-lt"/>
                <a:ea typeface="+mj-ea"/>
                <a:cs typeface="Oracle Sans Extra Bold" panose="020B0503020204020204" pitchFamily="34" charset="0"/>
              </a:defRPr>
            </a:lvl1pPr>
          </a:lstStyle>
          <a:p>
            <a:pPr lvl="0">
              <a:spcBef>
                <a:spcPct val="0"/>
              </a:spcBef>
            </a:pPr>
            <a:r>
              <a:rPr lang="en-US" dirty="0"/>
              <a:t>Add speaker title</a:t>
            </a:r>
          </a:p>
        </p:txBody>
      </p:sp>
      <p:sp>
        <p:nvSpPr>
          <p:cNvPr id="2" name="Slide Number Placeholder 7">
            <a:extLst>
              <a:ext uri="{FF2B5EF4-FFF2-40B4-BE49-F238E27FC236}">
                <a16:creationId xmlns:a16="http://schemas.microsoft.com/office/drawing/2014/main" id="{6B2BB980-4E85-2D86-1EAC-45585EEE7C2C}"/>
              </a:ext>
            </a:extLst>
          </p:cNvPr>
          <p:cNvSpPr>
            <a:spLocks noGrp="1"/>
          </p:cNvSpPr>
          <p:nvPr>
            <p:ph type="sldNum" sz="quarter" idx="17"/>
          </p:nvPr>
        </p:nvSpPr>
        <p:spPr>
          <a:xfrm>
            <a:off x="571500" y="4817745"/>
            <a:ext cx="274320" cy="27432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3" name="Footer Placeholder 6">
            <a:extLst>
              <a:ext uri="{FF2B5EF4-FFF2-40B4-BE49-F238E27FC236}">
                <a16:creationId xmlns:a16="http://schemas.microsoft.com/office/drawing/2014/main" id="{B0DB2D8A-6704-C1D6-5725-30487909476A}"/>
              </a:ext>
            </a:extLst>
          </p:cNvPr>
          <p:cNvSpPr>
            <a:spLocks noGrp="1"/>
          </p:cNvSpPr>
          <p:nvPr>
            <p:ph type="ftr" sz="quarter" idx="31"/>
          </p:nvPr>
        </p:nvSpPr>
        <p:spPr>
          <a:xfrm>
            <a:off x="845820" y="4817984"/>
            <a:ext cx="4309034" cy="273844"/>
          </a:xfrm>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4" name="Date Placeholder 4">
            <a:extLst>
              <a:ext uri="{FF2B5EF4-FFF2-40B4-BE49-F238E27FC236}">
                <a16:creationId xmlns:a16="http://schemas.microsoft.com/office/drawing/2014/main" id="{F6440522-CAB7-F461-F5BF-51C3530983D3}"/>
              </a:ext>
            </a:extLst>
          </p:cNvPr>
          <p:cNvSpPr>
            <a:spLocks noGrp="1"/>
          </p:cNvSpPr>
          <p:nvPr>
            <p:ph type="dt" sz="half" idx="15"/>
          </p:nvPr>
        </p:nvSpPr>
        <p:spPr>
          <a:xfrm>
            <a:off x="5154854" y="4819203"/>
            <a:ext cx="2057400" cy="272625"/>
          </a:xfrm>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88183385"/>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92.xml><?xml version="1.0" encoding="utf-8"?>
<p:sldLayout xmlns:a="http://schemas.openxmlformats.org/drawingml/2006/main" xmlns:r="http://schemas.openxmlformats.org/officeDocument/2006/relationships" xmlns:p="http://schemas.openxmlformats.org/presentationml/2006/main">
  <p:cSld name="Title + 3points Dark">
    <p:bg>
      <p:bgRef idx="1001">
        <a:schemeClr val="bg2"/>
      </p:bgRef>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CBACFFD5-83BF-87FD-D788-AC6EFCBE79E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2" name="Title 1">
            <a:extLst>
              <a:ext uri="{FF2B5EF4-FFF2-40B4-BE49-F238E27FC236}">
                <a16:creationId xmlns:a16="http://schemas.microsoft.com/office/drawing/2014/main" id="{FCA127B8-6459-BEBA-D16E-9D17C5D2578E}"/>
              </a:ext>
            </a:extLst>
          </p:cNvPr>
          <p:cNvSpPr>
            <a:spLocks noGrp="1"/>
          </p:cNvSpPr>
          <p:nvPr>
            <p:ph type="title"/>
          </p:nvPr>
        </p:nvSpPr>
        <p:spPr>
          <a:xfrm>
            <a:off x="583805" y="842963"/>
            <a:ext cx="3706327" cy="3457575"/>
          </a:xfrm>
          <a:prstGeom prst="rect">
            <a:avLst/>
          </a:prstGeom>
        </p:spPr>
        <p:txBody>
          <a:bodyPr anchor="ctr"/>
          <a:lstStyle>
            <a:lvl1pPr>
              <a:defRPr sz="2700" b="1">
                <a:solidFill>
                  <a:schemeClr val="tx1"/>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4A36FF17-F9F3-0957-AD05-F18D3D5D9623}"/>
              </a:ext>
            </a:extLst>
          </p:cNvPr>
          <p:cNvSpPr>
            <a:spLocks noGrp="1"/>
          </p:cNvSpPr>
          <p:nvPr>
            <p:ph type="body" sz="quarter" idx="12" hasCustomPrompt="1"/>
          </p:nvPr>
        </p:nvSpPr>
        <p:spPr>
          <a:xfrm>
            <a:off x="4571704" y="981426"/>
            <a:ext cx="3958490" cy="750094"/>
          </a:xfrm>
          <a:prstGeom prst="rect">
            <a:avLst/>
          </a:prstGeom>
        </p:spPr>
        <p:txBody>
          <a:bodyPr>
            <a:noAutofit/>
          </a:bodyPr>
          <a:lstStyle>
            <a:lvl1pPr marL="0" indent="0">
              <a:lnSpc>
                <a:spcPct val="110000"/>
              </a:lnSpc>
              <a:buNone/>
              <a:defRPr sz="1350" b="0" i="0">
                <a:solidFill>
                  <a:srgbClr val="F0CC71"/>
                </a:solidFill>
                <a:latin typeface="Oracle Sans" panose="020B0503020204020204" pitchFamily="34" charset="0"/>
                <a:cs typeface="Oracle Sans" panose="020B0503020204020204" pitchFamily="34" charset="0"/>
              </a:defRPr>
            </a:lvl1pPr>
          </a:lstStyle>
          <a:p>
            <a:pPr lvl="0"/>
            <a:r>
              <a:rPr lang="en-US" dirty="0"/>
              <a:t>Intro copy or subhead copy goes here, no more than 3 lines</a:t>
            </a:r>
          </a:p>
        </p:txBody>
      </p:sp>
      <p:sp>
        <p:nvSpPr>
          <p:cNvPr id="8" name="Picture Placeholder 7">
            <a:extLst>
              <a:ext uri="{FF2B5EF4-FFF2-40B4-BE49-F238E27FC236}">
                <a16:creationId xmlns:a16="http://schemas.microsoft.com/office/drawing/2014/main" id="{30B7A9DC-8DB8-E382-172A-A425B0E9AA9C}"/>
              </a:ext>
            </a:extLst>
          </p:cNvPr>
          <p:cNvSpPr>
            <a:spLocks noGrp="1"/>
          </p:cNvSpPr>
          <p:nvPr>
            <p:ph type="pic" sz="quarter" idx="13" hasCustomPrompt="1"/>
          </p:nvPr>
        </p:nvSpPr>
        <p:spPr>
          <a:xfrm>
            <a:off x="4571703" y="1785938"/>
            <a:ext cx="500690" cy="500658"/>
          </a:xfrm>
          <a:prstGeom prst="rect">
            <a:avLst/>
          </a:prstGeom>
        </p:spPr>
        <p:txBody>
          <a:bodyPr anchor="ctr">
            <a:normAutofit/>
          </a:bodyPr>
          <a:lstStyle>
            <a:lvl1pPr marL="0" indent="0" algn="ctr">
              <a:buNone/>
              <a:defRPr sz="1200">
                <a:solidFill>
                  <a:srgbClr val="8EE1F0"/>
                </a:solidFill>
              </a:defRPr>
            </a:lvl1pPr>
          </a:lstStyle>
          <a:p>
            <a:r>
              <a:rPr lang="en-US" dirty="0"/>
              <a:t>Icon</a:t>
            </a:r>
          </a:p>
        </p:txBody>
      </p:sp>
      <p:sp>
        <p:nvSpPr>
          <p:cNvPr id="10" name="Text Placeholder 9">
            <a:extLst>
              <a:ext uri="{FF2B5EF4-FFF2-40B4-BE49-F238E27FC236}">
                <a16:creationId xmlns:a16="http://schemas.microsoft.com/office/drawing/2014/main" id="{566D40C5-F7F2-3539-6999-2D283256E3C1}"/>
              </a:ext>
            </a:extLst>
          </p:cNvPr>
          <p:cNvSpPr>
            <a:spLocks noGrp="1"/>
          </p:cNvSpPr>
          <p:nvPr>
            <p:ph type="body" sz="quarter" idx="14" hasCustomPrompt="1"/>
          </p:nvPr>
        </p:nvSpPr>
        <p:spPr>
          <a:xfrm>
            <a:off x="5258142" y="1896876"/>
            <a:ext cx="3586396" cy="500658"/>
          </a:xfrm>
          <a:prstGeom prst="rect">
            <a:avLst/>
          </a:prstGeom>
        </p:spPr>
        <p:txBody>
          <a:bodyPr>
            <a:noAutofit/>
          </a:bodyPr>
          <a:lstStyle>
            <a:lvl1pPr marL="0" indent="0">
              <a:lnSpc>
                <a:spcPct val="110000"/>
              </a:lnSpc>
              <a:buNone/>
              <a:defRPr sz="1350">
                <a:solidFill>
                  <a:schemeClr val="tx1"/>
                </a:solidFill>
              </a:defRPr>
            </a:lvl1pPr>
          </a:lstStyle>
          <a:p>
            <a:pPr lvl="0"/>
            <a:r>
              <a:rPr lang="en-US" dirty="0"/>
              <a:t>Copy goes here, do not exceed 2 lines of copy</a:t>
            </a:r>
          </a:p>
        </p:txBody>
      </p:sp>
      <p:sp>
        <p:nvSpPr>
          <p:cNvPr id="11" name="Picture Placeholder 7">
            <a:extLst>
              <a:ext uri="{FF2B5EF4-FFF2-40B4-BE49-F238E27FC236}">
                <a16:creationId xmlns:a16="http://schemas.microsoft.com/office/drawing/2014/main" id="{0991BEB9-51BB-F077-EC9E-195DA698686E}"/>
              </a:ext>
            </a:extLst>
          </p:cNvPr>
          <p:cNvSpPr>
            <a:spLocks noGrp="1"/>
          </p:cNvSpPr>
          <p:nvPr>
            <p:ph type="pic" sz="quarter" idx="15" hasCustomPrompt="1"/>
          </p:nvPr>
        </p:nvSpPr>
        <p:spPr>
          <a:xfrm>
            <a:off x="4571703" y="2571751"/>
            <a:ext cx="500690" cy="500658"/>
          </a:xfrm>
          <a:prstGeom prst="rect">
            <a:avLst/>
          </a:prstGeom>
        </p:spPr>
        <p:txBody>
          <a:bodyPr anchor="ctr">
            <a:normAutofit/>
          </a:bodyPr>
          <a:lstStyle>
            <a:lvl1pPr marL="0" indent="0" algn="ctr">
              <a:buNone/>
              <a:defRPr sz="1200">
                <a:solidFill>
                  <a:srgbClr val="8EE1F0"/>
                </a:solidFill>
              </a:defRPr>
            </a:lvl1pPr>
          </a:lstStyle>
          <a:p>
            <a:r>
              <a:rPr lang="en-US" dirty="0"/>
              <a:t>Icon</a:t>
            </a:r>
          </a:p>
        </p:txBody>
      </p:sp>
      <p:sp>
        <p:nvSpPr>
          <p:cNvPr id="12" name="Text Placeholder 9">
            <a:extLst>
              <a:ext uri="{FF2B5EF4-FFF2-40B4-BE49-F238E27FC236}">
                <a16:creationId xmlns:a16="http://schemas.microsoft.com/office/drawing/2014/main" id="{6D1033AF-581A-B853-652D-A540146FD490}"/>
              </a:ext>
            </a:extLst>
          </p:cNvPr>
          <p:cNvSpPr>
            <a:spLocks noGrp="1"/>
          </p:cNvSpPr>
          <p:nvPr>
            <p:ph type="body" sz="quarter" idx="16" hasCustomPrompt="1"/>
          </p:nvPr>
        </p:nvSpPr>
        <p:spPr>
          <a:xfrm>
            <a:off x="5258142" y="2682689"/>
            <a:ext cx="3586396" cy="500658"/>
          </a:xfrm>
          <a:prstGeom prst="rect">
            <a:avLst/>
          </a:prstGeom>
        </p:spPr>
        <p:txBody>
          <a:bodyPr>
            <a:noAutofit/>
          </a:bodyPr>
          <a:lstStyle>
            <a:lvl1pPr marL="0" indent="0">
              <a:lnSpc>
                <a:spcPct val="110000"/>
              </a:lnSpc>
              <a:buNone/>
              <a:defRPr sz="1350">
                <a:solidFill>
                  <a:schemeClr val="tx1"/>
                </a:solidFill>
              </a:defRPr>
            </a:lvl1pPr>
          </a:lstStyle>
          <a:p>
            <a:pPr lvl="0"/>
            <a:r>
              <a:rPr lang="en-US" dirty="0"/>
              <a:t>Copy goes here, do not exceed 2 lines of copy</a:t>
            </a:r>
          </a:p>
        </p:txBody>
      </p:sp>
      <p:sp>
        <p:nvSpPr>
          <p:cNvPr id="13" name="Picture Placeholder 7">
            <a:extLst>
              <a:ext uri="{FF2B5EF4-FFF2-40B4-BE49-F238E27FC236}">
                <a16:creationId xmlns:a16="http://schemas.microsoft.com/office/drawing/2014/main" id="{CC3296DC-4AB5-F02C-2B70-0A1223A2FA07}"/>
              </a:ext>
            </a:extLst>
          </p:cNvPr>
          <p:cNvSpPr>
            <a:spLocks noGrp="1"/>
          </p:cNvSpPr>
          <p:nvPr>
            <p:ph type="pic" sz="quarter" idx="17" hasCustomPrompt="1"/>
          </p:nvPr>
        </p:nvSpPr>
        <p:spPr>
          <a:xfrm>
            <a:off x="4571703" y="3357563"/>
            <a:ext cx="500690" cy="500658"/>
          </a:xfrm>
          <a:prstGeom prst="rect">
            <a:avLst/>
          </a:prstGeom>
        </p:spPr>
        <p:txBody>
          <a:bodyPr anchor="ctr">
            <a:normAutofit/>
          </a:bodyPr>
          <a:lstStyle>
            <a:lvl1pPr marL="0" indent="0" algn="ctr">
              <a:buNone/>
              <a:defRPr sz="1200">
                <a:solidFill>
                  <a:srgbClr val="8EE1F0"/>
                </a:solidFill>
              </a:defRPr>
            </a:lvl1pPr>
          </a:lstStyle>
          <a:p>
            <a:r>
              <a:rPr lang="en-US" dirty="0"/>
              <a:t>Icon</a:t>
            </a:r>
          </a:p>
        </p:txBody>
      </p:sp>
      <p:sp>
        <p:nvSpPr>
          <p:cNvPr id="14" name="Text Placeholder 9">
            <a:extLst>
              <a:ext uri="{FF2B5EF4-FFF2-40B4-BE49-F238E27FC236}">
                <a16:creationId xmlns:a16="http://schemas.microsoft.com/office/drawing/2014/main" id="{D1ACBBE6-39A5-38B2-48B9-953EF0B15CAA}"/>
              </a:ext>
            </a:extLst>
          </p:cNvPr>
          <p:cNvSpPr>
            <a:spLocks noGrp="1"/>
          </p:cNvSpPr>
          <p:nvPr>
            <p:ph type="body" sz="quarter" idx="18" hasCustomPrompt="1"/>
          </p:nvPr>
        </p:nvSpPr>
        <p:spPr>
          <a:xfrm>
            <a:off x="5258142" y="3468501"/>
            <a:ext cx="3586396" cy="500658"/>
          </a:xfrm>
          <a:prstGeom prst="rect">
            <a:avLst/>
          </a:prstGeom>
        </p:spPr>
        <p:txBody>
          <a:bodyPr>
            <a:noAutofit/>
          </a:bodyPr>
          <a:lstStyle>
            <a:lvl1pPr marL="0" indent="0">
              <a:lnSpc>
                <a:spcPct val="110000"/>
              </a:lnSpc>
              <a:buNone/>
              <a:defRPr sz="1350">
                <a:solidFill>
                  <a:schemeClr val="tx1"/>
                </a:solidFill>
              </a:defRPr>
            </a:lvl1pPr>
          </a:lstStyle>
          <a:p>
            <a:pPr lvl="0"/>
            <a:r>
              <a:rPr lang="en-US" dirty="0"/>
              <a:t>Copy goes here, do not exceed 2 lines of copy</a:t>
            </a:r>
          </a:p>
        </p:txBody>
      </p:sp>
      <p:sp>
        <p:nvSpPr>
          <p:cNvPr id="3" name="Slide Number Placeholder 7">
            <a:extLst>
              <a:ext uri="{FF2B5EF4-FFF2-40B4-BE49-F238E27FC236}">
                <a16:creationId xmlns:a16="http://schemas.microsoft.com/office/drawing/2014/main" id="{078EDBF4-4572-9C4C-E41C-E1E983604489}"/>
              </a:ext>
            </a:extLst>
          </p:cNvPr>
          <p:cNvSpPr>
            <a:spLocks noGrp="1"/>
          </p:cNvSpPr>
          <p:nvPr>
            <p:ph type="sldNum" sz="quarter" idx="19"/>
          </p:nvPr>
        </p:nvSpPr>
        <p:spPr>
          <a:xfrm>
            <a:off x="571500" y="4817745"/>
            <a:ext cx="274320" cy="27432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5" name="Footer Placeholder 6">
            <a:extLst>
              <a:ext uri="{FF2B5EF4-FFF2-40B4-BE49-F238E27FC236}">
                <a16:creationId xmlns:a16="http://schemas.microsoft.com/office/drawing/2014/main" id="{61D48B0E-456F-5DCD-376F-269C834D75B5}"/>
              </a:ext>
            </a:extLst>
          </p:cNvPr>
          <p:cNvSpPr>
            <a:spLocks noGrp="1"/>
          </p:cNvSpPr>
          <p:nvPr>
            <p:ph type="ftr" sz="quarter" idx="20"/>
          </p:nvPr>
        </p:nvSpPr>
        <p:spPr>
          <a:xfrm>
            <a:off x="845820" y="4817984"/>
            <a:ext cx="4309034" cy="273844"/>
          </a:xfrm>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7" name="Date Placeholder 4">
            <a:extLst>
              <a:ext uri="{FF2B5EF4-FFF2-40B4-BE49-F238E27FC236}">
                <a16:creationId xmlns:a16="http://schemas.microsoft.com/office/drawing/2014/main" id="{D731EE9A-4B53-7299-F019-2DC3997655E4}"/>
              </a:ext>
            </a:extLst>
          </p:cNvPr>
          <p:cNvSpPr>
            <a:spLocks noGrp="1"/>
          </p:cNvSpPr>
          <p:nvPr>
            <p:ph type="dt" sz="half" idx="21"/>
          </p:nvPr>
        </p:nvSpPr>
        <p:spPr>
          <a:xfrm>
            <a:off x="5154854" y="4819203"/>
            <a:ext cx="2057400" cy="272625"/>
          </a:xfrm>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3796044400"/>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p:cSld name="Title + 3points Light">
    <p:bg>
      <p:bgRef idx="1001">
        <a:schemeClr val="bg2"/>
      </p:bgRef>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67BD0CDE-EF86-D206-6160-3A96FBCEB49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2" name="Title 1">
            <a:extLst>
              <a:ext uri="{FF2B5EF4-FFF2-40B4-BE49-F238E27FC236}">
                <a16:creationId xmlns:a16="http://schemas.microsoft.com/office/drawing/2014/main" id="{FCA127B8-6459-BEBA-D16E-9D17C5D2578E}"/>
              </a:ext>
            </a:extLst>
          </p:cNvPr>
          <p:cNvSpPr>
            <a:spLocks noGrp="1"/>
          </p:cNvSpPr>
          <p:nvPr>
            <p:ph type="title"/>
          </p:nvPr>
        </p:nvSpPr>
        <p:spPr>
          <a:xfrm>
            <a:off x="583805" y="842963"/>
            <a:ext cx="3706327" cy="3457575"/>
          </a:xfrm>
          <a:prstGeom prst="rect">
            <a:avLst/>
          </a:prstGeom>
        </p:spPr>
        <p:txBody>
          <a:bodyPr anchor="ctr"/>
          <a:lstStyle>
            <a:lvl1pPr>
              <a:defRPr sz="2700" b="1">
                <a:solidFill>
                  <a:schemeClr val="tx1"/>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4A36FF17-F9F3-0957-AD05-F18D3D5D9623}"/>
              </a:ext>
            </a:extLst>
          </p:cNvPr>
          <p:cNvSpPr>
            <a:spLocks noGrp="1"/>
          </p:cNvSpPr>
          <p:nvPr>
            <p:ph type="body" sz="quarter" idx="12" hasCustomPrompt="1"/>
          </p:nvPr>
        </p:nvSpPr>
        <p:spPr>
          <a:xfrm>
            <a:off x="4571704" y="981426"/>
            <a:ext cx="3958490" cy="750094"/>
          </a:xfrm>
          <a:prstGeom prst="rect">
            <a:avLst/>
          </a:prstGeom>
        </p:spPr>
        <p:txBody>
          <a:bodyPr>
            <a:noAutofit/>
          </a:bodyPr>
          <a:lstStyle>
            <a:lvl1pPr marL="0" indent="0">
              <a:lnSpc>
                <a:spcPct val="110000"/>
              </a:lnSpc>
              <a:buNone/>
              <a:defRPr sz="1350" b="0" i="0">
                <a:solidFill>
                  <a:schemeClr val="tx1"/>
                </a:solidFill>
                <a:latin typeface="Oracle Sans" panose="020B0503020204020204" pitchFamily="34" charset="0"/>
                <a:cs typeface="Oracle Sans" panose="020B0503020204020204" pitchFamily="34" charset="0"/>
              </a:defRPr>
            </a:lvl1pPr>
          </a:lstStyle>
          <a:p>
            <a:pPr lvl="0"/>
            <a:r>
              <a:rPr lang="en-US" dirty="0"/>
              <a:t>Intro copy or subhead copy goes here, no more than 3 lines</a:t>
            </a:r>
          </a:p>
        </p:txBody>
      </p:sp>
      <p:sp>
        <p:nvSpPr>
          <p:cNvPr id="8" name="Picture Placeholder 7">
            <a:extLst>
              <a:ext uri="{FF2B5EF4-FFF2-40B4-BE49-F238E27FC236}">
                <a16:creationId xmlns:a16="http://schemas.microsoft.com/office/drawing/2014/main" id="{30B7A9DC-8DB8-E382-172A-A425B0E9AA9C}"/>
              </a:ext>
            </a:extLst>
          </p:cNvPr>
          <p:cNvSpPr>
            <a:spLocks noGrp="1"/>
          </p:cNvSpPr>
          <p:nvPr>
            <p:ph type="pic" sz="quarter" idx="13" hasCustomPrompt="1"/>
          </p:nvPr>
        </p:nvSpPr>
        <p:spPr>
          <a:xfrm>
            <a:off x="4571703" y="1785938"/>
            <a:ext cx="500690" cy="500658"/>
          </a:xfrm>
          <a:prstGeom prst="rect">
            <a:avLst/>
          </a:prstGeom>
        </p:spPr>
        <p:txBody>
          <a:bodyPr anchor="ctr">
            <a:normAutofit/>
          </a:bodyPr>
          <a:lstStyle>
            <a:lvl1pPr marL="0" indent="0" algn="ctr">
              <a:buNone/>
              <a:defRPr sz="1200">
                <a:solidFill>
                  <a:srgbClr val="8EE1F0"/>
                </a:solidFill>
              </a:defRPr>
            </a:lvl1pPr>
          </a:lstStyle>
          <a:p>
            <a:r>
              <a:rPr lang="en-US" dirty="0"/>
              <a:t>Icon</a:t>
            </a:r>
          </a:p>
        </p:txBody>
      </p:sp>
      <p:sp>
        <p:nvSpPr>
          <p:cNvPr id="10" name="Text Placeholder 9">
            <a:extLst>
              <a:ext uri="{FF2B5EF4-FFF2-40B4-BE49-F238E27FC236}">
                <a16:creationId xmlns:a16="http://schemas.microsoft.com/office/drawing/2014/main" id="{566D40C5-F7F2-3539-6999-2D283256E3C1}"/>
              </a:ext>
            </a:extLst>
          </p:cNvPr>
          <p:cNvSpPr>
            <a:spLocks noGrp="1"/>
          </p:cNvSpPr>
          <p:nvPr>
            <p:ph type="body" sz="quarter" idx="14" hasCustomPrompt="1"/>
          </p:nvPr>
        </p:nvSpPr>
        <p:spPr>
          <a:xfrm>
            <a:off x="5258142" y="1896876"/>
            <a:ext cx="3586396" cy="500658"/>
          </a:xfrm>
          <a:prstGeom prst="rect">
            <a:avLst/>
          </a:prstGeom>
        </p:spPr>
        <p:txBody>
          <a:bodyPr>
            <a:noAutofit/>
          </a:bodyPr>
          <a:lstStyle>
            <a:lvl1pPr marL="0" indent="0">
              <a:lnSpc>
                <a:spcPct val="110000"/>
              </a:lnSpc>
              <a:buNone/>
              <a:defRPr sz="1350">
                <a:solidFill>
                  <a:schemeClr val="tx1"/>
                </a:solidFill>
              </a:defRPr>
            </a:lvl1pPr>
          </a:lstStyle>
          <a:p>
            <a:pPr lvl="0"/>
            <a:r>
              <a:rPr lang="en-US" dirty="0"/>
              <a:t>Copy goes here, do not exceed 2 lines of copy</a:t>
            </a:r>
          </a:p>
        </p:txBody>
      </p:sp>
      <p:sp>
        <p:nvSpPr>
          <p:cNvPr id="11" name="Picture Placeholder 7">
            <a:extLst>
              <a:ext uri="{FF2B5EF4-FFF2-40B4-BE49-F238E27FC236}">
                <a16:creationId xmlns:a16="http://schemas.microsoft.com/office/drawing/2014/main" id="{0991BEB9-51BB-F077-EC9E-195DA698686E}"/>
              </a:ext>
            </a:extLst>
          </p:cNvPr>
          <p:cNvSpPr>
            <a:spLocks noGrp="1"/>
          </p:cNvSpPr>
          <p:nvPr>
            <p:ph type="pic" sz="quarter" idx="15" hasCustomPrompt="1"/>
          </p:nvPr>
        </p:nvSpPr>
        <p:spPr>
          <a:xfrm>
            <a:off x="4571703" y="2571751"/>
            <a:ext cx="500690" cy="500658"/>
          </a:xfrm>
          <a:prstGeom prst="rect">
            <a:avLst/>
          </a:prstGeom>
        </p:spPr>
        <p:txBody>
          <a:bodyPr anchor="ctr">
            <a:normAutofit/>
          </a:bodyPr>
          <a:lstStyle>
            <a:lvl1pPr marL="0" indent="0" algn="ctr">
              <a:buNone/>
              <a:defRPr sz="1200">
                <a:solidFill>
                  <a:srgbClr val="8EE1F0"/>
                </a:solidFill>
              </a:defRPr>
            </a:lvl1pPr>
          </a:lstStyle>
          <a:p>
            <a:r>
              <a:rPr lang="en-US" dirty="0"/>
              <a:t>Icon</a:t>
            </a:r>
          </a:p>
        </p:txBody>
      </p:sp>
      <p:sp>
        <p:nvSpPr>
          <p:cNvPr id="12" name="Text Placeholder 9">
            <a:extLst>
              <a:ext uri="{FF2B5EF4-FFF2-40B4-BE49-F238E27FC236}">
                <a16:creationId xmlns:a16="http://schemas.microsoft.com/office/drawing/2014/main" id="{6D1033AF-581A-B853-652D-A540146FD490}"/>
              </a:ext>
            </a:extLst>
          </p:cNvPr>
          <p:cNvSpPr>
            <a:spLocks noGrp="1"/>
          </p:cNvSpPr>
          <p:nvPr>
            <p:ph type="body" sz="quarter" idx="16" hasCustomPrompt="1"/>
          </p:nvPr>
        </p:nvSpPr>
        <p:spPr>
          <a:xfrm>
            <a:off x="5258142" y="2682689"/>
            <a:ext cx="3586396" cy="500658"/>
          </a:xfrm>
          <a:prstGeom prst="rect">
            <a:avLst/>
          </a:prstGeom>
        </p:spPr>
        <p:txBody>
          <a:bodyPr>
            <a:noAutofit/>
          </a:bodyPr>
          <a:lstStyle>
            <a:lvl1pPr marL="0" indent="0">
              <a:lnSpc>
                <a:spcPct val="110000"/>
              </a:lnSpc>
              <a:buNone/>
              <a:defRPr sz="1350">
                <a:solidFill>
                  <a:schemeClr val="tx1"/>
                </a:solidFill>
              </a:defRPr>
            </a:lvl1pPr>
          </a:lstStyle>
          <a:p>
            <a:pPr lvl="0"/>
            <a:r>
              <a:rPr lang="en-US" dirty="0"/>
              <a:t>Copy goes here, do not exceed 2 lines of copy</a:t>
            </a:r>
          </a:p>
        </p:txBody>
      </p:sp>
      <p:sp>
        <p:nvSpPr>
          <p:cNvPr id="13" name="Picture Placeholder 7">
            <a:extLst>
              <a:ext uri="{FF2B5EF4-FFF2-40B4-BE49-F238E27FC236}">
                <a16:creationId xmlns:a16="http://schemas.microsoft.com/office/drawing/2014/main" id="{CC3296DC-4AB5-F02C-2B70-0A1223A2FA07}"/>
              </a:ext>
            </a:extLst>
          </p:cNvPr>
          <p:cNvSpPr>
            <a:spLocks noGrp="1"/>
          </p:cNvSpPr>
          <p:nvPr>
            <p:ph type="pic" sz="quarter" idx="17" hasCustomPrompt="1"/>
          </p:nvPr>
        </p:nvSpPr>
        <p:spPr>
          <a:xfrm>
            <a:off x="4571703" y="3357563"/>
            <a:ext cx="500690" cy="500658"/>
          </a:xfrm>
          <a:prstGeom prst="rect">
            <a:avLst/>
          </a:prstGeom>
        </p:spPr>
        <p:txBody>
          <a:bodyPr anchor="ctr">
            <a:normAutofit/>
          </a:bodyPr>
          <a:lstStyle>
            <a:lvl1pPr marL="0" indent="0" algn="ctr">
              <a:buNone/>
              <a:defRPr sz="1200">
                <a:solidFill>
                  <a:srgbClr val="8EE1F0"/>
                </a:solidFill>
              </a:defRPr>
            </a:lvl1pPr>
          </a:lstStyle>
          <a:p>
            <a:r>
              <a:rPr lang="en-US" dirty="0"/>
              <a:t>Icon</a:t>
            </a:r>
          </a:p>
        </p:txBody>
      </p:sp>
      <p:sp>
        <p:nvSpPr>
          <p:cNvPr id="14" name="Text Placeholder 9">
            <a:extLst>
              <a:ext uri="{FF2B5EF4-FFF2-40B4-BE49-F238E27FC236}">
                <a16:creationId xmlns:a16="http://schemas.microsoft.com/office/drawing/2014/main" id="{D1ACBBE6-39A5-38B2-48B9-953EF0B15CAA}"/>
              </a:ext>
            </a:extLst>
          </p:cNvPr>
          <p:cNvSpPr>
            <a:spLocks noGrp="1"/>
          </p:cNvSpPr>
          <p:nvPr>
            <p:ph type="body" sz="quarter" idx="18" hasCustomPrompt="1"/>
          </p:nvPr>
        </p:nvSpPr>
        <p:spPr>
          <a:xfrm>
            <a:off x="5258142" y="3468501"/>
            <a:ext cx="3586396" cy="500658"/>
          </a:xfrm>
          <a:prstGeom prst="rect">
            <a:avLst/>
          </a:prstGeom>
        </p:spPr>
        <p:txBody>
          <a:bodyPr>
            <a:noAutofit/>
          </a:bodyPr>
          <a:lstStyle>
            <a:lvl1pPr marL="0" indent="0">
              <a:lnSpc>
                <a:spcPct val="110000"/>
              </a:lnSpc>
              <a:buNone/>
              <a:defRPr sz="1350">
                <a:solidFill>
                  <a:schemeClr val="tx1"/>
                </a:solidFill>
              </a:defRPr>
            </a:lvl1pPr>
          </a:lstStyle>
          <a:p>
            <a:pPr lvl="0"/>
            <a:r>
              <a:rPr lang="en-US" dirty="0"/>
              <a:t>Copy goes here, do not exceed 2 lines of copy</a:t>
            </a:r>
          </a:p>
        </p:txBody>
      </p:sp>
      <p:sp>
        <p:nvSpPr>
          <p:cNvPr id="3" name="Slide Number Placeholder 5">
            <a:extLst>
              <a:ext uri="{FF2B5EF4-FFF2-40B4-BE49-F238E27FC236}">
                <a16:creationId xmlns:a16="http://schemas.microsoft.com/office/drawing/2014/main" id="{28FB87FE-17B5-F9E9-709A-0B45CF7A69A0}"/>
              </a:ext>
            </a:extLst>
          </p:cNvPr>
          <p:cNvSpPr>
            <a:spLocks noGrp="1"/>
          </p:cNvSpPr>
          <p:nvPr>
            <p:ph type="sldNum" sz="quarter" idx="40"/>
          </p:nvPr>
        </p:nvSpPr>
        <p:spPr>
          <a:xfrm>
            <a:off x="571500" y="4817745"/>
            <a:ext cx="274320" cy="274320"/>
          </a:xfrm>
        </p:spPr>
        <p:txBody>
          <a:bodyPr/>
          <a:lstStyle>
            <a:lvl1pPr>
              <a:defRPr>
                <a:solidFill>
                  <a:srgbClr val="8B8580"/>
                </a:solidFill>
              </a:defRPr>
            </a:lvl1pPr>
          </a:lstStyle>
          <a:p>
            <a:fld id="{345D60D9-5372-5F40-9443-0F9AE5BDC3C8}" type="slidenum">
              <a:rPr lang="en-US" smtClean="0"/>
              <a:pPr/>
              <a:t>‹#›</a:t>
            </a:fld>
            <a:endParaRPr lang="en-US" dirty="0"/>
          </a:p>
        </p:txBody>
      </p:sp>
      <p:sp>
        <p:nvSpPr>
          <p:cNvPr id="5" name="Footer Placeholder 4">
            <a:extLst>
              <a:ext uri="{FF2B5EF4-FFF2-40B4-BE49-F238E27FC236}">
                <a16:creationId xmlns:a16="http://schemas.microsoft.com/office/drawing/2014/main" id="{149EA8E9-ED27-F122-7091-4B0663BBD452}"/>
              </a:ext>
            </a:extLst>
          </p:cNvPr>
          <p:cNvSpPr>
            <a:spLocks noGrp="1"/>
          </p:cNvSpPr>
          <p:nvPr>
            <p:ph type="ftr" sz="quarter" idx="39"/>
          </p:nvPr>
        </p:nvSpPr>
        <p:spPr>
          <a:xfrm>
            <a:off x="845820" y="4817984"/>
            <a:ext cx="4309034" cy="273844"/>
          </a:xfrm>
        </p:spPr>
        <p:txBody>
          <a:bodyPr/>
          <a:lstStyle>
            <a:lvl1pPr>
              <a:defRPr>
                <a:solidFill>
                  <a:srgbClr val="8B8580"/>
                </a:solidFill>
              </a:defRPr>
            </a:lvl1pPr>
          </a:lstStyle>
          <a:p>
            <a:r>
              <a:rPr lang="en-US"/>
              <a:t>Copyright © 2025, Oracle and/or its affiliates |  Confidential: Internal/Restricted/Highly Restricted</a:t>
            </a:r>
            <a:endParaRPr lang="en-US" dirty="0"/>
          </a:p>
        </p:txBody>
      </p:sp>
      <p:sp>
        <p:nvSpPr>
          <p:cNvPr id="7" name="Date Placeholder 3">
            <a:extLst>
              <a:ext uri="{FF2B5EF4-FFF2-40B4-BE49-F238E27FC236}">
                <a16:creationId xmlns:a16="http://schemas.microsoft.com/office/drawing/2014/main" id="{54DD5434-5084-63C2-861B-6F2CF4BBA245}"/>
              </a:ext>
            </a:extLst>
          </p:cNvPr>
          <p:cNvSpPr>
            <a:spLocks noGrp="1"/>
          </p:cNvSpPr>
          <p:nvPr>
            <p:ph type="dt" sz="half" idx="38"/>
          </p:nvPr>
        </p:nvSpPr>
        <p:spPr>
          <a:xfrm>
            <a:off x="5154854" y="4819203"/>
            <a:ext cx="2057400" cy="272625"/>
          </a:xfrm>
        </p:spPr>
        <p:txBody>
          <a:bodyPr/>
          <a:lstStyle>
            <a:lvl1pPr>
              <a:defRPr>
                <a:solidFill>
                  <a:srgbClr val="8B8580"/>
                </a:solidFill>
              </a:defRPr>
            </a:lvl1pPr>
          </a:lstStyle>
          <a:p>
            <a:r>
              <a:rPr lang="en-US"/>
              <a:t>[Date]</a:t>
            </a:r>
            <a:endParaRPr lang="en-US" dirty="0"/>
          </a:p>
        </p:txBody>
      </p:sp>
    </p:spTree>
    <p:extLst>
      <p:ext uri="{BB962C8B-B14F-4D97-AF65-F5344CB8AC3E}">
        <p14:creationId xmlns:p14="http://schemas.microsoft.com/office/powerpoint/2010/main" val="776689390"/>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Dark - Split content with lin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Slide Number Placeholder 7">
            <a:extLst>
              <a:ext uri="{FF2B5EF4-FFF2-40B4-BE49-F238E27FC236}">
                <a16:creationId xmlns:a16="http://schemas.microsoft.com/office/drawing/2014/main" id="{E1B5D46F-65FA-89E8-E05A-6E937CA1C2EC}"/>
              </a:ext>
            </a:extLst>
          </p:cNvPr>
          <p:cNvSpPr>
            <a:spLocks noGrp="1"/>
          </p:cNvSpPr>
          <p:nvPr>
            <p:ph type="sldNum" sz="quarter" idx="17"/>
          </p:nvPr>
        </p:nvSpPr>
        <p:spPr>
          <a:xfrm>
            <a:off x="571500" y="4817745"/>
            <a:ext cx="274320" cy="27432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6" name="Footer Placeholder 6">
            <a:extLst>
              <a:ext uri="{FF2B5EF4-FFF2-40B4-BE49-F238E27FC236}">
                <a16:creationId xmlns:a16="http://schemas.microsoft.com/office/drawing/2014/main" id="{4D9122D4-F69F-A7AA-EEA8-7C5565E7647C}"/>
              </a:ext>
            </a:extLst>
          </p:cNvPr>
          <p:cNvSpPr>
            <a:spLocks noGrp="1"/>
          </p:cNvSpPr>
          <p:nvPr>
            <p:ph type="ftr" sz="quarter" idx="16"/>
          </p:nvPr>
        </p:nvSpPr>
        <p:spPr>
          <a:xfrm>
            <a:off x="845820" y="4817984"/>
            <a:ext cx="4309034" cy="273844"/>
          </a:xfrm>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7" name="Date Placeholder 4">
            <a:extLst>
              <a:ext uri="{FF2B5EF4-FFF2-40B4-BE49-F238E27FC236}">
                <a16:creationId xmlns:a16="http://schemas.microsoft.com/office/drawing/2014/main" id="{CA222E66-0FD4-1E10-21D6-748A24D406C5}"/>
              </a:ext>
            </a:extLst>
          </p:cNvPr>
          <p:cNvSpPr>
            <a:spLocks noGrp="1"/>
          </p:cNvSpPr>
          <p:nvPr>
            <p:ph type="dt" sz="half" idx="15"/>
          </p:nvPr>
        </p:nvSpPr>
        <p:spPr>
          <a:xfrm>
            <a:off x="5154854" y="4819203"/>
            <a:ext cx="2057400" cy="272625"/>
          </a:xfrm>
        </p:spPr>
        <p:txBody>
          <a:bodyPr/>
          <a:lstStyle>
            <a:lvl1pPr>
              <a:defRPr>
                <a:solidFill>
                  <a:srgbClr val="AEA8A2"/>
                </a:solidFill>
              </a:defRPr>
            </a:lvl1pPr>
          </a:lstStyle>
          <a:p>
            <a:r>
              <a:rPr lang="en-US"/>
              <a:t>[Date]</a:t>
            </a:r>
            <a:endParaRPr lang="en-US" dirty="0"/>
          </a:p>
        </p:txBody>
      </p:sp>
      <p:sp>
        <p:nvSpPr>
          <p:cNvPr id="3" name="Title 12">
            <a:extLst>
              <a:ext uri="{FF2B5EF4-FFF2-40B4-BE49-F238E27FC236}">
                <a16:creationId xmlns:a16="http://schemas.microsoft.com/office/drawing/2014/main" id="{6B0DF820-DA27-4A53-F431-314E40C10345}"/>
              </a:ext>
            </a:extLst>
          </p:cNvPr>
          <p:cNvSpPr>
            <a:spLocks noGrp="1"/>
          </p:cNvSpPr>
          <p:nvPr>
            <p:ph type="title" hasCustomPrompt="1"/>
          </p:nvPr>
        </p:nvSpPr>
        <p:spPr>
          <a:xfrm>
            <a:off x="576657" y="2263140"/>
            <a:ext cx="2349439" cy="617220"/>
          </a:xfrm>
        </p:spPr>
        <p:txBody>
          <a:bodyPr anchor="ctr"/>
          <a:lstStyle>
            <a:lvl1pPr>
              <a:defRPr sz="2700" b="1" i="0">
                <a:latin typeface="Oracle Sans Tab" panose="020B0503020204020204" pitchFamily="34" charset="0"/>
                <a:cs typeface="Oracle Sans Tab" panose="020B0503020204020204" pitchFamily="34" charset="0"/>
              </a:defRPr>
            </a:lvl1pPr>
          </a:lstStyle>
          <a:p>
            <a:r>
              <a:rPr lang="en-US" dirty="0"/>
              <a:t>Title</a:t>
            </a:r>
          </a:p>
        </p:txBody>
      </p:sp>
      <p:sp>
        <p:nvSpPr>
          <p:cNvPr id="5" name="Subtitle">
            <a:extLst>
              <a:ext uri="{FF2B5EF4-FFF2-40B4-BE49-F238E27FC236}">
                <a16:creationId xmlns:a16="http://schemas.microsoft.com/office/drawing/2014/main" id="{72D292EF-93B3-0F2E-7BED-9B5FDD1F1B94}"/>
              </a:ext>
            </a:extLst>
          </p:cNvPr>
          <p:cNvSpPr>
            <a:spLocks noGrp="1"/>
          </p:cNvSpPr>
          <p:nvPr>
            <p:ph type="body" sz="quarter" idx="11" hasCustomPrompt="1"/>
          </p:nvPr>
        </p:nvSpPr>
        <p:spPr>
          <a:xfrm>
            <a:off x="3531649" y="1973196"/>
            <a:ext cx="5046710" cy="1197109"/>
          </a:xfrm>
          <a:prstGeom prst="rect">
            <a:avLst/>
          </a:prstGeom>
        </p:spPr>
        <p:txBody>
          <a:bodyPr lIns="0" anchor="ctr">
            <a:noAutofit/>
          </a:bodyPr>
          <a:lstStyle>
            <a:lvl1pPr marL="0" indent="0">
              <a:spcAft>
                <a:spcPts val="0"/>
              </a:spcAft>
              <a:buNone/>
              <a:defRPr sz="1800" b="0" i="0">
                <a:latin typeface="Oracle Sans Tab" panose="020B0503020204020204" pitchFamily="34" charset="0"/>
                <a:cs typeface="Oracle Sans Tab" panose="020B0503020204020204" pitchFamily="34" charset="0"/>
              </a:defRPr>
            </a:lvl1pPr>
          </a:lstStyle>
          <a:p>
            <a:pPr lvl="0"/>
            <a:r>
              <a:rPr lang="en-US" dirty="0"/>
              <a:t>Subtitle</a:t>
            </a:r>
          </a:p>
        </p:txBody>
      </p:sp>
      <p:cxnSp>
        <p:nvCxnSpPr>
          <p:cNvPr id="9" name="Straight Connector 8">
            <a:extLst>
              <a:ext uri="{FF2B5EF4-FFF2-40B4-BE49-F238E27FC236}">
                <a16:creationId xmlns:a16="http://schemas.microsoft.com/office/drawing/2014/main" id="{26998537-4CB8-01D7-DAF2-9D810652EE0D}"/>
              </a:ext>
              <a:ext uri="{C183D7F6-B498-43B3-948B-1728B52AA6E4}">
                <adec:decorative xmlns:adec="http://schemas.microsoft.com/office/drawing/2017/decorative" val="1"/>
              </a:ext>
            </a:extLst>
          </p:cNvPr>
          <p:cNvCxnSpPr>
            <a:cxnSpLocks/>
          </p:cNvCxnSpPr>
          <p:nvPr userDrawn="1"/>
        </p:nvCxnSpPr>
        <p:spPr>
          <a:xfrm>
            <a:off x="3057425" y="1200158"/>
            <a:ext cx="0" cy="274318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26077927"/>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Light - Split content with lin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Subtitle">
            <a:extLst>
              <a:ext uri="{FF2B5EF4-FFF2-40B4-BE49-F238E27FC236}">
                <a16:creationId xmlns:a16="http://schemas.microsoft.com/office/drawing/2014/main" id="{C8ADFC4F-C961-366D-5252-9B4CC4102CB3}"/>
              </a:ext>
            </a:extLst>
          </p:cNvPr>
          <p:cNvSpPr>
            <a:spLocks noGrp="1"/>
          </p:cNvSpPr>
          <p:nvPr>
            <p:ph type="body" sz="quarter" idx="11" hasCustomPrompt="1"/>
          </p:nvPr>
        </p:nvSpPr>
        <p:spPr>
          <a:xfrm>
            <a:off x="3531649" y="1973196"/>
            <a:ext cx="5046710" cy="1197109"/>
          </a:xfrm>
          <a:prstGeom prst="rect">
            <a:avLst/>
          </a:prstGeom>
        </p:spPr>
        <p:txBody>
          <a:bodyPr lIns="0" anchor="ctr">
            <a:noAutofit/>
          </a:bodyPr>
          <a:lstStyle>
            <a:lvl1pPr marL="0" indent="0">
              <a:spcAft>
                <a:spcPts val="0"/>
              </a:spcAft>
              <a:buNone/>
              <a:defRPr sz="1800" b="0" i="0">
                <a:latin typeface="Oracle Sans Tab" panose="020B0503020204020204" pitchFamily="34" charset="0"/>
                <a:cs typeface="Oracle Sans Tab" panose="020B0503020204020204" pitchFamily="34" charset="0"/>
              </a:defRPr>
            </a:lvl1pPr>
          </a:lstStyle>
          <a:p>
            <a:pPr lvl="0"/>
            <a:r>
              <a:rPr lang="en-US" dirty="0"/>
              <a:t>Subtitle</a:t>
            </a:r>
          </a:p>
        </p:txBody>
      </p:sp>
      <p:cxnSp>
        <p:nvCxnSpPr>
          <p:cNvPr id="4" name="Straight Connector 3">
            <a:extLst>
              <a:ext uri="{FF2B5EF4-FFF2-40B4-BE49-F238E27FC236}">
                <a16:creationId xmlns:a16="http://schemas.microsoft.com/office/drawing/2014/main" id="{8B0F18C2-26A3-3D50-75B9-DA01B720938C}"/>
              </a:ext>
              <a:ext uri="{C183D7F6-B498-43B3-948B-1728B52AA6E4}">
                <adec:decorative xmlns:adec="http://schemas.microsoft.com/office/drawing/2017/decorative" val="1"/>
              </a:ext>
            </a:extLst>
          </p:cNvPr>
          <p:cNvCxnSpPr>
            <a:cxnSpLocks/>
          </p:cNvCxnSpPr>
          <p:nvPr userDrawn="1"/>
        </p:nvCxnSpPr>
        <p:spPr>
          <a:xfrm>
            <a:off x="3057425" y="1200158"/>
            <a:ext cx="0" cy="274318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Slide Number Placeholder 5">
            <a:extLst>
              <a:ext uri="{FF2B5EF4-FFF2-40B4-BE49-F238E27FC236}">
                <a16:creationId xmlns:a16="http://schemas.microsoft.com/office/drawing/2014/main" id="{FDA8E918-B2CE-9B3B-6306-4B5A17E9A430}"/>
              </a:ext>
            </a:extLst>
          </p:cNvPr>
          <p:cNvSpPr>
            <a:spLocks noGrp="1"/>
          </p:cNvSpPr>
          <p:nvPr>
            <p:ph type="sldNum" sz="quarter" idx="40"/>
          </p:nvPr>
        </p:nvSpPr>
        <p:spPr>
          <a:xfrm>
            <a:off x="571500" y="4817745"/>
            <a:ext cx="274320" cy="274320"/>
          </a:xfrm>
        </p:spPr>
        <p:txBody>
          <a:bodyPr/>
          <a:lstStyle>
            <a:lvl1pPr>
              <a:defRPr>
                <a:solidFill>
                  <a:srgbClr val="8B8580"/>
                </a:solidFill>
              </a:defRPr>
            </a:lvl1pPr>
          </a:lstStyle>
          <a:p>
            <a:fld id="{345D60D9-5372-5F40-9443-0F9AE5BDC3C8}" type="slidenum">
              <a:rPr lang="en-US" smtClean="0"/>
              <a:pPr/>
              <a:t>‹#›</a:t>
            </a:fld>
            <a:endParaRPr lang="en-US" dirty="0"/>
          </a:p>
        </p:txBody>
      </p:sp>
      <p:sp>
        <p:nvSpPr>
          <p:cNvPr id="6" name="Footer Placeholder 4">
            <a:extLst>
              <a:ext uri="{FF2B5EF4-FFF2-40B4-BE49-F238E27FC236}">
                <a16:creationId xmlns:a16="http://schemas.microsoft.com/office/drawing/2014/main" id="{3C072B30-0FE5-8289-77F0-1D24085A4EF2}"/>
              </a:ext>
            </a:extLst>
          </p:cNvPr>
          <p:cNvSpPr>
            <a:spLocks noGrp="1"/>
          </p:cNvSpPr>
          <p:nvPr>
            <p:ph type="ftr" sz="quarter" idx="39"/>
          </p:nvPr>
        </p:nvSpPr>
        <p:spPr>
          <a:xfrm>
            <a:off x="845820" y="4817984"/>
            <a:ext cx="4309034" cy="273844"/>
          </a:xfrm>
        </p:spPr>
        <p:txBody>
          <a:bodyPr/>
          <a:lstStyle>
            <a:lvl1pPr>
              <a:defRPr>
                <a:solidFill>
                  <a:srgbClr val="8B8580"/>
                </a:solidFill>
              </a:defRPr>
            </a:lvl1pPr>
          </a:lstStyle>
          <a:p>
            <a:r>
              <a:rPr lang="en-US"/>
              <a:t>Copyright © 2025, Oracle and/or its affiliates |  Confidential: Internal/Restricted/Highly Restricted</a:t>
            </a:r>
            <a:endParaRPr lang="en-US" dirty="0"/>
          </a:p>
        </p:txBody>
      </p:sp>
      <p:sp>
        <p:nvSpPr>
          <p:cNvPr id="7" name="Date Placeholder 3">
            <a:extLst>
              <a:ext uri="{FF2B5EF4-FFF2-40B4-BE49-F238E27FC236}">
                <a16:creationId xmlns:a16="http://schemas.microsoft.com/office/drawing/2014/main" id="{B54B9E9C-E71A-D85E-B49A-0603C0A1552B}"/>
              </a:ext>
            </a:extLst>
          </p:cNvPr>
          <p:cNvSpPr>
            <a:spLocks noGrp="1"/>
          </p:cNvSpPr>
          <p:nvPr>
            <p:ph type="dt" sz="half" idx="38"/>
          </p:nvPr>
        </p:nvSpPr>
        <p:spPr>
          <a:xfrm>
            <a:off x="5154854" y="4819203"/>
            <a:ext cx="2057400" cy="272625"/>
          </a:xfrm>
        </p:spPr>
        <p:txBody>
          <a:bodyPr/>
          <a:lstStyle>
            <a:lvl1pPr>
              <a:defRPr>
                <a:solidFill>
                  <a:srgbClr val="8B8580"/>
                </a:solidFill>
              </a:defRPr>
            </a:lvl1pPr>
          </a:lstStyle>
          <a:p>
            <a:r>
              <a:rPr lang="en-US"/>
              <a:t>[Date]</a:t>
            </a:r>
            <a:endParaRPr lang="en-US" dirty="0"/>
          </a:p>
        </p:txBody>
      </p:sp>
      <p:sp>
        <p:nvSpPr>
          <p:cNvPr id="9" name="Title 12">
            <a:extLst>
              <a:ext uri="{FF2B5EF4-FFF2-40B4-BE49-F238E27FC236}">
                <a16:creationId xmlns:a16="http://schemas.microsoft.com/office/drawing/2014/main" id="{C2D0AE67-1167-2B52-146F-5E0AA0D86441}"/>
              </a:ext>
            </a:extLst>
          </p:cNvPr>
          <p:cNvSpPr>
            <a:spLocks noGrp="1"/>
          </p:cNvSpPr>
          <p:nvPr>
            <p:ph type="title" hasCustomPrompt="1"/>
          </p:nvPr>
        </p:nvSpPr>
        <p:spPr>
          <a:xfrm>
            <a:off x="576657" y="2263140"/>
            <a:ext cx="2349439" cy="617220"/>
          </a:xfrm>
        </p:spPr>
        <p:txBody>
          <a:bodyPr anchor="ctr"/>
          <a:lstStyle>
            <a:lvl1pPr>
              <a:defRPr sz="2700" b="1" i="0">
                <a:latin typeface="Oracle Sans Tab" panose="020B0503020204020204" pitchFamily="34" charset="0"/>
                <a:cs typeface="Oracle Sans Tab" panose="020B0503020204020204" pitchFamily="34" charset="0"/>
              </a:defRPr>
            </a:lvl1pPr>
          </a:lstStyle>
          <a:p>
            <a:r>
              <a:rPr lang="en-US" dirty="0"/>
              <a:t>Title</a:t>
            </a:r>
          </a:p>
        </p:txBody>
      </p:sp>
    </p:spTree>
    <p:extLst>
      <p:ext uri="{BB962C8B-B14F-4D97-AF65-F5344CB8AC3E}">
        <p14:creationId xmlns:p14="http://schemas.microsoft.com/office/powerpoint/2010/main" val="2495836227"/>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p:cSld name="Abstract Background_Pillar ">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Slide Number Placeholder 7">
            <a:extLst>
              <a:ext uri="{FF2B5EF4-FFF2-40B4-BE49-F238E27FC236}">
                <a16:creationId xmlns:a16="http://schemas.microsoft.com/office/drawing/2014/main" id="{BF29FA1D-6116-1543-C528-2DA2C8F180C3}"/>
              </a:ext>
            </a:extLst>
          </p:cNvPr>
          <p:cNvSpPr>
            <a:spLocks noGrp="1"/>
          </p:cNvSpPr>
          <p:nvPr>
            <p:ph type="sldNum" sz="quarter" idx="17"/>
          </p:nvPr>
        </p:nvSpPr>
        <p:spPr>
          <a:xfrm>
            <a:off x="571500" y="4817745"/>
            <a:ext cx="274320" cy="27432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4" name="Footer Placeholder 6">
            <a:extLst>
              <a:ext uri="{FF2B5EF4-FFF2-40B4-BE49-F238E27FC236}">
                <a16:creationId xmlns:a16="http://schemas.microsoft.com/office/drawing/2014/main" id="{7D96ACA1-4090-ECF0-97A5-CB057330DE6F}"/>
              </a:ext>
            </a:extLst>
          </p:cNvPr>
          <p:cNvSpPr>
            <a:spLocks noGrp="1"/>
          </p:cNvSpPr>
          <p:nvPr>
            <p:ph type="ftr" sz="quarter" idx="16"/>
          </p:nvPr>
        </p:nvSpPr>
        <p:spPr>
          <a:xfrm>
            <a:off x="845820" y="4817984"/>
            <a:ext cx="4309034" cy="273844"/>
          </a:xfrm>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5" name="Date Placeholder 4">
            <a:extLst>
              <a:ext uri="{FF2B5EF4-FFF2-40B4-BE49-F238E27FC236}">
                <a16:creationId xmlns:a16="http://schemas.microsoft.com/office/drawing/2014/main" id="{F75BC1E5-7624-3B26-2B5D-56E880F7525C}"/>
              </a:ext>
            </a:extLst>
          </p:cNvPr>
          <p:cNvSpPr>
            <a:spLocks noGrp="1"/>
          </p:cNvSpPr>
          <p:nvPr>
            <p:ph type="dt" sz="half" idx="15"/>
          </p:nvPr>
        </p:nvSpPr>
        <p:spPr>
          <a:xfrm>
            <a:off x="5154854" y="4819203"/>
            <a:ext cx="2057400" cy="272625"/>
          </a:xfrm>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2558433403"/>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p:cSld name="Abstract Background_Pilla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3F15AD11-5859-98B3-2F15-B362186970C3}"/>
              </a:ext>
            </a:extLst>
          </p:cNvPr>
          <p:cNvSpPr>
            <a:spLocks noGrp="1"/>
          </p:cNvSpPr>
          <p:nvPr>
            <p:ph type="sldNum" sz="quarter" idx="40"/>
          </p:nvPr>
        </p:nvSpPr>
        <p:spPr>
          <a:xfrm>
            <a:off x="571500" y="4817745"/>
            <a:ext cx="274320" cy="274320"/>
          </a:xfrm>
        </p:spPr>
        <p:txBody>
          <a:bodyPr/>
          <a:lstStyle>
            <a:lvl1pPr>
              <a:defRPr>
                <a:solidFill>
                  <a:srgbClr val="8B8580"/>
                </a:solidFill>
              </a:defRPr>
            </a:lvl1pPr>
          </a:lstStyle>
          <a:p>
            <a:fld id="{345D60D9-5372-5F40-9443-0F9AE5BDC3C8}" type="slidenum">
              <a:rPr lang="en-US" smtClean="0"/>
              <a:pPr/>
              <a:t>‹#›</a:t>
            </a:fld>
            <a:endParaRPr lang="en-US" dirty="0"/>
          </a:p>
        </p:txBody>
      </p:sp>
      <p:sp>
        <p:nvSpPr>
          <p:cNvPr id="4" name="Footer Placeholder 4">
            <a:extLst>
              <a:ext uri="{FF2B5EF4-FFF2-40B4-BE49-F238E27FC236}">
                <a16:creationId xmlns:a16="http://schemas.microsoft.com/office/drawing/2014/main" id="{318CD77B-3831-065A-CC2D-CCE7D9358637}"/>
              </a:ext>
            </a:extLst>
          </p:cNvPr>
          <p:cNvSpPr>
            <a:spLocks noGrp="1"/>
          </p:cNvSpPr>
          <p:nvPr>
            <p:ph type="ftr" sz="quarter" idx="39"/>
          </p:nvPr>
        </p:nvSpPr>
        <p:spPr>
          <a:xfrm>
            <a:off x="845820" y="4817984"/>
            <a:ext cx="4309034" cy="273844"/>
          </a:xfrm>
        </p:spPr>
        <p:txBody>
          <a:bodyPr/>
          <a:lstStyle>
            <a:lvl1pPr>
              <a:defRPr>
                <a:solidFill>
                  <a:srgbClr val="8B8580"/>
                </a:solidFill>
              </a:defRPr>
            </a:lvl1pPr>
          </a:lstStyle>
          <a:p>
            <a:r>
              <a:rPr lang="en-US"/>
              <a:t>Copyright © 2025, Oracle and/or its affiliates |  Confidential: Internal/Restricted/Highly Restricted</a:t>
            </a:r>
            <a:endParaRPr lang="en-US" dirty="0"/>
          </a:p>
        </p:txBody>
      </p:sp>
      <p:sp>
        <p:nvSpPr>
          <p:cNvPr id="5" name="Date Placeholder 3">
            <a:extLst>
              <a:ext uri="{FF2B5EF4-FFF2-40B4-BE49-F238E27FC236}">
                <a16:creationId xmlns:a16="http://schemas.microsoft.com/office/drawing/2014/main" id="{087C7066-B8AF-14CC-26C3-FB68D2391813}"/>
              </a:ext>
            </a:extLst>
          </p:cNvPr>
          <p:cNvSpPr>
            <a:spLocks noGrp="1"/>
          </p:cNvSpPr>
          <p:nvPr>
            <p:ph type="dt" sz="half" idx="38"/>
          </p:nvPr>
        </p:nvSpPr>
        <p:spPr>
          <a:xfrm>
            <a:off x="5154854" y="4819203"/>
            <a:ext cx="2057400" cy="272625"/>
          </a:xfrm>
        </p:spPr>
        <p:txBody>
          <a:bodyPr/>
          <a:lstStyle>
            <a:lvl1pPr>
              <a:defRPr>
                <a:solidFill>
                  <a:srgbClr val="8B8580"/>
                </a:solidFill>
              </a:defRPr>
            </a:lvl1pPr>
          </a:lstStyle>
          <a:p>
            <a:r>
              <a:rPr lang="en-US"/>
              <a:t>[Date]</a:t>
            </a:r>
            <a:endParaRPr lang="en-US" dirty="0"/>
          </a:p>
        </p:txBody>
      </p:sp>
    </p:spTree>
    <p:extLst>
      <p:ext uri="{BB962C8B-B14F-4D97-AF65-F5344CB8AC3E}">
        <p14:creationId xmlns:p14="http://schemas.microsoft.com/office/powerpoint/2010/main" val="306546882"/>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Light - Title 2 Column">
    <p:bg>
      <p:bgRef idx="1001">
        <a:schemeClr val="bg2"/>
      </p:bgRef>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69740FE-E1B8-466B-970A-4E081BCA3143}"/>
              </a:ext>
            </a:extLst>
          </p:cNvPr>
          <p:cNvSpPr>
            <a:spLocks noGrp="1"/>
          </p:cNvSpPr>
          <p:nvPr>
            <p:ph type="title" hasCustomPrompt="1"/>
          </p:nvPr>
        </p:nvSpPr>
        <p:spPr/>
        <p:txBody>
          <a:bodyPr/>
          <a:lstStyle>
            <a:lvl1pPr>
              <a:defRPr b="1" i="0">
                <a:solidFill>
                  <a:schemeClr val="tx1"/>
                </a:solidFill>
                <a:latin typeface="Oracle Sans Tab" panose="020B0503020204020204" pitchFamily="34" charset="0"/>
                <a:cs typeface="Oracle Sans Tab" panose="020B0503020204020204" pitchFamily="34" charset="0"/>
              </a:defRPr>
            </a:lvl1pPr>
          </a:lstStyle>
          <a:p>
            <a:r>
              <a:rPr lang="en-US" dirty="0"/>
              <a:t>Title</a:t>
            </a:r>
          </a:p>
        </p:txBody>
      </p:sp>
      <p:cxnSp>
        <p:nvCxnSpPr>
          <p:cNvPr id="15" name="Column Divider">
            <a:extLst>
              <a:ext uri="{FF2B5EF4-FFF2-40B4-BE49-F238E27FC236}">
                <a16:creationId xmlns:a16="http://schemas.microsoft.com/office/drawing/2014/main" id="{C3377C95-3E35-473F-8E81-1FDFBEBC758A}"/>
              </a:ext>
              <a:ext uri="{C183D7F6-B498-43B3-948B-1728B52AA6E4}">
                <adec:decorative xmlns:adec="http://schemas.microsoft.com/office/drawing/2017/decorative" val="1"/>
              </a:ext>
            </a:extLst>
          </p:cNvPr>
          <p:cNvCxnSpPr>
            <a:cxnSpLocks/>
          </p:cNvCxnSpPr>
          <p:nvPr userDrawn="1"/>
        </p:nvCxnSpPr>
        <p:spPr>
          <a:xfrm>
            <a:off x="4582183" y="1206431"/>
            <a:ext cx="0" cy="3380994"/>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9" name="Slide Number Placeholder 8">
            <a:extLst>
              <a:ext uri="{FF2B5EF4-FFF2-40B4-BE49-F238E27FC236}">
                <a16:creationId xmlns:a16="http://schemas.microsoft.com/office/drawing/2014/main" id="{424C32FC-D616-45B7-A051-90859CE92D73}"/>
              </a:ext>
            </a:extLst>
          </p:cNvPr>
          <p:cNvSpPr>
            <a:spLocks noGrp="1"/>
          </p:cNvSpPr>
          <p:nvPr>
            <p:ph type="sldNum" sz="quarter" idx="18"/>
          </p:nvPr>
        </p:nvSpPr>
        <p:spPr/>
        <p:txBody>
          <a:bodyPr/>
          <a:lstStyle/>
          <a:p>
            <a:fld id="{345D60D9-5372-5F40-9443-0F9AE5BDC3C8}" type="slidenum">
              <a:rPr lang="en-US" smtClean="0"/>
              <a:pPr/>
              <a:t>‹#›</a:t>
            </a:fld>
            <a:endParaRPr lang="en-US" dirty="0"/>
          </a:p>
        </p:txBody>
      </p:sp>
      <p:sp>
        <p:nvSpPr>
          <p:cNvPr id="8" name="Footer Placeholder 7">
            <a:extLst>
              <a:ext uri="{FF2B5EF4-FFF2-40B4-BE49-F238E27FC236}">
                <a16:creationId xmlns:a16="http://schemas.microsoft.com/office/drawing/2014/main" id="{48F71CDA-982A-476F-ADB7-47031714FD6F}"/>
              </a:ext>
            </a:extLst>
          </p:cNvPr>
          <p:cNvSpPr>
            <a:spLocks noGrp="1"/>
          </p:cNvSpPr>
          <p:nvPr>
            <p:ph type="ftr" sz="quarter" idx="17"/>
          </p:nvPr>
        </p:nvSpPr>
        <p:spPr/>
        <p:txBody>
          <a:bodyPr/>
          <a:lstStyle/>
          <a:p>
            <a:r>
              <a:rPr lang="en-US"/>
              <a:t>Copyright © 2025, Oracle and/or its affiliates |  Confidential: Internal/Restricted/Highly Restricted</a:t>
            </a:r>
            <a:endParaRPr lang="en-US" dirty="0"/>
          </a:p>
        </p:txBody>
      </p:sp>
      <p:sp>
        <p:nvSpPr>
          <p:cNvPr id="4" name="Date Placeholder 3">
            <a:extLst>
              <a:ext uri="{FF2B5EF4-FFF2-40B4-BE49-F238E27FC236}">
                <a16:creationId xmlns:a16="http://schemas.microsoft.com/office/drawing/2014/main" id="{4B5A409C-CB05-4133-9F5F-1D2097DE34E0}"/>
              </a:ext>
            </a:extLst>
          </p:cNvPr>
          <p:cNvSpPr>
            <a:spLocks noGrp="1"/>
          </p:cNvSpPr>
          <p:nvPr>
            <p:ph type="dt" sz="half" idx="16"/>
          </p:nvPr>
        </p:nvSpPr>
        <p:spPr/>
        <p:txBody>
          <a:bodyPr/>
          <a:lstStyle/>
          <a:p>
            <a:r>
              <a:rPr lang="en-US"/>
              <a:t>[Date]</a:t>
            </a:r>
            <a:endParaRPr lang="en-US" dirty="0"/>
          </a:p>
        </p:txBody>
      </p:sp>
      <p:sp>
        <p:nvSpPr>
          <p:cNvPr id="2" name="Content">
            <a:extLst>
              <a:ext uri="{FF2B5EF4-FFF2-40B4-BE49-F238E27FC236}">
                <a16:creationId xmlns:a16="http://schemas.microsoft.com/office/drawing/2014/main" id="{002F888E-0FBB-6617-9462-4201B11F2A44}"/>
              </a:ext>
            </a:extLst>
          </p:cNvPr>
          <p:cNvSpPr>
            <a:spLocks noGrp="1"/>
          </p:cNvSpPr>
          <p:nvPr>
            <p:ph sz="quarter" idx="14"/>
          </p:nvPr>
        </p:nvSpPr>
        <p:spPr>
          <a:xfrm>
            <a:off x="575072" y="1200149"/>
            <a:ext cx="3813048" cy="338099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Content">
            <a:extLst>
              <a:ext uri="{FF2B5EF4-FFF2-40B4-BE49-F238E27FC236}">
                <a16:creationId xmlns:a16="http://schemas.microsoft.com/office/drawing/2014/main" id="{4F57E862-706F-9432-1E5B-C66745958B78}"/>
              </a:ext>
            </a:extLst>
          </p:cNvPr>
          <p:cNvSpPr>
            <a:spLocks noGrp="1"/>
          </p:cNvSpPr>
          <p:nvPr>
            <p:ph sz="quarter" idx="19"/>
          </p:nvPr>
        </p:nvSpPr>
        <p:spPr>
          <a:xfrm>
            <a:off x="4777738" y="1200165"/>
            <a:ext cx="3813048" cy="338099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028153267"/>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Dark - Title 2 Column">
    <p:bg>
      <p:bgRef idx="1001">
        <a:schemeClr val="bg1"/>
      </p:bgRef>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F59826-0B3C-4973-B5FA-B18F68758F38}"/>
              </a:ext>
            </a:extLst>
          </p:cNvPr>
          <p:cNvSpPr>
            <a:spLocks noGrp="1"/>
          </p:cNvSpPr>
          <p:nvPr>
            <p:ph type="title" hasCustomPrompt="1"/>
          </p:nvPr>
        </p:nvSpPr>
        <p:spPr/>
        <p:txBody>
          <a:bodyPr/>
          <a:lstStyle>
            <a:lvl1pPr>
              <a:defRPr b="1" i="0">
                <a:latin typeface="Oracle Sans Tab" panose="020B0503020204020204" pitchFamily="34" charset="0"/>
                <a:cs typeface="Oracle Sans Tab" panose="020B0503020204020204" pitchFamily="34" charset="0"/>
              </a:defRPr>
            </a:lvl1pPr>
          </a:lstStyle>
          <a:p>
            <a:r>
              <a:rPr lang="en-US" dirty="0"/>
              <a:t>Title</a:t>
            </a:r>
          </a:p>
        </p:txBody>
      </p:sp>
      <p:cxnSp>
        <p:nvCxnSpPr>
          <p:cNvPr id="15" name="Column Divider">
            <a:extLst>
              <a:ext uri="{FF2B5EF4-FFF2-40B4-BE49-F238E27FC236}">
                <a16:creationId xmlns:a16="http://schemas.microsoft.com/office/drawing/2014/main" id="{C3377C95-3E35-473F-8E81-1FDFBEBC758A}"/>
              </a:ext>
              <a:ext uri="{C183D7F6-B498-43B3-948B-1728B52AA6E4}">
                <adec:decorative xmlns:adec="http://schemas.microsoft.com/office/drawing/2017/decorative" val="1"/>
              </a:ext>
            </a:extLst>
          </p:cNvPr>
          <p:cNvCxnSpPr>
            <a:cxnSpLocks/>
          </p:cNvCxnSpPr>
          <p:nvPr userDrawn="1"/>
        </p:nvCxnSpPr>
        <p:spPr>
          <a:xfrm>
            <a:off x="4582183" y="1206431"/>
            <a:ext cx="0" cy="3380994"/>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4" name="Content">
            <a:extLst>
              <a:ext uri="{FF2B5EF4-FFF2-40B4-BE49-F238E27FC236}">
                <a16:creationId xmlns:a16="http://schemas.microsoft.com/office/drawing/2014/main" id="{FA05E257-5557-514A-2025-3EF63D1140D3}"/>
              </a:ext>
            </a:extLst>
          </p:cNvPr>
          <p:cNvSpPr>
            <a:spLocks noGrp="1"/>
          </p:cNvSpPr>
          <p:nvPr>
            <p:ph sz="quarter" idx="14"/>
          </p:nvPr>
        </p:nvSpPr>
        <p:spPr>
          <a:xfrm>
            <a:off x="575072" y="1200149"/>
            <a:ext cx="3813048" cy="33809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Content">
            <a:extLst>
              <a:ext uri="{FF2B5EF4-FFF2-40B4-BE49-F238E27FC236}">
                <a16:creationId xmlns:a16="http://schemas.microsoft.com/office/drawing/2014/main" id="{1A8D2713-0A2C-B9EC-921A-E43EBB54D7F1}"/>
              </a:ext>
            </a:extLst>
          </p:cNvPr>
          <p:cNvSpPr>
            <a:spLocks noGrp="1"/>
          </p:cNvSpPr>
          <p:nvPr>
            <p:ph sz="quarter" idx="19"/>
          </p:nvPr>
        </p:nvSpPr>
        <p:spPr>
          <a:xfrm>
            <a:off x="4777738" y="1200165"/>
            <a:ext cx="3813048" cy="33809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Slide Number Placeholder 7">
            <a:extLst>
              <a:ext uri="{FF2B5EF4-FFF2-40B4-BE49-F238E27FC236}">
                <a16:creationId xmlns:a16="http://schemas.microsoft.com/office/drawing/2014/main" id="{7F0F3812-0E62-2E09-C9AB-79F13108F9A8}"/>
              </a:ext>
            </a:extLst>
          </p:cNvPr>
          <p:cNvSpPr>
            <a:spLocks noGrp="1"/>
          </p:cNvSpPr>
          <p:nvPr>
            <p:ph type="sldNum" sz="quarter" idx="17"/>
          </p:nvPr>
        </p:nvSpPr>
        <p:spPr>
          <a:xfrm>
            <a:off x="571500" y="4817745"/>
            <a:ext cx="274320" cy="27432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5" name="Footer Placeholder 6">
            <a:extLst>
              <a:ext uri="{FF2B5EF4-FFF2-40B4-BE49-F238E27FC236}">
                <a16:creationId xmlns:a16="http://schemas.microsoft.com/office/drawing/2014/main" id="{4D96D9B3-827E-BCDB-1DEF-84EB5E7E90C2}"/>
              </a:ext>
            </a:extLst>
          </p:cNvPr>
          <p:cNvSpPr>
            <a:spLocks noGrp="1"/>
          </p:cNvSpPr>
          <p:nvPr>
            <p:ph type="ftr" sz="quarter" idx="16"/>
          </p:nvPr>
        </p:nvSpPr>
        <p:spPr>
          <a:xfrm>
            <a:off x="845820" y="4817984"/>
            <a:ext cx="4309034" cy="273844"/>
          </a:xfrm>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7" name="Date Placeholder 4">
            <a:extLst>
              <a:ext uri="{FF2B5EF4-FFF2-40B4-BE49-F238E27FC236}">
                <a16:creationId xmlns:a16="http://schemas.microsoft.com/office/drawing/2014/main" id="{6FBD1657-DE16-5859-6047-8B20D7971D48}"/>
              </a:ext>
            </a:extLst>
          </p:cNvPr>
          <p:cNvSpPr>
            <a:spLocks noGrp="1"/>
          </p:cNvSpPr>
          <p:nvPr>
            <p:ph type="dt" sz="half" idx="15"/>
          </p:nvPr>
        </p:nvSpPr>
        <p:spPr>
          <a:xfrm>
            <a:off x="5154854" y="4819203"/>
            <a:ext cx="2057400" cy="272625"/>
          </a:xfrm>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580496102"/>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Light - Title/Subtitle 1 Colum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E4D9CD-CDC4-4642-8CDA-7351404FC2D2}"/>
              </a:ext>
            </a:extLst>
          </p:cNvPr>
          <p:cNvSpPr>
            <a:spLocks noGrp="1"/>
          </p:cNvSpPr>
          <p:nvPr>
            <p:ph type="title" hasCustomPrompt="1"/>
          </p:nvPr>
        </p:nvSpPr>
        <p:spPr/>
        <p:txBody>
          <a:bodyPr/>
          <a:lstStyle>
            <a:lvl1pPr>
              <a:defRPr b="1" i="0">
                <a:latin typeface="Oracle Sans Tab" panose="020B0503020204020204" pitchFamily="34" charset="0"/>
                <a:cs typeface="Oracle Sans Tab" panose="020B0503020204020204" pitchFamily="34" charset="0"/>
              </a:defRPr>
            </a:lvl1pPr>
          </a:lstStyle>
          <a:p>
            <a:r>
              <a:rPr lang="en-US" dirty="0"/>
              <a:t>Title</a:t>
            </a:r>
          </a:p>
        </p:txBody>
      </p:sp>
      <p:sp>
        <p:nvSpPr>
          <p:cNvPr id="8" name="Slide Number Placeholder 7">
            <a:extLst>
              <a:ext uri="{FF2B5EF4-FFF2-40B4-BE49-F238E27FC236}">
                <a16:creationId xmlns:a16="http://schemas.microsoft.com/office/drawing/2014/main" id="{7A59FA82-C146-45DF-AE7B-4B5698706BEA}"/>
              </a:ext>
            </a:extLst>
          </p:cNvPr>
          <p:cNvSpPr>
            <a:spLocks noGrp="1"/>
          </p:cNvSpPr>
          <p:nvPr>
            <p:ph type="sldNum" sz="quarter" idx="17"/>
          </p:nvPr>
        </p:nvSpPr>
        <p:spPr/>
        <p:txBody>
          <a:bodyPr/>
          <a:lstStyle>
            <a:lvl1pPr>
              <a:defRPr>
                <a:solidFill>
                  <a:srgbClr val="8B8580"/>
                </a:solidFill>
              </a:defRPr>
            </a:lvl1pPr>
          </a:lstStyle>
          <a:p>
            <a:fld id="{345D60D9-5372-5F40-9443-0F9AE5BDC3C8}" type="slidenum">
              <a:rPr lang="en-US" smtClean="0"/>
              <a:pPr/>
              <a:t>‹#›</a:t>
            </a:fld>
            <a:endParaRPr lang="en-US" dirty="0"/>
          </a:p>
        </p:txBody>
      </p:sp>
      <p:sp>
        <p:nvSpPr>
          <p:cNvPr id="7" name="Footer Placeholder 6">
            <a:extLst>
              <a:ext uri="{FF2B5EF4-FFF2-40B4-BE49-F238E27FC236}">
                <a16:creationId xmlns:a16="http://schemas.microsoft.com/office/drawing/2014/main" id="{E2CE12F3-375D-4B05-A71D-DA14DF8ADB8E}"/>
              </a:ext>
            </a:extLst>
          </p:cNvPr>
          <p:cNvSpPr>
            <a:spLocks noGrp="1"/>
          </p:cNvSpPr>
          <p:nvPr>
            <p:ph type="ftr" sz="quarter" idx="16"/>
          </p:nvPr>
        </p:nvSpPr>
        <p:spPr/>
        <p:txBody>
          <a:bodyPr/>
          <a:lstStyle>
            <a:lvl1pPr>
              <a:defRPr>
                <a:solidFill>
                  <a:srgbClr val="8B8580"/>
                </a:solidFill>
              </a:defRPr>
            </a:lvl1pPr>
          </a:lstStyle>
          <a:p>
            <a:r>
              <a:rPr lang="en-US"/>
              <a:t>Copyright © 2025, Oracle and/or its affiliates |  Confidential: Internal/Restricted/Highly Restricted</a:t>
            </a:r>
            <a:endParaRPr lang="en-US" dirty="0"/>
          </a:p>
        </p:txBody>
      </p:sp>
      <p:sp>
        <p:nvSpPr>
          <p:cNvPr id="5" name="Date Placeholder 4">
            <a:extLst>
              <a:ext uri="{FF2B5EF4-FFF2-40B4-BE49-F238E27FC236}">
                <a16:creationId xmlns:a16="http://schemas.microsoft.com/office/drawing/2014/main" id="{48C5C278-52DE-4C8A-933B-1109B3282E51}"/>
              </a:ext>
            </a:extLst>
          </p:cNvPr>
          <p:cNvSpPr>
            <a:spLocks noGrp="1"/>
          </p:cNvSpPr>
          <p:nvPr>
            <p:ph type="dt" sz="half" idx="15"/>
          </p:nvPr>
        </p:nvSpPr>
        <p:spPr/>
        <p:txBody>
          <a:bodyPr/>
          <a:lstStyle/>
          <a:p>
            <a:r>
              <a:rPr lang="en-US"/>
              <a:t>[Date]</a:t>
            </a:r>
            <a:endParaRPr lang="en-US" dirty="0"/>
          </a:p>
        </p:txBody>
      </p:sp>
      <p:sp>
        <p:nvSpPr>
          <p:cNvPr id="4" name="Subtitle">
            <a:extLst>
              <a:ext uri="{FF2B5EF4-FFF2-40B4-BE49-F238E27FC236}">
                <a16:creationId xmlns:a16="http://schemas.microsoft.com/office/drawing/2014/main" id="{04A3DC4D-863F-59EA-783E-AF49D784110E}"/>
              </a:ext>
            </a:extLst>
          </p:cNvPr>
          <p:cNvSpPr>
            <a:spLocks noGrp="1"/>
          </p:cNvSpPr>
          <p:nvPr>
            <p:ph type="body" sz="quarter" idx="11" hasCustomPrompt="1"/>
          </p:nvPr>
        </p:nvSpPr>
        <p:spPr>
          <a:xfrm>
            <a:off x="571500" y="768176"/>
            <a:ext cx="8003286" cy="247905"/>
          </a:xfrm>
          <a:prstGeom prst="rect">
            <a:avLst/>
          </a:prstGeom>
        </p:spPr>
        <p:txBody>
          <a:bodyPr lIns="0">
            <a:noAutofit/>
          </a:bodyPr>
          <a:lstStyle>
            <a:lvl1pPr marL="0" indent="0">
              <a:spcAft>
                <a:spcPts val="0"/>
              </a:spcAft>
              <a:buNone/>
              <a:defRPr sz="15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9" name="Content">
            <a:extLst>
              <a:ext uri="{FF2B5EF4-FFF2-40B4-BE49-F238E27FC236}">
                <a16:creationId xmlns:a16="http://schemas.microsoft.com/office/drawing/2014/main" id="{B95271D6-CF2C-D8C3-F7FB-D555FC2D9469}"/>
              </a:ext>
            </a:extLst>
          </p:cNvPr>
          <p:cNvSpPr>
            <a:spLocks noGrp="1"/>
          </p:cNvSpPr>
          <p:nvPr>
            <p:ph sz="quarter" idx="14"/>
          </p:nvPr>
        </p:nvSpPr>
        <p:spPr>
          <a:xfrm>
            <a:off x="575072" y="1200149"/>
            <a:ext cx="8003286" cy="33809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579833943"/>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Dark - Title/Subtitle 1 Colum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E68516-E3E0-4F22-9EB7-1A85E1D3B5A1}"/>
              </a:ext>
            </a:extLst>
          </p:cNvPr>
          <p:cNvSpPr>
            <a:spLocks noGrp="1"/>
          </p:cNvSpPr>
          <p:nvPr>
            <p:ph type="title" hasCustomPrompt="1"/>
          </p:nvPr>
        </p:nvSpPr>
        <p:spPr/>
        <p:txBody>
          <a:bodyPr/>
          <a:lstStyle>
            <a:lvl1pPr>
              <a:defRPr b="1" i="0">
                <a:latin typeface="Oracle Sans Tab" panose="020B0503020204020204" pitchFamily="34" charset="0"/>
                <a:cs typeface="Oracle Sans Tab" panose="020B0503020204020204" pitchFamily="34" charset="0"/>
              </a:defRPr>
            </a:lvl1pPr>
          </a:lstStyle>
          <a:p>
            <a:r>
              <a:rPr lang="en-US" dirty="0"/>
              <a:t>Title</a:t>
            </a:r>
          </a:p>
        </p:txBody>
      </p:sp>
      <p:sp>
        <p:nvSpPr>
          <p:cNvPr id="3" name="Subtitle">
            <a:extLst>
              <a:ext uri="{FF2B5EF4-FFF2-40B4-BE49-F238E27FC236}">
                <a16:creationId xmlns:a16="http://schemas.microsoft.com/office/drawing/2014/main" id="{46A3BF75-E03A-3149-A8B6-C22593F32B62}"/>
              </a:ext>
            </a:extLst>
          </p:cNvPr>
          <p:cNvSpPr>
            <a:spLocks noGrp="1"/>
          </p:cNvSpPr>
          <p:nvPr>
            <p:ph type="body" sz="quarter" idx="11" hasCustomPrompt="1"/>
          </p:nvPr>
        </p:nvSpPr>
        <p:spPr>
          <a:xfrm>
            <a:off x="575072" y="757428"/>
            <a:ext cx="8003286" cy="247905"/>
          </a:xfrm>
          <a:prstGeom prst="rect">
            <a:avLst/>
          </a:prstGeom>
        </p:spPr>
        <p:txBody>
          <a:bodyPr lIns="0">
            <a:noAutofit/>
          </a:bodyPr>
          <a:lstStyle>
            <a:lvl1pPr marL="0" indent="0">
              <a:spcAft>
                <a:spcPts val="0"/>
              </a:spcAft>
              <a:buNone/>
              <a:defRPr sz="15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6" name="Content">
            <a:extLst>
              <a:ext uri="{FF2B5EF4-FFF2-40B4-BE49-F238E27FC236}">
                <a16:creationId xmlns:a16="http://schemas.microsoft.com/office/drawing/2014/main" id="{238CEDEE-F37B-4496-9270-0479A31C9762}"/>
              </a:ext>
            </a:extLst>
          </p:cNvPr>
          <p:cNvSpPr>
            <a:spLocks noGrp="1"/>
          </p:cNvSpPr>
          <p:nvPr>
            <p:ph sz="quarter" idx="14"/>
          </p:nvPr>
        </p:nvSpPr>
        <p:spPr>
          <a:xfrm>
            <a:off x="575073" y="1200149"/>
            <a:ext cx="8003381" cy="33809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7">
            <a:extLst>
              <a:ext uri="{FF2B5EF4-FFF2-40B4-BE49-F238E27FC236}">
                <a16:creationId xmlns:a16="http://schemas.microsoft.com/office/drawing/2014/main" id="{657290E2-8EA8-4572-BB48-C18007201785}"/>
              </a:ext>
            </a:extLst>
          </p:cNvPr>
          <p:cNvSpPr>
            <a:spLocks noGrp="1"/>
          </p:cNvSpPr>
          <p:nvPr>
            <p:ph type="sldNum" sz="quarter" idx="17"/>
          </p:nvPr>
        </p:nvSpPr>
        <p:spPr/>
        <p:txBody>
          <a:bodyPr/>
          <a:lstStyle>
            <a:lvl1pPr>
              <a:defRPr>
                <a:solidFill>
                  <a:srgbClr val="AEA8A2"/>
                </a:solidFill>
              </a:defRPr>
            </a:lvl1pPr>
          </a:lstStyle>
          <a:p>
            <a:fld id="{345D60D9-5372-5F40-9443-0F9AE5BDC3C8}" type="slidenum">
              <a:rPr lang="en-US" smtClean="0"/>
              <a:pPr/>
              <a:t>‹#›</a:t>
            </a:fld>
            <a:endParaRPr lang="en-US" dirty="0"/>
          </a:p>
        </p:txBody>
      </p:sp>
      <p:sp>
        <p:nvSpPr>
          <p:cNvPr id="7" name="Footer Placeholder 6">
            <a:extLst>
              <a:ext uri="{FF2B5EF4-FFF2-40B4-BE49-F238E27FC236}">
                <a16:creationId xmlns:a16="http://schemas.microsoft.com/office/drawing/2014/main" id="{C1A7F3B8-F794-4AF5-B07B-32A3084A6AB2}"/>
              </a:ext>
            </a:extLst>
          </p:cNvPr>
          <p:cNvSpPr>
            <a:spLocks noGrp="1"/>
          </p:cNvSpPr>
          <p:nvPr>
            <p:ph type="ftr" sz="quarter" idx="16"/>
          </p:nvPr>
        </p:nvSpPr>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5" name="Date Placeholder 4">
            <a:extLst>
              <a:ext uri="{FF2B5EF4-FFF2-40B4-BE49-F238E27FC236}">
                <a16:creationId xmlns:a16="http://schemas.microsoft.com/office/drawing/2014/main" id="{7A72FE7D-30FF-45E2-9F8B-D073887C33E8}"/>
              </a:ext>
            </a:extLst>
          </p:cNvPr>
          <p:cNvSpPr>
            <a:spLocks noGrp="1"/>
          </p:cNvSpPr>
          <p:nvPr>
            <p:ph type="dt" sz="half" idx="15"/>
          </p:nvPr>
        </p:nvSpPr>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2207164467"/>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Light - Quote with Picture">
    <p:bg>
      <p:bgRef idx="1001">
        <a:schemeClr val="bg2"/>
      </p:bgRef>
    </p:bg>
    <p:spTree>
      <p:nvGrpSpPr>
        <p:cNvPr id="1" name=""/>
        <p:cNvGrpSpPr/>
        <p:nvPr/>
      </p:nvGrpSpPr>
      <p:grpSpPr>
        <a:xfrm>
          <a:off x="0" y="0"/>
          <a:ext cx="0" cy="0"/>
          <a:chOff x="0" y="0"/>
          <a:chExt cx="0" cy="0"/>
        </a:xfrm>
      </p:grpSpPr>
      <p:sp>
        <p:nvSpPr>
          <p:cNvPr id="3" name="Quote">
            <a:extLst>
              <a:ext uri="{FF2B5EF4-FFF2-40B4-BE49-F238E27FC236}">
                <a16:creationId xmlns:a16="http://schemas.microsoft.com/office/drawing/2014/main" id="{A13E52A3-3B72-407D-BD94-ADB27B9FCE9C}"/>
              </a:ext>
            </a:extLst>
          </p:cNvPr>
          <p:cNvSpPr>
            <a:spLocks noGrp="1"/>
          </p:cNvSpPr>
          <p:nvPr>
            <p:ph type="title" hasCustomPrompt="1"/>
          </p:nvPr>
        </p:nvSpPr>
        <p:spPr>
          <a:xfrm>
            <a:off x="3915439" y="2172145"/>
            <a:ext cx="4664516" cy="1038746"/>
          </a:xfrm>
          <a:noFill/>
        </p:spPr>
        <p:txBody>
          <a:bodyPr vert="horz" wrap="square" lIns="0" tIns="0" rIns="0" bIns="0" rtlCol="0" anchor="b" anchorCtr="0">
            <a:spAutoFit/>
          </a:bodyPr>
          <a:lstStyle>
            <a:lvl1pPr marL="134541" indent="-134541">
              <a:lnSpc>
                <a:spcPct val="100000"/>
              </a:lnSpc>
              <a:tabLst/>
              <a:defRPr lang="en-US" sz="2250" b="0" i="0" dirty="0">
                <a:latin typeface="+mj-lt"/>
                <a:cs typeface="Oracle Sans Tab" panose="020B0503020204020204" pitchFamily="34" charset="0"/>
              </a:defRPr>
            </a:lvl1pPr>
          </a:lstStyle>
          <a:p>
            <a:pPr lvl="0"/>
            <a:r>
              <a:rPr lang="en-US" dirty="0"/>
              <a:t>“Click to type customer or</a:t>
            </a:r>
            <a:br>
              <a:rPr lang="en-US" dirty="0"/>
            </a:br>
            <a:r>
              <a:rPr lang="en-US" dirty="0"/>
              <a:t>partner quote surrounded</a:t>
            </a:r>
            <a:br>
              <a:rPr lang="en-US" dirty="0"/>
            </a:br>
            <a:r>
              <a:rPr lang="en-US" dirty="0"/>
              <a:t>by quotation marks.”</a:t>
            </a:r>
          </a:p>
        </p:txBody>
      </p:sp>
      <p:sp>
        <p:nvSpPr>
          <p:cNvPr id="13" name="Text Field">
            <a:extLst>
              <a:ext uri="{FF2B5EF4-FFF2-40B4-BE49-F238E27FC236}">
                <a16:creationId xmlns:a16="http://schemas.microsoft.com/office/drawing/2014/main" id="{04A571F4-71E4-264A-BBD5-0475995E681B}"/>
              </a:ext>
            </a:extLst>
          </p:cNvPr>
          <p:cNvSpPr>
            <a:spLocks noGrp="1"/>
          </p:cNvSpPr>
          <p:nvPr>
            <p:ph type="body" sz="quarter" idx="37" hasCustomPrompt="1"/>
          </p:nvPr>
        </p:nvSpPr>
        <p:spPr>
          <a:xfrm>
            <a:off x="4029633" y="3737352"/>
            <a:ext cx="4540972" cy="199718"/>
          </a:xfrm>
          <a:prstGeom prst="rect">
            <a:avLst/>
          </a:prstGeom>
        </p:spPr>
        <p:txBody>
          <a:bodyPr>
            <a:noAutofit/>
          </a:bodyPr>
          <a:lstStyle>
            <a:lvl1pPr>
              <a:defRPr b="1"/>
            </a:lvl1pPr>
          </a:lstStyle>
          <a:p>
            <a:pPr lvl="0"/>
            <a:r>
              <a:rPr lang="en-US" dirty="0"/>
              <a:t>Name of person quoted</a:t>
            </a:r>
          </a:p>
        </p:txBody>
      </p:sp>
      <p:sp>
        <p:nvSpPr>
          <p:cNvPr id="11" name="Text Field 2">
            <a:extLst>
              <a:ext uri="{FF2B5EF4-FFF2-40B4-BE49-F238E27FC236}">
                <a16:creationId xmlns:a16="http://schemas.microsoft.com/office/drawing/2014/main" id="{CBFB97F9-F988-C34C-8B6D-BB4A4D881736}"/>
              </a:ext>
            </a:extLst>
          </p:cNvPr>
          <p:cNvSpPr>
            <a:spLocks noGrp="1"/>
          </p:cNvSpPr>
          <p:nvPr>
            <p:ph type="body" sz="quarter" idx="36" hasCustomPrompt="1"/>
          </p:nvPr>
        </p:nvSpPr>
        <p:spPr>
          <a:xfrm>
            <a:off x="4029633" y="3990546"/>
            <a:ext cx="4540972" cy="589789"/>
          </a:xfrm>
          <a:prstGeom prst="rect">
            <a:avLst/>
          </a:prstGeom>
        </p:spPr>
        <p:txBody>
          <a:bodyPr>
            <a:noAutofit/>
          </a:bodyPr>
          <a:lstStyle>
            <a:lvl1pPr>
              <a:defRPr/>
            </a:lvl1pPr>
          </a:lstStyle>
          <a:p>
            <a:pPr lvl="0"/>
            <a:r>
              <a:rPr lang="en-US" dirty="0"/>
              <a:t>Additional information if needed</a:t>
            </a:r>
          </a:p>
        </p:txBody>
      </p:sp>
      <p:sp>
        <p:nvSpPr>
          <p:cNvPr id="2" name="Content Placeholder 2">
            <a:extLst>
              <a:ext uri="{FF2B5EF4-FFF2-40B4-BE49-F238E27FC236}">
                <a16:creationId xmlns:a16="http://schemas.microsoft.com/office/drawing/2014/main" id="{6190524B-9853-A3B5-6016-2D547D457D4C}"/>
              </a:ext>
            </a:extLst>
          </p:cNvPr>
          <p:cNvSpPr>
            <a:spLocks noGrp="1" noChangeAspect="1"/>
          </p:cNvSpPr>
          <p:nvPr>
            <p:ph sz="quarter" idx="47" hasCustomPrompt="1"/>
          </p:nvPr>
        </p:nvSpPr>
        <p:spPr>
          <a:xfrm>
            <a:off x="4029633" y="902554"/>
            <a:ext cx="1835688" cy="505307"/>
          </a:xfrm>
        </p:spPr>
        <p:txBody>
          <a:bodyPr/>
          <a:lstStyle>
            <a:lvl5pPr marL="548640" indent="0">
              <a:buNone/>
              <a:defRPr/>
            </a:lvl5pPr>
          </a:lstStyle>
          <a:p>
            <a:pPr lvl="0"/>
            <a:r>
              <a:rPr lang="en-US" dirty="0"/>
              <a:t>Click to add logo</a:t>
            </a:r>
          </a:p>
        </p:txBody>
      </p:sp>
      <p:sp>
        <p:nvSpPr>
          <p:cNvPr id="7" name="Picture Placeholder 6">
            <a:extLst>
              <a:ext uri="{FF2B5EF4-FFF2-40B4-BE49-F238E27FC236}">
                <a16:creationId xmlns:a16="http://schemas.microsoft.com/office/drawing/2014/main" id="{6145069B-D056-45AF-BC91-ABDBFD0C3D17}"/>
              </a:ext>
            </a:extLst>
          </p:cNvPr>
          <p:cNvSpPr>
            <a:spLocks noGrp="1"/>
          </p:cNvSpPr>
          <p:nvPr>
            <p:ph type="pic" sz="quarter" idx="42" hasCustomPrompt="1"/>
          </p:nvPr>
        </p:nvSpPr>
        <p:spPr>
          <a:xfrm>
            <a:off x="0" y="-2"/>
            <a:ext cx="3657600" cy="5143500"/>
          </a:xfrm>
        </p:spPr>
        <p:txBody>
          <a:bodyPr anchor="ctr" anchorCtr="1"/>
          <a:lstStyle>
            <a:lvl1pPr>
              <a:defRPr/>
            </a:lvl1pPr>
          </a:lstStyle>
          <a:p>
            <a:r>
              <a:rPr lang="en-US" dirty="0"/>
              <a:t>Click to add image</a:t>
            </a:r>
          </a:p>
        </p:txBody>
      </p:sp>
      <p:cxnSp>
        <p:nvCxnSpPr>
          <p:cNvPr id="6" name="Accent Mark">
            <a:extLst>
              <a:ext uri="{FF2B5EF4-FFF2-40B4-BE49-F238E27FC236}">
                <a16:creationId xmlns:a16="http://schemas.microsoft.com/office/drawing/2014/main" id="{364D363B-9D8A-8861-ACAD-1C4D7415A8BD}"/>
              </a:ext>
              <a:ext uri="{C183D7F6-B498-43B3-948B-1728B52AA6E4}">
                <adec:decorative xmlns:adec="http://schemas.microsoft.com/office/drawing/2017/decorative" val="1"/>
              </a:ext>
            </a:extLst>
          </p:cNvPr>
          <p:cNvCxnSpPr>
            <a:cxnSpLocks/>
          </p:cNvCxnSpPr>
          <p:nvPr userDrawn="1"/>
        </p:nvCxnSpPr>
        <p:spPr>
          <a:xfrm flipH="1">
            <a:off x="4016208" y="3492656"/>
            <a:ext cx="281178" cy="0"/>
          </a:xfrm>
          <a:prstGeom prst="line">
            <a:avLst/>
          </a:prstGeom>
          <a:ln w="38100" cap="flat">
            <a:solidFill>
              <a:srgbClr val="C74634"/>
            </a:solidFill>
            <a:prstDash val="solid"/>
          </a:ln>
        </p:spPr>
        <p:style>
          <a:lnRef idx="1">
            <a:schemeClr val="accent1"/>
          </a:lnRef>
          <a:fillRef idx="0">
            <a:schemeClr val="accent1"/>
          </a:fillRef>
          <a:effectRef idx="0">
            <a:schemeClr val="accent1"/>
          </a:effectRef>
          <a:fontRef idx="minor">
            <a:schemeClr val="tx1"/>
          </a:fontRef>
        </p:style>
      </p:cxnSp>
      <p:sp>
        <p:nvSpPr>
          <p:cNvPr id="9" name="Slide Number Placeholder 5">
            <a:extLst>
              <a:ext uri="{FF2B5EF4-FFF2-40B4-BE49-F238E27FC236}">
                <a16:creationId xmlns:a16="http://schemas.microsoft.com/office/drawing/2014/main" id="{6D383948-15D7-7125-EC6C-CB63EC77CA18}"/>
              </a:ext>
            </a:extLst>
          </p:cNvPr>
          <p:cNvSpPr>
            <a:spLocks noGrp="1"/>
          </p:cNvSpPr>
          <p:nvPr>
            <p:ph type="sldNum" sz="quarter" idx="40"/>
          </p:nvPr>
        </p:nvSpPr>
        <p:spPr>
          <a:xfrm>
            <a:off x="571500" y="4817745"/>
            <a:ext cx="274320" cy="274320"/>
          </a:xfrm>
        </p:spPr>
        <p:txBody>
          <a:bodyPr/>
          <a:lstStyle>
            <a:lvl1pPr>
              <a:defRPr>
                <a:solidFill>
                  <a:srgbClr val="8B8580"/>
                </a:solidFill>
              </a:defRPr>
            </a:lvl1pPr>
          </a:lstStyle>
          <a:p>
            <a:fld id="{345D60D9-5372-5F40-9443-0F9AE5BDC3C8}" type="slidenum">
              <a:rPr lang="en-US" smtClean="0"/>
              <a:pPr/>
              <a:t>‹#›</a:t>
            </a:fld>
            <a:endParaRPr lang="en-US" dirty="0"/>
          </a:p>
        </p:txBody>
      </p:sp>
      <p:sp>
        <p:nvSpPr>
          <p:cNvPr id="10" name="Footer Placeholder 4">
            <a:extLst>
              <a:ext uri="{FF2B5EF4-FFF2-40B4-BE49-F238E27FC236}">
                <a16:creationId xmlns:a16="http://schemas.microsoft.com/office/drawing/2014/main" id="{FD46CC1D-F4C5-32B1-5BBE-B6CFF28BAB96}"/>
              </a:ext>
            </a:extLst>
          </p:cNvPr>
          <p:cNvSpPr>
            <a:spLocks noGrp="1"/>
          </p:cNvSpPr>
          <p:nvPr>
            <p:ph type="ftr" sz="quarter" idx="39"/>
          </p:nvPr>
        </p:nvSpPr>
        <p:spPr>
          <a:xfrm>
            <a:off x="845820" y="4817984"/>
            <a:ext cx="4309034" cy="273844"/>
          </a:xfrm>
        </p:spPr>
        <p:txBody>
          <a:bodyPr/>
          <a:lstStyle>
            <a:lvl1pPr>
              <a:defRPr>
                <a:solidFill>
                  <a:srgbClr val="8B8580"/>
                </a:solidFill>
              </a:defRPr>
            </a:lvl1pPr>
          </a:lstStyle>
          <a:p>
            <a:r>
              <a:rPr lang="en-US"/>
              <a:t>Copyright © 2025, Oracle and/or its affiliates |  Confidential: Internal/Restricted/Highly Restricted</a:t>
            </a:r>
            <a:endParaRPr lang="en-US" dirty="0"/>
          </a:p>
        </p:txBody>
      </p:sp>
      <p:sp>
        <p:nvSpPr>
          <p:cNvPr id="12" name="Date Placeholder 3">
            <a:extLst>
              <a:ext uri="{FF2B5EF4-FFF2-40B4-BE49-F238E27FC236}">
                <a16:creationId xmlns:a16="http://schemas.microsoft.com/office/drawing/2014/main" id="{9D38F3F9-78BB-AD8B-F9E3-58010BFE256F}"/>
              </a:ext>
            </a:extLst>
          </p:cNvPr>
          <p:cNvSpPr>
            <a:spLocks noGrp="1"/>
          </p:cNvSpPr>
          <p:nvPr>
            <p:ph type="dt" sz="half" idx="38"/>
          </p:nvPr>
        </p:nvSpPr>
        <p:spPr>
          <a:xfrm>
            <a:off x="5154854" y="4819203"/>
            <a:ext cx="2057400" cy="272625"/>
          </a:xfrm>
        </p:spPr>
        <p:txBody>
          <a:bodyPr/>
          <a:lstStyle>
            <a:lvl1pPr>
              <a:defRPr>
                <a:solidFill>
                  <a:srgbClr val="8B8580"/>
                </a:solidFill>
              </a:defRPr>
            </a:lvl1pPr>
          </a:lstStyle>
          <a:p>
            <a:r>
              <a:rPr lang="en-US"/>
              <a:t>[Date]</a:t>
            </a:r>
            <a:endParaRPr lang="en-US" dirty="0"/>
          </a:p>
        </p:txBody>
      </p:sp>
    </p:spTree>
    <p:extLst>
      <p:ext uri="{BB962C8B-B14F-4D97-AF65-F5344CB8AC3E}">
        <p14:creationId xmlns:p14="http://schemas.microsoft.com/office/powerpoint/2010/main" val="2812284906"/>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Dark - Quote with Pictur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Quote">
            <a:extLst>
              <a:ext uri="{FF2B5EF4-FFF2-40B4-BE49-F238E27FC236}">
                <a16:creationId xmlns:a16="http://schemas.microsoft.com/office/drawing/2014/main" id="{04AE5B2A-AF85-83D6-EC24-EFCB6E567112}"/>
              </a:ext>
            </a:extLst>
          </p:cNvPr>
          <p:cNvSpPr>
            <a:spLocks noGrp="1"/>
          </p:cNvSpPr>
          <p:nvPr>
            <p:ph type="title" hasCustomPrompt="1"/>
          </p:nvPr>
        </p:nvSpPr>
        <p:spPr>
          <a:xfrm>
            <a:off x="3915439" y="2172145"/>
            <a:ext cx="4664516" cy="1038746"/>
          </a:xfrm>
          <a:noFill/>
        </p:spPr>
        <p:txBody>
          <a:bodyPr vert="horz" wrap="square" lIns="0" tIns="0" rIns="0" bIns="0" rtlCol="0" anchor="b" anchorCtr="0">
            <a:spAutoFit/>
          </a:bodyPr>
          <a:lstStyle>
            <a:lvl1pPr marL="134541" indent="-134541">
              <a:lnSpc>
                <a:spcPct val="100000"/>
              </a:lnSpc>
              <a:tabLst/>
              <a:defRPr lang="en-US" sz="2250" b="0" i="0" dirty="0">
                <a:latin typeface="+mj-lt"/>
                <a:cs typeface="Oracle Sans Tab" panose="020B0503020204020204" pitchFamily="34" charset="0"/>
              </a:defRPr>
            </a:lvl1pPr>
          </a:lstStyle>
          <a:p>
            <a:pPr lvl="0"/>
            <a:r>
              <a:rPr lang="en-US" dirty="0"/>
              <a:t>“Click to type customer or</a:t>
            </a:r>
            <a:br>
              <a:rPr lang="en-US" dirty="0"/>
            </a:br>
            <a:r>
              <a:rPr lang="en-US" dirty="0"/>
              <a:t>partner quote surrounded</a:t>
            </a:r>
            <a:br>
              <a:rPr lang="en-US" dirty="0"/>
            </a:br>
            <a:r>
              <a:rPr lang="en-US" dirty="0"/>
              <a:t>by quotation marks.”</a:t>
            </a:r>
          </a:p>
        </p:txBody>
      </p:sp>
      <p:sp>
        <p:nvSpPr>
          <p:cNvPr id="13" name="Text Field">
            <a:extLst>
              <a:ext uri="{FF2B5EF4-FFF2-40B4-BE49-F238E27FC236}">
                <a16:creationId xmlns:a16="http://schemas.microsoft.com/office/drawing/2014/main" id="{04A571F4-71E4-264A-BBD5-0475995E681B}"/>
              </a:ext>
            </a:extLst>
          </p:cNvPr>
          <p:cNvSpPr>
            <a:spLocks noGrp="1"/>
          </p:cNvSpPr>
          <p:nvPr>
            <p:ph type="body" sz="quarter" idx="37" hasCustomPrompt="1"/>
          </p:nvPr>
        </p:nvSpPr>
        <p:spPr>
          <a:xfrm>
            <a:off x="4039362" y="3737352"/>
            <a:ext cx="4538454" cy="199718"/>
          </a:xfrm>
          <a:prstGeom prst="rect">
            <a:avLst/>
          </a:prstGeom>
        </p:spPr>
        <p:txBody>
          <a:bodyPr>
            <a:noAutofit/>
          </a:bodyPr>
          <a:lstStyle>
            <a:lvl1pPr>
              <a:defRPr b="1"/>
            </a:lvl1pPr>
          </a:lstStyle>
          <a:p>
            <a:pPr lvl="0"/>
            <a:r>
              <a:rPr lang="en-US" dirty="0"/>
              <a:t>Name of person quoted</a:t>
            </a:r>
          </a:p>
        </p:txBody>
      </p:sp>
      <p:sp>
        <p:nvSpPr>
          <p:cNvPr id="11" name="Text Field 2">
            <a:extLst>
              <a:ext uri="{FF2B5EF4-FFF2-40B4-BE49-F238E27FC236}">
                <a16:creationId xmlns:a16="http://schemas.microsoft.com/office/drawing/2014/main" id="{CBFB97F9-F988-C34C-8B6D-BB4A4D881736}"/>
              </a:ext>
            </a:extLst>
          </p:cNvPr>
          <p:cNvSpPr>
            <a:spLocks noGrp="1"/>
          </p:cNvSpPr>
          <p:nvPr>
            <p:ph type="body" sz="quarter" idx="36" hasCustomPrompt="1"/>
          </p:nvPr>
        </p:nvSpPr>
        <p:spPr>
          <a:xfrm>
            <a:off x="4039362" y="3990546"/>
            <a:ext cx="4538454" cy="589789"/>
          </a:xfrm>
          <a:prstGeom prst="rect">
            <a:avLst/>
          </a:prstGeom>
        </p:spPr>
        <p:txBody>
          <a:bodyPr>
            <a:noAutofit/>
          </a:bodyPr>
          <a:lstStyle>
            <a:lvl1pPr>
              <a:defRPr/>
            </a:lvl1pPr>
          </a:lstStyle>
          <a:p>
            <a:pPr lvl="0"/>
            <a:r>
              <a:rPr lang="en-US" dirty="0"/>
              <a:t>Additional information if needed</a:t>
            </a:r>
          </a:p>
        </p:txBody>
      </p:sp>
      <p:sp>
        <p:nvSpPr>
          <p:cNvPr id="2" name="Content Placeholder 2">
            <a:extLst>
              <a:ext uri="{FF2B5EF4-FFF2-40B4-BE49-F238E27FC236}">
                <a16:creationId xmlns:a16="http://schemas.microsoft.com/office/drawing/2014/main" id="{3CB52BCF-4E23-BA44-5C50-AFEA7DFA337E}"/>
              </a:ext>
            </a:extLst>
          </p:cNvPr>
          <p:cNvSpPr>
            <a:spLocks noGrp="1" noChangeAspect="1"/>
          </p:cNvSpPr>
          <p:nvPr>
            <p:ph sz="quarter" idx="47" hasCustomPrompt="1"/>
          </p:nvPr>
        </p:nvSpPr>
        <p:spPr>
          <a:xfrm>
            <a:off x="4029633" y="902554"/>
            <a:ext cx="1835688" cy="505307"/>
          </a:xfrm>
        </p:spPr>
        <p:txBody>
          <a:bodyPr/>
          <a:lstStyle>
            <a:lvl5pPr marL="548640" indent="0">
              <a:buNone/>
              <a:defRPr/>
            </a:lvl5pPr>
          </a:lstStyle>
          <a:p>
            <a:pPr lvl="0"/>
            <a:r>
              <a:rPr lang="en-US" dirty="0"/>
              <a:t>Click to add logo</a:t>
            </a:r>
          </a:p>
        </p:txBody>
      </p:sp>
      <p:sp>
        <p:nvSpPr>
          <p:cNvPr id="5" name="Picture Placeholder 4">
            <a:extLst>
              <a:ext uri="{FF2B5EF4-FFF2-40B4-BE49-F238E27FC236}">
                <a16:creationId xmlns:a16="http://schemas.microsoft.com/office/drawing/2014/main" id="{EF3D1FF3-649D-46E2-9FDF-D1A77643F22A}"/>
              </a:ext>
            </a:extLst>
          </p:cNvPr>
          <p:cNvSpPr>
            <a:spLocks noGrp="1"/>
          </p:cNvSpPr>
          <p:nvPr>
            <p:ph type="pic" sz="quarter" idx="42" hasCustomPrompt="1"/>
          </p:nvPr>
        </p:nvSpPr>
        <p:spPr>
          <a:xfrm>
            <a:off x="0" y="0"/>
            <a:ext cx="3657600" cy="5143500"/>
          </a:xfrm>
        </p:spPr>
        <p:txBody>
          <a:bodyPr anchor="ctr" anchorCtr="1"/>
          <a:lstStyle>
            <a:lvl1pPr marL="0" marR="0" indent="0" algn="l" defTabSz="685800" rtl="0" eaLnBrk="1" fontAlgn="auto" latinLnBrk="0" hangingPunct="1">
              <a:lnSpc>
                <a:spcPct val="95000"/>
              </a:lnSpc>
              <a:spcBef>
                <a:spcPts val="450"/>
              </a:spcBef>
              <a:spcAft>
                <a:spcPts val="0"/>
              </a:spcAft>
              <a:buClrTx/>
              <a:buSzTx/>
              <a:buFont typeface="System Font Regular"/>
              <a:buNone/>
              <a:tabLst/>
              <a:defRPr/>
            </a:lvl1pPr>
          </a:lstStyle>
          <a:p>
            <a:pPr marL="0" marR="0" lvl="0" indent="0" algn="l" defTabSz="685800" rtl="0" eaLnBrk="1" fontAlgn="auto" latinLnBrk="0" hangingPunct="1">
              <a:lnSpc>
                <a:spcPct val="95000"/>
              </a:lnSpc>
              <a:spcBef>
                <a:spcPts val="450"/>
              </a:spcBef>
              <a:spcAft>
                <a:spcPts val="0"/>
              </a:spcAft>
              <a:buClrTx/>
              <a:buSzTx/>
              <a:buFont typeface="System Font Regular"/>
              <a:buNone/>
              <a:tabLst/>
              <a:defRPr/>
            </a:pPr>
            <a:r>
              <a:rPr lang="en-US" dirty="0"/>
              <a:t>Click to add image</a:t>
            </a:r>
          </a:p>
        </p:txBody>
      </p:sp>
      <p:cxnSp>
        <p:nvCxnSpPr>
          <p:cNvPr id="3" name="Accent Mark">
            <a:extLst>
              <a:ext uri="{FF2B5EF4-FFF2-40B4-BE49-F238E27FC236}">
                <a16:creationId xmlns:a16="http://schemas.microsoft.com/office/drawing/2014/main" id="{FE8FBA6F-7322-C593-B2EC-4BE9A2DACF58}"/>
              </a:ext>
              <a:ext uri="{C183D7F6-B498-43B3-948B-1728B52AA6E4}">
                <adec:decorative xmlns:adec="http://schemas.microsoft.com/office/drawing/2017/decorative" val="1"/>
              </a:ext>
            </a:extLst>
          </p:cNvPr>
          <p:cNvCxnSpPr>
            <a:cxnSpLocks/>
          </p:cNvCxnSpPr>
          <p:nvPr userDrawn="1"/>
        </p:nvCxnSpPr>
        <p:spPr>
          <a:xfrm flipH="1">
            <a:off x="4016208" y="3492656"/>
            <a:ext cx="281178" cy="0"/>
          </a:xfrm>
          <a:prstGeom prst="line">
            <a:avLst/>
          </a:prstGeom>
          <a:ln w="38100" cap="flat">
            <a:solidFill>
              <a:srgbClr val="F0CC71"/>
            </a:solidFill>
            <a:prstDash val="solid"/>
          </a:ln>
        </p:spPr>
        <p:style>
          <a:lnRef idx="1">
            <a:schemeClr val="accent1"/>
          </a:lnRef>
          <a:fillRef idx="0">
            <a:schemeClr val="accent1"/>
          </a:fillRef>
          <a:effectRef idx="0">
            <a:schemeClr val="accent1"/>
          </a:effectRef>
          <a:fontRef idx="minor">
            <a:schemeClr val="tx1"/>
          </a:fontRef>
        </p:style>
      </p:cxnSp>
      <p:sp>
        <p:nvSpPr>
          <p:cNvPr id="8" name="Slide Number Placeholder 7">
            <a:extLst>
              <a:ext uri="{FF2B5EF4-FFF2-40B4-BE49-F238E27FC236}">
                <a16:creationId xmlns:a16="http://schemas.microsoft.com/office/drawing/2014/main" id="{74012F76-56F8-02E5-D4BF-72EE9E58CDB6}"/>
              </a:ext>
            </a:extLst>
          </p:cNvPr>
          <p:cNvSpPr>
            <a:spLocks noGrp="1"/>
          </p:cNvSpPr>
          <p:nvPr>
            <p:ph type="sldNum" sz="quarter" idx="17"/>
          </p:nvPr>
        </p:nvSpPr>
        <p:spPr>
          <a:xfrm>
            <a:off x="571500" y="4817745"/>
            <a:ext cx="274320" cy="27432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9" name="Footer Placeholder 6">
            <a:extLst>
              <a:ext uri="{FF2B5EF4-FFF2-40B4-BE49-F238E27FC236}">
                <a16:creationId xmlns:a16="http://schemas.microsoft.com/office/drawing/2014/main" id="{3DC697D7-91D3-03A4-C4DD-83F242623976}"/>
              </a:ext>
            </a:extLst>
          </p:cNvPr>
          <p:cNvSpPr>
            <a:spLocks noGrp="1"/>
          </p:cNvSpPr>
          <p:nvPr>
            <p:ph type="ftr" sz="quarter" idx="16"/>
          </p:nvPr>
        </p:nvSpPr>
        <p:spPr>
          <a:xfrm>
            <a:off x="845820" y="4817984"/>
            <a:ext cx="4309034" cy="273844"/>
          </a:xfrm>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12" name="Date Placeholder 4">
            <a:extLst>
              <a:ext uri="{FF2B5EF4-FFF2-40B4-BE49-F238E27FC236}">
                <a16:creationId xmlns:a16="http://schemas.microsoft.com/office/drawing/2014/main" id="{18E33BA5-8373-D6D1-7F87-133CF1849725}"/>
              </a:ext>
            </a:extLst>
          </p:cNvPr>
          <p:cNvSpPr>
            <a:spLocks noGrp="1"/>
          </p:cNvSpPr>
          <p:nvPr>
            <p:ph type="dt" sz="half" idx="15"/>
          </p:nvPr>
        </p:nvSpPr>
        <p:spPr>
          <a:xfrm>
            <a:off x="5154854" y="4819203"/>
            <a:ext cx="2057400" cy="272625"/>
          </a:xfrm>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3016057101"/>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Content + Illustration_Light">
    <p:bg>
      <p:bgRef idx="1001">
        <a:schemeClr val="bg2"/>
      </p:bgRef>
    </p:bg>
    <p:spTree>
      <p:nvGrpSpPr>
        <p:cNvPr id="1" name=""/>
        <p:cNvGrpSpPr/>
        <p:nvPr/>
      </p:nvGrpSpPr>
      <p:grpSpPr>
        <a:xfrm>
          <a:off x="0" y="0"/>
          <a:ext cx="0" cy="0"/>
          <a:chOff x="0" y="0"/>
          <a:chExt cx="0" cy="0"/>
        </a:xfrm>
      </p:grpSpPr>
      <p:sp>
        <p:nvSpPr>
          <p:cNvPr id="18" name="Picture Placeholder 17">
            <a:extLst>
              <a:ext uri="{FF2B5EF4-FFF2-40B4-BE49-F238E27FC236}">
                <a16:creationId xmlns:a16="http://schemas.microsoft.com/office/drawing/2014/main" id="{BB55E146-CDC2-714E-AEDA-21D37E508E28}"/>
              </a:ext>
            </a:extLst>
          </p:cNvPr>
          <p:cNvSpPr>
            <a:spLocks noGrp="1"/>
          </p:cNvSpPr>
          <p:nvPr>
            <p:ph type="pic" sz="quarter" idx="11" hasCustomPrompt="1"/>
          </p:nvPr>
        </p:nvSpPr>
        <p:spPr>
          <a:xfrm>
            <a:off x="4572000" y="0"/>
            <a:ext cx="4572000" cy="5143500"/>
          </a:xfrm>
          <a:solidFill>
            <a:schemeClr val="bg1"/>
          </a:solidFill>
        </p:spPr>
        <p:txBody>
          <a:bodyPr lIns="72000" tIns="72000" rIns="0"/>
          <a:lstStyle>
            <a:lvl1pPr algn="ctr">
              <a:defRPr sz="1050" b="0" i="0">
                <a:solidFill>
                  <a:schemeClr val="tx1"/>
                </a:solidFill>
                <a:latin typeface="Oracle Sans Light" panose="020B0403020204020204" pitchFamily="34" charset="0"/>
                <a:cs typeface="Oracle Sans Light" panose="020B0403020204020204" pitchFamily="34" charset="0"/>
              </a:defRPr>
            </a:lvl1pPr>
          </a:lstStyle>
          <a:p>
            <a:r>
              <a:rPr lang="en-US" dirty="0"/>
              <a:t>Click icon to add illustration</a:t>
            </a:r>
          </a:p>
        </p:txBody>
      </p:sp>
      <p:sp>
        <p:nvSpPr>
          <p:cNvPr id="23" name="Title 1">
            <a:extLst>
              <a:ext uri="{FF2B5EF4-FFF2-40B4-BE49-F238E27FC236}">
                <a16:creationId xmlns:a16="http://schemas.microsoft.com/office/drawing/2014/main" id="{8A0A7166-96D6-457B-8CE6-21491B0153C5}"/>
              </a:ext>
            </a:extLst>
          </p:cNvPr>
          <p:cNvSpPr>
            <a:spLocks noGrp="1"/>
          </p:cNvSpPr>
          <p:nvPr>
            <p:ph type="title" hasCustomPrompt="1"/>
          </p:nvPr>
        </p:nvSpPr>
        <p:spPr>
          <a:xfrm>
            <a:off x="576656" y="136802"/>
            <a:ext cx="3568851" cy="617220"/>
          </a:xfrm>
        </p:spPr>
        <p:txBody>
          <a:bodyPr/>
          <a:lstStyle>
            <a:lvl1pPr>
              <a:defRPr b="1" i="0">
                <a:latin typeface="Oracle Sans Tab" panose="020B0503020204020204" pitchFamily="34" charset="0"/>
                <a:cs typeface="Oracle Sans Tab" panose="020B0503020204020204" pitchFamily="34" charset="0"/>
              </a:defRPr>
            </a:lvl1pPr>
          </a:lstStyle>
          <a:p>
            <a:r>
              <a:rPr lang="en-US" dirty="0"/>
              <a:t>Title</a:t>
            </a:r>
          </a:p>
        </p:txBody>
      </p:sp>
      <p:sp>
        <p:nvSpPr>
          <p:cNvPr id="20" name="Text Placeholder 21">
            <a:extLst>
              <a:ext uri="{FF2B5EF4-FFF2-40B4-BE49-F238E27FC236}">
                <a16:creationId xmlns:a16="http://schemas.microsoft.com/office/drawing/2014/main" id="{5FFA19F3-F0DE-904F-A1EB-1E14E01C018F}"/>
              </a:ext>
            </a:extLst>
          </p:cNvPr>
          <p:cNvSpPr>
            <a:spLocks noGrp="1"/>
          </p:cNvSpPr>
          <p:nvPr>
            <p:ph type="body" sz="quarter" idx="35" hasCustomPrompt="1"/>
          </p:nvPr>
        </p:nvSpPr>
        <p:spPr>
          <a:xfrm>
            <a:off x="553590" y="1303021"/>
            <a:ext cx="3571898" cy="540680"/>
          </a:xfrm>
          <a:prstGeom prst="rect">
            <a:avLst/>
          </a:prstGeom>
        </p:spPr>
        <p:txBody>
          <a:bodyPr lIns="0" tIns="0" rIns="0" bIns="0"/>
          <a:lstStyle>
            <a:lvl1pPr algn="l">
              <a:lnSpc>
                <a:spcPts val="1410"/>
              </a:lnSpc>
              <a:defRPr sz="1050" b="1" i="0">
                <a:solidFill>
                  <a:schemeClr val="tx1"/>
                </a:solidFill>
                <a:latin typeface="Oracle Sans" panose="020B0503020204020204" pitchFamily="34" charset="0"/>
                <a:cs typeface="Oracle Sans" panose="020B05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r>
              <a:rPr lang="en-IN" dirty="0"/>
              <a:t>, </a:t>
            </a:r>
            <a:r>
              <a:rPr lang="en-IN" dirty="0" err="1"/>
              <a:t>sed</a:t>
            </a:r>
            <a:r>
              <a:rPr lang="en-IN" dirty="0"/>
              <a:t> do </a:t>
            </a:r>
            <a:r>
              <a:rPr lang="en-IN" dirty="0" err="1"/>
              <a:t>eiusmod</a:t>
            </a:r>
            <a:r>
              <a:rPr lang="en-IN" dirty="0"/>
              <a:t> </a:t>
            </a:r>
            <a:r>
              <a:rPr lang="en-IN" dirty="0" err="1"/>
              <a:t>tempor</a:t>
            </a:r>
            <a:r>
              <a:rPr lang="en-IN" dirty="0"/>
              <a:t> </a:t>
            </a:r>
            <a:r>
              <a:rPr lang="en-IN" dirty="0" err="1"/>
              <a:t>incididunt</a:t>
            </a:r>
            <a:r>
              <a:rPr lang="en-IN" dirty="0"/>
              <a:t> </a:t>
            </a:r>
            <a:r>
              <a:rPr lang="en-IN" dirty="0" err="1"/>
              <a:t>ut</a:t>
            </a:r>
            <a:r>
              <a:rPr lang="en-IN" dirty="0"/>
              <a:t> </a:t>
            </a:r>
            <a:r>
              <a:rPr lang="en-IN" dirty="0" err="1"/>
              <a:t>labore</a:t>
            </a:r>
            <a:r>
              <a:rPr lang="en-IN" dirty="0"/>
              <a:t> et dolore magna </a:t>
            </a:r>
            <a:r>
              <a:rPr lang="en-IN" dirty="0" err="1"/>
              <a:t>aliqua</a:t>
            </a:r>
            <a:r>
              <a:rPr lang="en-IN" dirty="0"/>
              <a:t>. Ut </a:t>
            </a:r>
            <a:r>
              <a:rPr lang="en-IN" dirty="0" err="1"/>
              <a:t>enim</a:t>
            </a:r>
            <a:r>
              <a:rPr lang="en-IN" dirty="0"/>
              <a:t> ad minim </a:t>
            </a:r>
            <a:r>
              <a:rPr lang="en-IN" dirty="0" err="1"/>
              <a:t>veniam</a:t>
            </a:r>
            <a:r>
              <a:rPr lang="en-IN" dirty="0"/>
              <a:t>, </a:t>
            </a:r>
            <a:r>
              <a:rPr lang="en-IN" dirty="0" err="1"/>
              <a:t>quis</a:t>
            </a:r>
            <a:r>
              <a:rPr lang="en-IN" dirty="0"/>
              <a:t> </a:t>
            </a:r>
            <a:r>
              <a:rPr lang="en-IN" dirty="0" err="1"/>
              <a:t>nostrud</a:t>
            </a:r>
            <a:r>
              <a:rPr lang="en-IN" dirty="0"/>
              <a:t>.</a:t>
            </a:r>
            <a:endParaRPr lang="en-US" dirty="0"/>
          </a:p>
        </p:txBody>
      </p:sp>
      <p:sp>
        <p:nvSpPr>
          <p:cNvPr id="26" name="Text Placeholder 21">
            <a:extLst>
              <a:ext uri="{FF2B5EF4-FFF2-40B4-BE49-F238E27FC236}">
                <a16:creationId xmlns:a16="http://schemas.microsoft.com/office/drawing/2014/main" id="{57757A24-B32C-B04D-9BA0-AD7C02A73754}"/>
              </a:ext>
            </a:extLst>
          </p:cNvPr>
          <p:cNvSpPr>
            <a:spLocks noGrp="1"/>
          </p:cNvSpPr>
          <p:nvPr>
            <p:ph type="body" sz="quarter" idx="32" hasCustomPrompt="1"/>
          </p:nvPr>
        </p:nvSpPr>
        <p:spPr>
          <a:xfrm>
            <a:off x="553590" y="2018033"/>
            <a:ext cx="3571899" cy="121859"/>
          </a:xfrm>
          <a:prstGeom prst="rect">
            <a:avLst/>
          </a:prstGeom>
        </p:spPr>
        <p:txBody>
          <a:bodyPr lIns="0" tIns="0" rIns="0" bIns="0"/>
          <a:lstStyle>
            <a:lvl1pPr marL="135731" indent="-135731" algn="l">
              <a:spcAft>
                <a:spcPts val="450"/>
              </a:spcAft>
              <a:buClr>
                <a:schemeClr val="tx1"/>
              </a:buClr>
              <a:buFont typeface="Arial" panose="020B0604020202020204" pitchFamily="34" charset="0"/>
              <a:buChar char="•"/>
              <a:tabLst/>
              <a:defRPr sz="1050" b="1" i="0">
                <a:solidFill>
                  <a:schemeClr val="tx1"/>
                </a:solidFill>
                <a:latin typeface="Oracle Sans" panose="020B0503020204020204" pitchFamily="34" charset="0"/>
                <a:cs typeface="Oracle Sans" panose="020B0503020204020204" pitchFamily="34" charset="0"/>
              </a:defRPr>
            </a:lvl1pPr>
          </a:lstStyle>
          <a:p>
            <a:pPr lvl="0"/>
            <a:r>
              <a:rPr lang="en-IN" dirty="0"/>
              <a:t>Subhead goes here.</a:t>
            </a:r>
            <a:endParaRPr lang="en-US" dirty="0"/>
          </a:p>
        </p:txBody>
      </p:sp>
      <p:sp>
        <p:nvSpPr>
          <p:cNvPr id="22" name="Text Placeholder 21">
            <a:extLst>
              <a:ext uri="{FF2B5EF4-FFF2-40B4-BE49-F238E27FC236}">
                <a16:creationId xmlns:a16="http://schemas.microsoft.com/office/drawing/2014/main" id="{DBAD9E94-7A74-A34C-A552-EE0B94D10A1D}"/>
              </a:ext>
            </a:extLst>
          </p:cNvPr>
          <p:cNvSpPr>
            <a:spLocks noGrp="1"/>
          </p:cNvSpPr>
          <p:nvPr>
            <p:ph type="body" sz="quarter" idx="31" hasCustomPrompt="1"/>
          </p:nvPr>
        </p:nvSpPr>
        <p:spPr>
          <a:xfrm>
            <a:off x="553590" y="2199483"/>
            <a:ext cx="3571898" cy="454976"/>
          </a:xfrm>
          <a:prstGeom prst="rect">
            <a:avLst/>
          </a:prstGeom>
        </p:spPr>
        <p:txBody>
          <a:bodyPr lIns="180000" tIns="0" rIns="0" bIns="0"/>
          <a:lstStyle>
            <a:lvl1pPr algn="l">
              <a:lnSpc>
                <a:spcPts val="1260"/>
              </a:lnSpc>
              <a:defRPr sz="900" b="0" i="0">
                <a:solidFill>
                  <a:schemeClr val="tx1"/>
                </a:solidFill>
                <a:latin typeface="Oracle Sans Light" panose="020B0403020204020204" pitchFamily="34" charset="0"/>
                <a:cs typeface="Oracle Sans Light" panose="020B04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r>
              <a:rPr lang="en-IN" dirty="0"/>
              <a:t>, </a:t>
            </a:r>
            <a:r>
              <a:rPr lang="en-IN" dirty="0" err="1"/>
              <a:t>sed</a:t>
            </a:r>
            <a:r>
              <a:rPr lang="en-IN" dirty="0"/>
              <a:t> do </a:t>
            </a:r>
            <a:r>
              <a:rPr lang="en-IN" dirty="0" err="1"/>
              <a:t>eiusmod</a:t>
            </a:r>
            <a:r>
              <a:rPr lang="en-IN" dirty="0"/>
              <a:t> </a:t>
            </a:r>
            <a:r>
              <a:rPr lang="en-IN" dirty="0" err="1"/>
              <a:t>tempor</a:t>
            </a:r>
            <a:r>
              <a:rPr lang="en-IN" dirty="0"/>
              <a:t> </a:t>
            </a:r>
            <a:r>
              <a:rPr lang="en-IN" dirty="0" err="1"/>
              <a:t>incididunt</a:t>
            </a:r>
            <a:r>
              <a:rPr lang="en-IN" dirty="0"/>
              <a:t> </a:t>
            </a:r>
            <a:r>
              <a:rPr lang="en-IN" dirty="0" err="1"/>
              <a:t>ut</a:t>
            </a:r>
            <a:r>
              <a:rPr lang="en-IN" dirty="0"/>
              <a:t> </a:t>
            </a:r>
            <a:r>
              <a:rPr lang="en-IN" dirty="0" err="1"/>
              <a:t>labore</a:t>
            </a:r>
            <a:r>
              <a:rPr lang="en-IN" dirty="0"/>
              <a:t> et dolore magna </a:t>
            </a:r>
            <a:r>
              <a:rPr lang="en-IN" dirty="0" err="1"/>
              <a:t>aliqua</a:t>
            </a:r>
            <a:r>
              <a:rPr lang="en-IN" dirty="0"/>
              <a:t>. Ut </a:t>
            </a:r>
            <a:r>
              <a:rPr lang="en-IN" dirty="0" err="1"/>
              <a:t>enim</a:t>
            </a:r>
            <a:r>
              <a:rPr lang="en-IN" dirty="0"/>
              <a:t> ad minim </a:t>
            </a:r>
            <a:r>
              <a:rPr lang="en-IN" dirty="0" err="1"/>
              <a:t>veniam</a:t>
            </a:r>
            <a:r>
              <a:rPr lang="en-IN" dirty="0"/>
              <a:t>, </a:t>
            </a:r>
            <a:r>
              <a:rPr lang="en-IN" dirty="0" err="1"/>
              <a:t>quis</a:t>
            </a:r>
            <a:r>
              <a:rPr lang="en-IN" dirty="0"/>
              <a:t> </a:t>
            </a:r>
            <a:r>
              <a:rPr lang="en-IN" dirty="0" err="1"/>
              <a:t>nostrud</a:t>
            </a:r>
            <a:r>
              <a:rPr lang="en-IN" dirty="0"/>
              <a:t>.</a:t>
            </a:r>
            <a:endParaRPr lang="en-US" dirty="0"/>
          </a:p>
        </p:txBody>
      </p:sp>
      <p:sp>
        <p:nvSpPr>
          <p:cNvPr id="27" name="Text Placeholder 21">
            <a:extLst>
              <a:ext uri="{FF2B5EF4-FFF2-40B4-BE49-F238E27FC236}">
                <a16:creationId xmlns:a16="http://schemas.microsoft.com/office/drawing/2014/main" id="{5E18D9EF-730F-E743-A97F-C6E404C510BC}"/>
              </a:ext>
            </a:extLst>
          </p:cNvPr>
          <p:cNvSpPr>
            <a:spLocks noGrp="1"/>
          </p:cNvSpPr>
          <p:nvPr>
            <p:ph type="body" sz="quarter" idx="38" hasCustomPrompt="1"/>
          </p:nvPr>
        </p:nvSpPr>
        <p:spPr>
          <a:xfrm>
            <a:off x="553590" y="2851417"/>
            <a:ext cx="3571899" cy="121859"/>
          </a:xfrm>
          <a:prstGeom prst="rect">
            <a:avLst/>
          </a:prstGeom>
        </p:spPr>
        <p:txBody>
          <a:bodyPr lIns="0" tIns="0" rIns="0" bIns="0"/>
          <a:lstStyle>
            <a:lvl1pPr marL="135731" indent="-135731" algn="l">
              <a:spcAft>
                <a:spcPts val="450"/>
              </a:spcAft>
              <a:buClr>
                <a:schemeClr val="tx1"/>
              </a:buClr>
              <a:buFont typeface="Arial" panose="020B0604020202020204" pitchFamily="34" charset="0"/>
              <a:buChar char="•"/>
              <a:tabLst/>
              <a:defRPr sz="1050" b="1" i="0">
                <a:solidFill>
                  <a:schemeClr val="tx1"/>
                </a:solidFill>
                <a:latin typeface="Oracle Sans" panose="020B0503020204020204" pitchFamily="34" charset="0"/>
                <a:cs typeface="Oracle Sans" panose="020B0503020204020204" pitchFamily="34" charset="0"/>
              </a:defRPr>
            </a:lvl1pPr>
          </a:lstStyle>
          <a:p>
            <a:pPr lvl="0"/>
            <a:r>
              <a:rPr lang="en-IN" dirty="0"/>
              <a:t>Subhead goes here.</a:t>
            </a:r>
            <a:endParaRPr lang="en-US" dirty="0"/>
          </a:p>
        </p:txBody>
      </p:sp>
      <p:sp>
        <p:nvSpPr>
          <p:cNvPr id="24" name="Text Placeholder 21">
            <a:extLst>
              <a:ext uri="{FF2B5EF4-FFF2-40B4-BE49-F238E27FC236}">
                <a16:creationId xmlns:a16="http://schemas.microsoft.com/office/drawing/2014/main" id="{9C359B9B-D2DA-FB4B-AAAD-6CFFD8E46CFA}"/>
              </a:ext>
            </a:extLst>
          </p:cNvPr>
          <p:cNvSpPr>
            <a:spLocks noGrp="1"/>
          </p:cNvSpPr>
          <p:nvPr>
            <p:ph type="body" sz="quarter" idx="36" hasCustomPrompt="1"/>
          </p:nvPr>
        </p:nvSpPr>
        <p:spPr>
          <a:xfrm>
            <a:off x="553590" y="3031208"/>
            <a:ext cx="3571898" cy="454976"/>
          </a:xfrm>
          <a:prstGeom prst="rect">
            <a:avLst/>
          </a:prstGeom>
        </p:spPr>
        <p:txBody>
          <a:bodyPr lIns="180000" tIns="0" rIns="0" bIns="0"/>
          <a:lstStyle>
            <a:lvl1pPr algn="l">
              <a:lnSpc>
                <a:spcPts val="1260"/>
              </a:lnSpc>
              <a:defRPr sz="900" b="0" i="0">
                <a:solidFill>
                  <a:schemeClr val="tx1"/>
                </a:solidFill>
                <a:latin typeface="Oracle Sans Light" panose="020B0403020204020204" pitchFamily="34" charset="0"/>
                <a:cs typeface="Oracle Sans Light" panose="020B04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r>
              <a:rPr lang="en-IN" dirty="0"/>
              <a:t>, </a:t>
            </a:r>
            <a:r>
              <a:rPr lang="en-IN" dirty="0" err="1"/>
              <a:t>sed</a:t>
            </a:r>
            <a:r>
              <a:rPr lang="en-IN" dirty="0"/>
              <a:t> do </a:t>
            </a:r>
            <a:r>
              <a:rPr lang="en-IN" dirty="0" err="1"/>
              <a:t>eiusmod</a:t>
            </a:r>
            <a:r>
              <a:rPr lang="en-IN" dirty="0"/>
              <a:t> </a:t>
            </a:r>
            <a:r>
              <a:rPr lang="en-IN" dirty="0" err="1"/>
              <a:t>tempor</a:t>
            </a:r>
            <a:r>
              <a:rPr lang="en-IN" dirty="0"/>
              <a:t> </a:t>
            </a:r>
            <a:r>
              <a:rPr lang="en-IN" dirty="0" err="1"/>
              <a:t>incididunt</a:t>
            </a:r>
            <a:r>
              <a:rPr lang="en-IN" dirty="0"/>
              <a:t> </a:t>
            </a:r>
            <a:r>
              <a:rPr lang="en-IN" dirty="0" err="1"/>
              <a:t>ut</a:t>
            </a:r>
            <a:r>
              <a:rPr lang="en-IN" dirty="0"/>
              <a:t> </a:t>
            </a:r>
            <a:r>
              <a:rPr lang="en-IN" dirty="0" err="1"/>
              <a:t>labore</a:t>
            </a:r>
            <a:r>
              <a:rPr lang="en-IN" dirty="0"/>
              <a:t> et dolore magna </a:t>
            </a:r>
            <a:r>
              <a:rPr lang="en-IN" dirty="0" err="1"/>
              <a:t>aliqua</a:t>
            </a:r>
            <a:r>
              <a:rPr lang="en-IN" dirty="0"/>
              <a:t>. Ut </a:t>
            </a:r>
            <a:r>
              <a:rPr lang="en-IN" dirty="0" err="1"/>
              <a:t>enim</a:t>
            </a:r>
            <a:r>
              <a:rPr lang="en-IN" dirty="0"/>
              <a:t> ad minim </a:t>
            </a:r>
            <a:r>
              <a:rPr lang="en-IN" dirty="0" err="1"/>
              <a:t>veniam</a:t>
            </a:r>
            <a:r>
              <a:rPr lang="en-IN" dirty="0"/>
              <a:t>, </a:t>
            </a:r>
            <a:r>
              <a:rPr lang="en-IN" dirty="0" err="1"/>
              <a:t>quis</a:t>
            </a:r>
            <a:r>
              <a:rPr lang="en-IN" dirty="0"/>
              <a:t> </a:t>
            </a:r>
            <a:r>
              <a:rPr lang="en-IN" dirty="0" err="1"/>
              <a:t>nostrud</a:t>
            </a:r>
            <a:r>
              <a:rPr lang="en-IN" dirty="0"/>
              <a:t>.</a:t>
            </a:r>
            <a:endParaRPr lang="en-US" dirty="0"/>
          </a:p>
        </p:txBody>
      </p:sp>
      <p:sp>
        <p:nvSpPr>
          <p:cNvPr id="28" name="Text Placeholder 21">
            <a:extLst>
              <a:ext uri="{FF2B5EF4-FFF2-40B4-BE49-F238E27FC236}">
                <a16:creationId xmlns:a16="http://schemas.microsoft.com/office/drawing/2014/main" id="{705E9678-4AE2-9B4E-BFE6-764DF0EF5D48}"/>
              </a:ext>
            </a:extLst>
          </p:cNvPr>
          <p:cNvSpPr>
            <a:spLocks noGrp="1"/>
          </p:cNvSpPr>
          <p:nvPr>
            <p:ph type="body" sz="quarter" idx="39" hasCustomPrompt="1"/>
          </p:nvPr>
        </p:nvSpPr>
        <p:spPr>
          <a:xfrm>
            <a:off x="553590" y="3642625"/>
            <a:ext cx="3571899" cy="121859"/>
          </a:xfrm>
          <a:prstGeom prst="rect">
            <a:avLst/>
          </a:prstGeom>
        </p:spPr>
        <p:txBody>
          <a:bodyPr lIns="0" tIns="0" rIns="0" bIns="0"/>
          <a:lstStyle>
            <a:lvl1pPr marL="135731" indent="-135731" algn="l">
              <a:spcAft>
                <a:spcPts val="450"/>
              </a:spcAft>
              <a:buClr>
                <a:schemeClr val="tx1"/>
              </a:buClr>
              <a:buFont typeface="Arial" panose="020B0604020202020204" pitchFamily="34" charset="0"/>
              <a:buChar char="•"/>
              <a:tabLst/>
              <a:defRPr sz="1050" b="1" i="0">
                <a:solidFill>
                  <a:schemeClr val="tx1"/>
                </a:solidFill>
                <a:latin typeface="Oracle Sans" panose="020B0503020204020204" pitchFamily="34" charset="0"/>
                <a:cs typeface="Oracle Sans" panose="020B0503020204020204" pitchFamily="34" charset="0"/>
              </a:defRPr>
            </a:lvl1pPr>
          </a:lstStyle>
          <a:p>
            <a:pPr lvl="0"/>
            <a:r>
              <a:rPr lang="en-IN" dirty="0"/>
              <a:t>Subhead goes here.</a:t>
            </a:r>
            <a:endParaRPr lang="en-US" dirty="0"/>
          </a:p>
        </p:txBody>
      </p:sp>
      <p:sp>
        <p:nvSpPr>
          <p:cNvPr id="25" name="Text Placeholder 21">
            <a:extLst>
              <a:ext uri="{FF2B5EF4-FFF2-40B4-BE49-F238E27FC236}">
                <a16:creationId xmlns:a16="http://schemas.microsoft.com/office/drawing/2014/main" id="{7AAF4629-1659-1848-BBE3-0D9BF0259D97}"/>
              </a:ext>
            </a:extLst>
          </p:cNvPr>
          <p:cNvSpPr>
            <a:spLocks noGrp="1"/>
          </p:cNvSpPr>
          <p:nvPr>
            <p:ph type="body" sz="quarter" idx="37" hasCustomPrompt="1"/>
          </p:nvPr>
        </p:nvSpPr>
        <p:spPr>
          <a:xfrm>
            <a:off x="553590" y="3822415"/>
            <a:ext cx="3571898" cy="454976"/>
          </a:xfrm>
          <a:prstGeom prst="rect">
            <a:avLst/>
          </a:prstGeom>
        </p:spPr>
        <p:txBody>
          <a:bodyPr lIns="180000" tIns="0" rIns="0" bIns="0"/>
          <a:lstStyle>
            <a:lvl1pPr algn="l">
              <a:lnSpc>
                <a:spcPts val="1260"/>
              </a:lnSpc>
              <a:defRPr sz="900" b="0" i="0">
                <a:solidFill>
                  <a:schemeClr val="tx1"/>
                </a:solidFill>
                <a:latin typeface="Oracle Sans Light" panose="020B0403020204020204" pitchFamily="34" charset="0"/>
                <a:cs typeface="Oracle Sans Light" panose="020B04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r>
              <a:rPr lang="en-IN" dirty="0"/>
              <a:t>, </a:t>
            </a:r>
            <a:r>
              <a:rPr lang="en-IN" dirty="0" err="1"/>
              <a:t>sed</a:t>
            </a:r>
            <a:r>
              <a:rPr lang="en-IN" dirty="0"/>
              <a:t> do </a:t>
            </a:r>
            <a:r>
              <a:rPr lang="en-IN" dirty="0" err="1"/>
              <a:t>eiusmod</a:t>
            </a:r>
            <a:r>
              <a:rPr lang="en-IN" dirty="0"/>
              <a:t> </a:t>
            </a:r>
            <a:r>
              <a:rPr lang="en-IN" dirty="0" err="1"/>
              <a:t>tempor</a:t>
            </a:r>
            <a:r>
              <a:rPr lang="en-IN" dirty="0"/>
              <a:t> </a:t>
            </a:r>
            <a:r>
              <a:rPr lang="en-IN" dirty="0" err="1"/>
              <a:t>incididunt</a:t>
            </a:r>
            <a:r>
              <a:rPr lang="en-IN" dirty="0"/>
              <a:t> </a:t>
            </a:r>
            <a:r>
              <a:rPr lang="en-IN" dirty="0" err="1"/>
              <a:t>ut</a:t>
            </a:r>
            <a:r>
              <a:rPr lang="en-IN" dirty="0"/>
              <a:t> </a:t>
            </a:r>
            <a:r>
              <a:rPr lang="en-IN" dirty="0" err="1"/>
              <a:t>labore</a:t>
            </a:r>
            <a:r>
              <a:rPr lang="en-IN" dirty="0"/>
              <a:t> et dolore magna </a:t>
            </a:r>
            <a:r>
              <a:rPr lang="en-IN" dirty="0" err="1"/>
              <a:t>aliqua</a:t>
            </a:r>
            <a:r>
              <a:rPr lang="en-IN" dirty="0"/>
              <a:t>. Ut </a:t>
            </a:r>
            <a:r>
              <a:rPr lang="en-IN" dirty="0" err="1"/>
              <a:t>enim</a:t>
            </a:r>
            <a:r>
              <a:rPr lang="en-IN" dirty="0"/>
              <a:t> ad minim </a:t>
            </a:r>
            <a:r>
              <a:rPr lang="en-IN" dirty="0" err="1"/>
              <a:t>veniam</a:t>
            </a:r>
            <a:r>
              <a:rPr lang="en-IN" dirty="0"/>
              <a:t>, </a:t>
            </a:r>
            <a:r>
              <a:rPr lang="en-IN" dirty="0" err="1"/>
              <a:t>quis</a:t>
            </a:r>
            <a:r>
              <a:rPr lang="en-IN" dirty="0"/>
              <a:t> </a:t>
            </a:r>
            <a:r>
              <a:rPr lang="en-IN" dirty="0" err="1"/>
              <a:t>nostrud</a:t>
            </a:r>
            <a:r>
              <a:rPr lang="en-IN" dirty="0"/>
              <a:t>.</a:t>
            </a:r>
            <a:endParaRPr lang="en-US" dirty="0"/>
          </a:p>
        </p:txBody>
      </p:sp>
      <p:pic>
        <p:nvPicPr>
          <p:cNvPr id="2" name="OTag">
            <a:extLst>
              <a:ext uri="{FF2B5EF4-FFF2-40B4-BE49-F238E27FC236}">
                <a16:creationId xmlns:a16="http://schemas.microsoft.com/office/drawing/2014/main" id="{01697E3B-EC33-E29C-6BC1-AB748D6E2D6C}"/>
              </a:ext>
              <a:ext uri="{C183D7F6-B498-43B3-948B-1728B52AA6E4}">
                <adec:decorative xmlns:adec="http://schemas.microsoft.com/office/drawing/2017/decorative" val="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8554212" y="4848606"/>
            <a:ext cx="294894" cy="294894"/>
          </a:xfrm>
          <a:prstGeom prst="rect">
            <a:avLst/>
          </a:prstGeom>
        </p:spPr>
      </p:pic>
      <p:sp>
        <p:nvSpPr>
          <p:cNvPr id="3" name="Slide Number Placeholder 5">
            <a:extLst>
              <a:ext uri="{FF2B5EF4-FFF2-40B4-BE49-F238E27FC236}">
                <a16:creationId xmlns:a16="http://schemas.microsoft.com/office/drawing/2014/main" id="{06ACA25F-CC85-E7AA-739E-4857A9A4C513}"/>
              </a:ext>
            </a:extLst>
          </p:cNvPr>
          <p:cNvSpPr>
            <a:spLocks noGrp="1"/>
          </p:cNvSpPr>
          <p:nvPr>
            <p:ph type="sldNum" sz="quarter" idx="40"/>
          </p:nvPr>
        </p:nvSpPr>
        <p:spPr>
          <a:xfrm>
            <a:off x="571500" y="4817745"/>
            <a:ext cx="274320" cy="274320"/>
          </a:xfrm>
        </p:spPr>
        <p:txBody>
          <a:bodyPr/>
          <a:lstStyle>
            <a:lvl1pPr>
              <a:defRPr>
                <a:solidFill>
                  <a:srgbClr val="8B8580"/>
                </a:solidFill>
              </a:defRPr>
            </a:lvl1pPr>
          </a:lstStyle>
          <a:p>
            <a:fld id="{345D60D9-5372-5F40-9443-0F9AE5BDC3C8}" type="slidenum">
              <a:rPr lang="en-US" smtClean="0"/>
              <a:pPr/>
              <a:t>‹#›</a:t>
            </a:fld>
            <a:endParaRPr lang="en-US" dirty="0"/>
          </a:p>
        </p:txBody>
      </p:sp>
      <p:sp>
        <p:nvSpPr>
          <p:cNvPr id="4" name="Footer Placeholder 4">
            <a:extLst>
              <a:ext uri="{FF2B5EF4-FFF2-40B4-BE49-F238E27FC236}">
                <a16:creationId xmlns:a16="http://schemas.microsoft.com/office/drawing/2014/main" id="{F8418BDB-0223-07FE-2DA4-AA8082E3A024}"/>
              </a:ext>
            </a:extLst>
          </p:cNvPr>
          <p:cNvSpPr>
            <a:spLocks noGrp="1"/>
          </p:cNvSpPr>
          <p:nvPr>
            <p:ph type="ftr" sz="quarter" idx="41"/>
          </p:nvPr>
        </p:nvSpPr>
        <p:spPr>
          <a:xfrm>
            <a:off x="845820" y="4817984"/>
            <a:ext cx="4309034" cy="273844"/>
          </a:xfrm>
        </p:spPr>
        <p:txBody>
          <a:bodyPr/>
          <a:lstStyle>
            <a:lvl1pPr>
              <a:defRPr>
                <a:solidFill>
                  <a:srgbClr val="8B8580"/>
                </a:solidFill>
              </a:defRPr>
            </a:lvl1pPr>
          </a:lstStyle>
          <a:p>
            <a:r>
              <a:rPr lang="en-US"/>
              <a:t>Copyright © 2025, Oracle and/or its affiliates |  Confidential: Internal/Restricted/Highly Restricted</a:t>
            </a:r>
            <a:endParaRPr lang="en-US" dirty="0"/>
          </a:p>
        </p:txBody>
      </p:sp>
      <p:sp>
        <p:nvSpPr>
          <p:cNvPr id="5" name="Date Placeholder 3">
            <a:extLst>
              <a:ext uri="{FF2B5EF4-FFF2-40B4-BE49-F238E27FC236}">
                <a16:creationId xmlns:a16="http://schemas.microsoft.com/office/drawing/2014/main" id="{6515ECE0-428F-E310-54A1-3484DC2A75D2}"/>
              </a:ext>
            </a:extLst>
          </p:cNvPr>
          <p:cNvSpPr>
            <a:spLocks noGrp="1"/>
          </p:cNvSpPr>
          <p:nvPr>
            <p:ph type="dt" sz="half" idx="42"/>
          </p:nvPr>
        </p:nvSpPr>
        <p:spPr>
          <a:xfrm>
            <a:off x="5154854" y="4819203"/>
            <a:ext cx="2057400" cy="272625"/>
          </a:xfrm>
        </p:spPr>
        <p:txBody>
          <a:bodyPr/>
          <a:lstStyle>
            <a:lvl1pPr>
              <a:defRPr>
                <a:solidFill>
                  <a:srgbClr val="8B8580"/>
                </a:solidFill>
              </a:defRPr>
            </a:lvl1pPr>
          </a:lstStyle>
          <a:p>
            <a:r>
              <a:rPr lang="en-US"/>
              <a:t>[Date]</a:t>
            </a:r>
            <a:endParaRPr lang="en-US" dirty="0"/>
          </a:p>
        </p:txBody>
      </p:sp>
    </p:spTree>
    <p:extLst>
      <p:ext uri="{BB962C8B-B14F-4D97-AF65-F5344CB8AC3E}">
        <p14:creationId xmlns:p14="http://schemas.microsoft.com/office/powerpoint/2010/main" val="161643503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Content + Illustration_Light_Pillar">
    <p:bg>
      <p:bgRef idx="1001">
        <a:schemeClr val="bg1"/>
      </p:bgRef>
    </p:bg>
    <p:spTree>
      <p:nvGrpSpPr>
        <p:cNvPr id="1" name=""/>
        <p:cNvGrpSpPr/>
        <p:nvPr/>
      </p:nvGrpSpPr>
      <p:grpSpPr>
        <a:xfrm>
          <a:off x="0" y="0"/>
          <a:ext cx="0" cy="0"/>
          <a:chOff x="0" y="0"/>
          <a:chExt cx="0" cy="0"/>
        </a:xfrm>
      </p:grpSpPr>
      <p:sp>
        <p:nvSpPr>
          <p:cNvPr id="19" name="Title 1">
            <a:extLst>
              <a:ext uri="{FF2B5EF4-FFF2-40B4-BE49-F238E27FC236}">
                <a16:creationId xmlns:a16="http://schemas.microsoft.com/office/drawing/2014/main" id="{C0384889-0D44-4623-9E36-973C30CA8FFC}"/>
              </a:ext>
            </a:extLst>
          </p:cNvPr>
          <p:cNvSpPr>
            <a:spLocks noGrp="1"/>
          </p:cNvSpPr>
          <p:nvPr>
            <p:ph type="title" hasCustomPrompt="1"/>
          </p:nvPr>
        </p:nvSpPr>
        <p:spPr>
          <a:xfrm>
            <a:off x="576656" y="136802"/>
            <a:ext cx="3568851" cy="617220"/>
          </a:xfrm>
        </p:spPr>
        <p:txBody>
          <a:bodyPr/>
          <a:lstStyle>
            <a:lvl1pPr>
              <a:defRPr b="1" i="0">
                <a:latin typeface="Oracle Sans Tab" panose="020B0503020204020204" pitchFamily="34" charset="0"/>
                <a:cs typeface="Oracle Sans Tab" panose="020B0503020204020204" pitchFamily="34" charset="0"/>
              </a:defRPr>
            </a:lvl1pPr>
          </a:lstStyle>
          <a:p>
            <a:r>
              <a:rPr lang="en-US" dirty="0"/>
              <a:t>Title</a:t>
            </a:r>
          </a:p>
        </p:txBody>
      </p:sp>
      <p:sp>
        <p:nvSpPr>
          <p:cNvPr id="20" name="Text Placeholder 21">
            <a:extLst>
              <a:ext uri="{FF2B5EF4-FFF2-40B4-BE49-F238E27FC236}">
                <a16:creationId xmlns:a16="http://schemas.microsoft.com/office/drawing/2014/main" id="{5FFA19F3-F0DE-904F-A1EB-1E14E01C018F}"/>
              </a:ext>
            </a:extLst>
          </p:cNvPr>
          <p:cNvSpPr>
            <a:spLocks noGrp="1"/>
          </p:cNvSpPr>
          <p:nvPr>
            <p:ph type="body" sz="quarter" idx="35" hasCustomPrompt="1"/>
          </p:nvPr>
        </p:nvSpPr>
        <p:spPr>
          <a:xfrm>
            <a:off x="553590" y="1303406"/>
            <a:ext cx="3571898" cy="540680"/>
          </a:xfrm>
          <a:prstGeom prst="rect">
            <a:avLst/>
          </a:prstGeom>
        </p:spPr>
        <p:txBody>
          <a:bodyPr lIns="0" tIns="0" rIns="0" bIns="0"/>
          <a:lstStyle>
            <a:lvl1pPr algn="l">
              <a:lnSpc>
                <a:spcPts val="1410"/>
              </a:lnSpc>
              <a:defRPr sz="1050" b="1" i="0">
                <a:solidFill>
                  <a:schemeClr val="tx1"/>
                </a:solidFill>
                <a:latin typeface="Oracle Sans" panose="020B0503020204020204" pitchFamily="34" charset="0"/>
                <a:cs typeface="Oracle Sans" panose="020B05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r>
              <a:rPr lang="en-IN" dirty="0"/>
              <a:t>, </a:t>
            </a:r>
            <a:r>
              <a:rPr lang="en-IN" dirty="0" err="1"/>
              <a:t>sed</a:t>
            </a:r>
            <a:r>
              <a:rPr lang="en-IN" dirty="0"/>
              <a:t> do </a:t>
            </a:r>
            <a:r>
              <a:rPr lang="en-IN" dirty="0" err="1"/>
              <a:t>eiusmod</a:t>
            </a:r>
            <a:r>
              <a:rPr lang="en-IN" dirty="0"/>
              <a:t> </a:t>
            </a:r>
            <a:r>
              <a:rPr lang="en-IN" dirty="0" err="1"/>
              <a:t>tempor</a:t>
            </a:r>
            <a:r>
              <a:rPr lang="en-IN" dirty="0"/>
              <a:t> </a:t>
            </a:r>
            <a:r>
              <a:rPr lang="en-IN" dirty="0" err="1"/>
              <a:t>incididunt</a:t>
            </a:r>
            <a:r>
              <a:rPr lang="en-IN" dirty="0"/>
              <a:t> </a:t>
            </a:r>
            <a:r>
              <a:rPr lang="en-IN" dirty="0" err="1"/>
              <a:t>ut</a:t>
            </a:r>
            <a:r>
              <a:rPr lang="en-IN" dirty="0"/>
              <a:t> </a:t>
            </a:r>
            <a:r>
              <a:rPr lang="en-IN" dirty="0" err="1"/>
              <a:t>labore</a:t>
            </a:r>
            <a:r>
              <a:rPr lang="en-IN" dirty="0"/>
              <a:t> et dolore magna </a:t>
            </a:r>
            <a:r>
              <a:rPr lang="en-IN" dirty="0" err="1"/>
              <a:t>aliqua</a:t>
            </a:r>
            <a:r>
              <a:rPr lang="en-IN" dirty="0"/>
              <a:t>. Ut </a:t>
            </a:r>
            <a:r>
              <a:rPr lang="en-IN" dirty="0" err="1"/>
              <a:t>enim</a:t>
            </a:r>
            <a:r>
              <a:rPr lang="en-IN" dirty="0"/>
              <a:t> ad minim </a:t>
            </a:r>
            <a:r>
              <a:rPr lang="en-IN" dirty="0" err="1"/>
              <a:t>veniam</a:t>
            </a:r>
            <a:r>
              <a:rPr lang="en-IN" dirty="0"/>
              <a:t>, </a:t>
            </a:r>
            <a:r>
              <a:rPr lang="en-IN" dirty="0" err="1"/>
              <a:t>quis</a:t>
            </a:r>
            <a:r>
              <a:rPr lang="en-IN" dirty="0"/>
              <a:t> </a:t>
            </a:r>
            <a:r>
              <a:rPr lang="en-IN" dirty="0" err="1"/>
              <a:t>nostrud</a:t>
            </a:r>
            <a:r>
              <a:rPr lang="en-IN" dirty="0"/>
              <a:t>.</a:t>
            </a:r>
            <a:endParaRPr lang="en-US" dirty="0"/>
          </a:p>
        </p:txBody>
      </p:sp>
      <p:sp>
        <p:nvSpPr>
          <p:cNvPr id="26" name="Text Placeholder 21">
            <a:extLst>
              <a:ext uri="{FF2B5EF4-FFF2-40B4-BE49-F238E27FC236}">
                <a16:creationId xmlns:a16="http://schemas.microsoft.com/office/drawing/2014/main" id="{57757A24-B32C-B04D-9BA0-AD7C02A73754}"/>
              </a:ext>
            </a:extLst>
          </p:cNvPr>
          <p:cNvSpPr>
            <a:spLocks noGrp="1"/>
          </p:cNvSpPr>
          <p:nvPr>
            <p:ph type="body" sz="quarter" idx="32" hasCustomPrompt="1"/>
          </p:nvPr>
        </p:nvSpPr>
        <p:spPr>
          <a:xfrm>
            <a:off x="553590" y="2018033"/>
            <a:ext cx="3571899" cy="121859"/>
          </a:xfrm>
          <a:prstGeom prst="rect">
            <a:avLst/>
          </a:prstGeom>
        </p:spPr>
        <p:txBody>
          <a:bodyPr lIns="0" tIns="0" rIns="0" bIns="0"/>
          <a:lstStyle>
            <a:lvl1pPr marL="135731" indent="-135731" algn="l">
              <a:spcAft>
                <a:spcPts val="450"/>
              </a:spcAft>
              <a:buClr>
                <a:schemeClr val="tx1"/>
              </a:buClr>
              <a:buFont typeface="Arial" panose="020B0604020202020204" pitchFamily="34" charset="0"/>
              <a:buChar char="•"/>
              <a:tabLst/>
              <a:defRPr sz="1050" b="1" i="0">
                <a:solidFill>
                  <a:schemeClr val="tx1"/>
                </a:solidFill>
                <a:latin typeface="Oracle Sans" panose="020B0503020204020204" pitchFamily="34" charset="0"/>
                <a:cs typeface="Oracle Sans" panose="020B0503020204020204" pitchFamily="34" charset="0"/>
              </a:defRPr>
            </a:lvl1pPr>
          </a:lstStyle>
          <a:p>
            <a:pPr lvl="0"/>
            <a:r>
              <a:rPr lang="en-IN" dirty="0"/>
              <a:t>Subhead goes here.</a:t>
            </a:r>
            <a:endParaRPr lang="en-US" dirty="0"/>
          </a:p>
        </p:txBody>
      </p:sp>
      <p:sp>
        <p:nvSpPr>
          <p:cNvPr id="22" name="Text Placeholder 21">
            <a:extLst>
              <a:ext uri="{FF2B5EF4-FFF2-40B4-BE49-F238E27FC236}">
                <a16:creationId xmlns:a16="http://schemas.microsoft.com/office/drawing/2014/main" id="{DBAD9E94-7A74-A34C-A552-EE0B94D10A1D}"/>
              </a:ext>
            </a:extLst>
          </p:cNvPr>
          <p:cNvSpPr>
            <a:spLocks noGrp="1"/>
          </p:cNvSpPr>
          <p:nvPr>
            <p:ph type="body" sz="quarter" idx="31" hasCustomPrompt="1"/>
          </p:nvPr>
        </p:nvSpPr>
        <p:spPr>
          <a:xfrm>
            <a:off x="553590" y="2199483"/>
            <a:ext cx="3571898" cy="454976"/>
          </a:xfrm>
          <a:prstGeom prst="rect">
            <a:avLst/>
          </a:prstGeom>
        </p:spPr>
        <p:txBody>
          <a:bodyPr lIns="180000" tIns="0" rIns="0" bIns="0"/>
          <a:lstStyle>
            <a:lvl1pPr algn="l">
              <a:lnSpc>
                <a:spcPts val="1260"/>
              </a:lnSpc>
              <a:defRPr sz="900" b="0" i="0">
                <a:solidFill>
                  <a:schemeClr val="tx1"/>
                </a:solidFill>
                <a:latin typeface="Oracle Sans Light" panose="020B0403020204020204" pitchFamily="34" charset="0"/>
                <a:cs typeface="Oracle Sans Light" panose="020B04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r>
              <a:rPr lang="en-IN" dirty="0"/>
              <a:t>, </a:t>
            </a:r>
            <a:r>
              <a:rPr lang="en-IN" dirty="0" err="1"/>
              <a:t>sed</a:t>
            </a:r>
            <a:r>
              <a:rPr lang="en-IN" dirty="0"/>
              <a:t> do </a:t>
            </a:r>
            <a:r>
              <a:rPr lang="en-IN" dirty="0" err="1"/>
              <a:t>eiusmod</a:t>
            </a:r>
            <a:r>
              <a:rPr lang="en-IN" dirty="0"/>
              <a:t> </a:t>
            </a:r>
            <a:r>
              <a:rPr lang="en-IN" dirty="0" err="1"/>
              <a:t>tempor</a:t>
            </a:r>
            <a:r>
              <a:rPr lang="en-IN" dirty="0"/>
              <a:t> </a:t>
            </a:r>
            <a:r>
              <a:rPr lang="en-IN" dirty="0" err="1"/>
              <a:t>incididunt</a:t>
            </a:r>
            <a:r>
              <a:rPr lang="en-IN" dirty="0"/>
              <a:t> </a:t>
            </a:r>
            <a:r>
              <a:rPr lang="en-IN" dirty="0" err="1"/>
              <a:t>ut</a:t>
            </a:r>
            <a:r>
              <a:rPr lang="en-IN" dirty="0"/>
              <a:t> </a:t>
            </a:r>
            <a:r>
              <a:rPr lang="en-IN" dirty="0" err="1"/>
              <a:t>labore</a:t>
            </a:r>
            <a:r>
              <a:rPr lang="en-IN" dirty="0"/>
              <a:t> et dolore magna </a:t>
            </a:r>
            <a:r>
              <a:rPr lang="en-IN" dirty="0" err="1"/>
              <a:t>aliqua</a:t>
            </a:r>
            <a:r>
              <a:rPr lang="en-IN" dirty="0"/>
              <a:t>. Ut </a:t>
            </a:r>
            <a:r>
              <a:rPr lang="en-IN" dirty="0" err="1"/>
              <a:t>enim</a:t>
            </a:r>
            <a:r>
              <a:rPr lang="en-IN" dirty="0"/>
              <a:t> ad minim </a:t>
            </a:r>
            <a:r>
              <a:rPr lang="en-IN" dirty="0" err="1"/>
              <a:t>veniam</a:t>
            </a:r>
            <a:r>
              <a:rPr lang="en-IN" dirty="0"/>
              <a:t>, </a:t>
            </a:r>
            <a:r>
              <a:rPr lang="en-IN" dirty="0" err="1"/>
              <a:t>quis</a:t>
            </a:r>
            <a:r>
              <a:rPr lang="en-IN" dirty="0"/>
              <a:t> </a:t>
            </a:r>
            <a:r>
              <a:rPr lang="en-IN" dirty="0" err="1"/>
              <a:t>nostrud</a:t>
            </a:r>
            <a:r>
              <a:rPr lang="en-IN" dirty="0"/>
              <a:t>.</a:t>
            </a:r>
            <a:endParaRPr lang="en-US" dirty="0"/>
          </a:p>
        </p:txBody>
      </p:sp>
      <p:sp>
        <p:nvSpPr>
          <p:cNvPr id="27" name="Text Placeholder 21">
            <a:extLst>
              <a:ext uri="{FF2B5EF4-FFF2-40B4-BE49-F238E27FC236}">
                <a16:creationId xmlns:a16="http://schemas.microsoft.com/office/drawing/2014/main" id="{5E18D9EF-730F-E743-A97F-C6E404C510BC}"/>
              </a:ext>
            </a:extLst>
          </p:cNvPr>
          <p:cNvSpPr>
            <a:spLocks noGrp="1"/>
          </p:cNvSpPr>
          <p:nvPr>
            <p:ph type="body" sz="quarter" idx="38" hasCustomPrompt="1"/>
          </p:nvPr>
        </p:nvSpPr>
        <p:spPr>
          <a:xfrm>
            <a:off x="553590" y="2851417"/>
            <a:ext cx="3571899" cy="121859"/>
          </a:xfrm>
          <a:prstGeom prst="rect">
            <a:avLst/>
          </a:prstGeom>
        </p:spPr>
        <p:txBody>
          <a:bodyPr lIns="0" tIns="0" rIns="0" bIns="0"/>
          <a:lstStyle>
            <a:lvl1pPr marL="135731" indent="-135731" algn="l">
              <a:spcAft>
                <a:spcPts val="450"/>
              </a:spcAft>
              <a:buClr>
                <a:schemeClr val="tx1"/>
              </a:buClr>
              <a:buFont typeface="Arial" panose="020B0604020202020204" pitchFamily="34" charset="0"/>
              <a:buChar char="•"/>
              <a:tabLst/>
              <a:defRPr sz="1050" b="1" i="0">
                <a:solidFill>
                  <a:schemeClr val="tx1"/>
                </a:solidFill>
                <a:latin typeface="Oracle Sans" panose="020B0503020204020204" pitchFamily="34" charset="0"/>
                <a:cs typeface="Oracle Sans" panose="020B0503020204020204" pitchFamily="34" charset="0"/>
              </a:defRPr>
            </a:lvl1pPr>
          </a:lstStyle>
          <a:p>
            <a:pPr lvl="0"/>
            <a:r>
              <a:rPr lang="en-IN" dirty="0"/>
              <a:t>Subhead goes here.</a:t>
            </a:r>
            <a:endParaRPr lang="en-US" dirty="0"/>
          </a:p>
        </p:txBody>
      </p:sp>
      <p:sp>
        <p:nvSpPr>
          <p:cNvPr id="24" name="Text Placeholder 21">
            <a:extLst>
              <a:ext uri="{FF2B5EF4-FFF2-40B4-BE49-F238E27FC236}">
                <a16:creationId xmlns:a16="http://schemas.microsoft.com/office/drawing/2014/main" id="{9C359B9B-D2DA-FB4B-AAAD-6CFFD8E46CFA}"/>
              </a:ext>
            </a:extLst>
          </p:cNvPr>
          <p:cNvSpPr>
            <a:spLocks noGrp="1"/>
          </p:cNvSpPr>
          <p:nvPr>
            <p:ph type="body" sz="quarter" idx="36" hasCustomPrompt="1"/>
          </p:nvPr>
        </p:nvSpPr>
        <p:spPr>
          <a:xfrm>
            <a:off x="553590" y="3031208"/>
            <a:ext cx="3571898" cy="454976"/>
          </a:xfrm>
          <a:prstGeom prst="rect">
            <a:avLst/>
          </a:prstGeom>
        </p:spPr>
        <p:txBody>
          <a:bodyPr lIns="180000" tIns="0" rIns="0" bIns="0"/>
          <a:lstStyle>
            <a:lvl1pPr algn="l">
              <a:lnSpc>
                <a:spcPts val="1260"/>
              </a:lnSpc>
              <a:defRPr sz="900" b="0" i="0">
                <a:solidFill>
                  <a:schemeClr val="tx1"/>
                </a:solidFill>
                <a:latin typeface="Oracle Sans Light" panose="020B0403020204020204" pitchFamily="34" charset="0"/>
                <a:cs typeface="Oracle Sans Light" panose="020B04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r>
              <a:rPr lang="en-IN" dirty="0"/>
              <a:t>, </a:t>
            </a:r>
            <a:r>
              <a:rPr lang="en-IN" dirty="0" err="1"/>
              <a:t>sed</a:t>
            </a:r>
            <a:r>
              <a:rPr lang="en-IN" dirty="0"/>
              <a:t> do </a:t>
            </a:r>
            <a:r>
              <a:rPr lang="en-IN" dirty="0" err="1"/>
              <a:t>eiusmod</a:t>
            </a:r>
            <a:r>
              <a:rPr lang="en-IN" dirty="0"/>
              <a:t> </a:t>
            </a:r>
            <a:r>
              <a:rPr lang="en-IN" dirty="0" err="1"/>
              <a:t>tempor</a:t>
            </a:r>
            <a:r>
              <a:rPr lang="en-IN" dirty="0"/>
              <a:t> </a:t>
            </a:r>
            <a:r>
              <a:rPr lang="en-IN" dirty="0" err="1"/>
              <a:t>incididunt</a:t>
            </a:r>
            <a:r>
              <a:rPr lang="en-IN" dirty="0"/>
              <a:t> </a:t>
            </a:r>
            <a:r>
              <a:rPr lang="en-IN" dirty="0" err="1"/>
              <a:t>ut</a:t>
            </a:r>
            <a:r>
              <a:rPr lang="en-IN" dirty="0"/>
              <a:t> </a:t>
            </a:r>
            <a:r>
              <a:rPr lang="en-IN" dirty="0" err="1"/>
              <a:t>labore</a:t>
            </a:r>
            <a:r>
              <a:rPr lang="en-IN" dirty="0"/>
              <a:t> et dolore magna </a:t>
            </a:r>
            <a:r>
              <a:rPr lang="en-IN" dirty="0" err="1"/>
              <a:t>aliqua</a:t>
            </a:r>
            <a:r>
              <a:rPr lang="en-IN" dirty="0"/>
              <a:t>. Ut </a:t>
            </a:r>
            <a:r>
              <a:rPr lang="en-IN" dirty="0" err="1"/>
              <a:t>enim</a:t>
            </a:r>
            <a:r>
              <a:rPr lang="en-IN" dirty="0"/>
              <a:t> ad minim </a:t>
            </a:r>
            <a:r>
              <a:rPr lang="en-IN" dirty="0" err="1"/>
              <a:t>veniam</a:t>
            </a:r>
            <a:r>
              <a:rPr lang="en-IN" dirty="0"/>
              <a:t>, </a:t>
            </a:r>
            <a:r>
              <a:rPr lang="en-IN" dirty="0" err="1"/>
              <a:t>quis</a:t>
            </a:r>
            <a:r>
              <a:rPr lang="en-IN" dirty="0"/>
              <a:t> </a:t>
            </a:r>
            <a:r>
              <a:rPr lang="en-IN" dirty="0" err="1"/>
              <a:t>nostrud</a:t>
            </a:r>
            <a:r>
              <a:rPr lang="en-IN" dirty="0"/>
              <a:t>.</a:t>
            </a:r>
            <a:endParaRPr lang="en-US" dirty="0"/>
          </a:p>
        </p:txBody>
      </p:sp>
      <p:sp>
        <p:nvSpPr>
          <p:cNvPr id="28" name="Text Placeholder 21">
            <a:extLst>
              <a:ext uri="{FF2B5EF4-FFF2-40B4-BE49-F238E27FC236}">
                <a16:creationId xmlns:a16="http://schemas.microsoft.com/office/drawing/2014/main" id="{705E9678-4AE2-9B4E-BFE6-764DF0EF5D48}"/>
              </a:ext>
            </a:extLst>
          </p:cNvPr>
          <p:cNvSpPr>
            <a:spLocks noGrp="1"/>
          </p:cNvSpPr>
          <p:nvPr>
            <p:ph type="body" sz="quarter" idx="39" hasCustomPrompt="1"/>
          </p:nvPr>
        </p:nvSpPr>
        <p:spPr>
          <a:xfrm>
            <a:off x="553590" y="3642625"/>
            <a:ext cx="3571899" cy="121859"/>
          </a:xfrm>
          <a:prstGeom prst="rect">
            <a:avLst/>
          </a:prstGeom>
        </p:spPr>
        <p:txBody>
          <a:bodyPr lIns="0" tIns="0" rIns="0" bIns="0"/>
          <a:lstStyle>
            <a:lvl1pPr marL="135731" indent="-135731" algn="l">
              <a:spcAft>
                <a:spcPts val="450"/>
              </a:spcAft>
              <a:buClr>
                <a:schemeClr val="tx1"/>
              </a:buClr>
              <a:buFont typeface="Arial" panose="020B0604020202020204" pitchFamily="34" charset="0"/>
              <a:buChar char="•"/>
              <a:tabLst/>
              <a:defRPr sz="1050" b="1" i="0">
                <a:solidFill>
                  <a:schemeClr val="tx1"/>
                </a:solidFill>
                <a:latin typeface="Oracle Sans" panose="020B0503020204020204" pitchFamily="34" charset="0"/>
                <a:cs typeface="Oracle Sans" panose="020B0503020204020204" pitchFamily="34" charset="0"/>
              </a:defRPr>
            </a:lvl1pPr>
          </a:lstStyle>
          <a:p>
            <a:pPr lvl="0"/>
            <a:r>
              <a:rPr lang="en-IN" dirty="0"/>
              <a:t>Subhead goes here.</a:t>
            </a:r>
            <a:endParaRPr lang="en-US" dirty="0"/>
          </a:p>
        </p:txBody>
      </p:sp>
      <p:sp>
        <p:nvSpPr>
          <p:cNvPr id="25" name="Text Placeholder 21">
            <a:extLst>
              <a:ext uri="{FF2B5EF4-FFF2-40B4-BE49-F238E27FC236}">
                <a16:creationId xmlns:a16="http://schemas.microsoft.com/office/drawing/2014/main" id="{7AAF4629-1659-1848-BBE3-0D9BF0259D97}"/>
              </a:ext>
            </a:extLst>
          </p:cNvPr>
          <p:cNvSpPr>
            <a:spLocks noGrp="1"/>
          </p:cNvSpPr>
          <p:nvPr>
            <p:ph type="body" sz="quarter" idx="37" hasCustomPrompt="1"/>
          </p:nvPr>
        </p:nvSpPr>
        <p:spPr>
          <a:xfrm>
            <a:off x="553590" y="3822415"/>
            <a:ext cx="3571898" cy="454976"/>
          </a:xfrm>
          <a:prstGeom prst="rect">
            <a:avLst/>
          </a:prstGeom>
        </p:spPr>
        <p:txBody>
          <a:bodyPr lIns="180000" tIns="0" rIns="0" bIns="0"/>
          <a:lstStyle>
            <a:lvl1pPr algn="l">
              <a:lnSpc>
                <a:spcPts val="1260"/>
              </a:lnSpc>
              <a:defRPr sz="900" b="0" i="0">
                <a:solidFill>
                  <a:schemeClr val="tx1"/>
                </a:solidFill>
                <a:latin typeface="Oracle Sans Light" panose="020B0403020204020204" pitchFamily="34" charset="0"/>
                <a:cs typeface="Oracle Sans Light" panose="020B04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r>
              <a:rPr lang="en-IN" dirty="0"/>
              <a:t>, </a:t>
            </a:r>
            <a:r>
              <a:rPr lang="en-IN" dirty="0" err="1"/>
              <a:t>sed</a:t>
            </a:r>
            <a:r>
              <a:rPr lang="en-IN" dirty="0"/>
              <a:t> do </a:t>
            </a:r>
            <a:r>
              <a:rPr lang="en-IN" dirty="0" err="1"/>
              <a:t>eiusmod</a:t>
            </a:r>
            <a:r>
              <a:rPr lang="en-IN" dirty="0"/>
              <a:t> </a:t>
            </a:r>
            <a:r>
              <a:rPr lang="en-IN" dirty="0" err="1"/>
              <a:t>tempor</a:t>
            </a:r>
            <a:r>
              <a:rPr lang="en-IN" dirty="0"/>
              <a:t> </a:t>
            </a:r>
            <a:r>
              <a:rPr lang="en-IN" dirty="0" err="1"/>
              <a:t>incididunt</a:t>
            </a:r>
            <a:r>
              <a:rPr lang="en-IN" dirty="0"/>
              <a:t> </a:t>
            </a:r>
            <a:r>
              <a:rPr lang="en-IN" dirty="0" err="1"/>
              <a:t>ut</a:t>
            </a:r>
            <a:r>
              <a:rPr lang="en-IN" dirty="0"/>
              <a:t> </a:t>
            </a:r>
            <a:r>
              <a:rPr lang="en-IN" dirty="0" err="1"/>
              <a:t>labore</a:t>
            </a:r>
            <a:r>
              <a:rPr lang="en-IN" dirty="0"/>
              <a:t> et dolore magna </a:t>
            </a:r>
            <a:r>
              <a:rPr lang="en-IN" dirty="0" err="1"/>
              <a:t>aliqua</a:t>
            </a:r>
            <a:r>
              <a:rPr lang="en-IN" dirty="0"/>
              <a:t>. Ut </a:t>
            </a:r>
            <a:r>
              <a:rPr lang="en-IN" dirty="0" err="1"/>
              <a:t>enim</a:t>
            </a:r>
            <a:r>
              <a:rPr lang="en-IN" dirty="0"/>
              <a:t> ad minim </a:t>
            </a:r>
            <a:r>
              <a:rPr lang="en-IN" dirty="0" err="1"/>
              <a:t>veniam</a:t>
            </a:r>
            <a:r>
              <a:rPr lang="en-IN" dirty="0"/>
              <a:t>, </a:t>
            </a:r>
            <a:r>
              <a:rPr lang="en-IN" dirty="0" err="1"/>
              <a:t>quis</a:t>
            </a:r>
            <a:r>
              <a:rPr lang="en-IN" dirty="0"/>
              <a:t> </a:t>
            </a:r>
            <a:r>
              <a:rPr lang="en-IN" dirty="0" err="1"/>
              <a:t>nostrud</a:t>
            </a:r>
            <a:r>
              <a:rPr lang="en-IN" dirty="0"/>
              <a:t>.</a:t>
            </a:r>
            <a:endParaRPr lang="en-US" dirty="0"/>
          </a:p>
        </p:txBody>
      </p:sp>
      <p:sp>
        <p:nvSpPr>
          <p:cNvPr id="18" name="Picture Placeholder 17">
            <a:extLst>
              <a:ext uri="{FF2B5EF4-FFF2-40B4-BE49-F238E27FC236}">
                <a16:creationId xmlns:a16="http://schemas.microsoft.com/office/drawing/2014/main" id="{BB55E146-CDC2-714E-AEDA-21D37E508E28}"/>
              </a:ext>
            </a:extLst>
          </p:cNvPr>
          <p:cNvSpPr>
            <a:spLocks noGrp="1"/>
          </p:cNvSpPr>
          <p:nvPr>
            <p:ph type="pic" sz="quarter" idx="11" hasCustomPrompt="1"/>
          </p:nvPr>
        </p:nvSpPr>
        <p:spPr>
          <a:xfrm>
            <a:off x="4572000" y="0"/>
            <a:ext cx="4572000" cy="5143500"/>
          </a:xfrm>
          <a:solidFill>
            <a:schemeClr val="tx1"/>
          </a:solidFill>
        </p:spPr>
        <p:txBody>
          <a:bodyPr lIns="72000" tIns="72000" rIns="0"/>
          <a:lstStyle>
            <a:lvl1pPr algn="ctr">
              <a:defRPr sz="1050" b="0" i="0">
                <a:solidFill>
                  <a:schemeClr val="bg1"/>
                </a:solidFill>
                <a:latin typeface="Oracle Sans Light" panose="020B0403020204020204" pitchFamily="34" charset="0"/>
                <a:cs typeface="Oracle Sans Light" panose="020B0403020204020204" pitchFamily="34" charset="0"/>
              </a:defRPr>
            </a:lvl1pPr>
          </a:lstStyle>
          <a:p>
            <a:r>
              <a:rPr lang="en-US" dirty="0"/>
              <a:t>Click icon to add illustration</a:t>
            </a:r>
          </a:p>
        </p:txBody>
      </p:sp>
      <p:pic>
        <p:nvPicPr>
          <p:cNvPr id="2" name="OTag">
            <a:extLst>
              <a:ext uri="{FF2B5EF4-FFF2-40B4-BE49-F238E27FC236}">
                <a16:creationId xmlns:a16="http://schemas.microsoft.com/office/drawing/2014/main" id="{E2D47D66-0673-9FA9-7073-BF64CD36609E}"/>
              </a:ext>
              <a:ext uri="{C183D7F6-B498-43B3-948B-1728B52AA6E4}">
                <adec:decorative xmlns:adec="http://schemas.microsoft.com/office/drawing/2017/decorative" val="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8554212" y="4848606"/>
            <a:ext cx="294894" cy="294894"/>
          </a:xfrm>
          <a:prstGeom prst="rect">
            <a:avLst/>
          </a:prstGeom>
        </p:spPr>
      </p:pic>
      <p:sp>
        <p:nvSpPr>
          <p:cNvPr id="3" name="Slide Number Placeholder 7">
            <a:extLst>
              <a:ext uri="{FF2B5EF4-FFF2-40B4-BE49-F238E27FC236}">
                <a16:creationId xmlns:a16="http://schemas.microsoft.com/office/drawing/2014/main" id="{8AC454DE-00F0-4427-48D5-1DC459110090}"/>
              </a:ext>
            </a:extLst>
          </p:cNvPr>
          <p:cNvSpPr>
            <a:spLocks noGrp="1"/>
          </p:cNvSpPr>
          <p:nvPr>
            <p:ph type="sldNum" sz="quarter" idx="17"/>
          </p:nvPr>
        </p:nvSpPr>
        <p:spPr>
          <a:xfrm>
            <a:off x="571500" y="4817745"/>
            <a:ext cx="274320" cy="27432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4" name="Footer Placeholder 6">
            <a:extLst>
              <a:ext uri="{FF2B5EF4-FFF2-40B4-BE49-F238E27FC236}">
                <a16:creationId xmlns:a16="http://schemas.microsoft.com/office/drawing/2014/main" id="{28FED12C-599D-4CB3-E602-5CD82B6F039D}"/>
              </a:ext>
            </a:extLst>
          </p:cNvPr>
          <p:cNvSpPr>
            <a:spLocks noGrp="1"/>
          </p:cNvSpPr>
          <p:nvPr>
            <p:ph type="ftr" sz="quarter" idx="16"/>
          </p:nvPr>
        </p:nvSpPr>
        <p:spPr>
          <a:xfrm>
            <a:off x="845820" y="4817984"/>
            <a:ext cx="4309034" cy="273844"/>
          </a:xfrm>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5" name="Date Placeholder 4">
            <a:extLst>
              <a:ext uri="{FF2B5EF4-FFF2-40B4-BE49-F238E27FC236}">
                <a16:creationId xmlns:a16="http://schemas.microsoft.com/office/drawing/2014/main" id="{61F25286-7A1D-EBA0-D474-81129CEE733D}"/>
              </a:ext>
            </a:extLst>
          </p:cNvPr>
          <p:cNvSpPr>
            <a:spLocks noGrp="1"/>
          </p:cNvSpPr>
          <p:nvPr>
            <p:ph type="dt" sz="half" idx="15"/>
          </p:nvPr>
        </p:nvSpPr>
        <p:spPr>
          <a:xfrm>
            <a:off x="5154854" y="4819203"/>
            <a:ext cx="2057400" cy="272625"/>
          </a:xfrm>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3477561992"/>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Light - Title, Content and 1/3 Photo">
    <p:bg>
      <p:bgRef idx="1001">
        <a:schemeClr val="bg2"/>
      </p:bgRef>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F59826-0B3C-4973-B5FA-B18F68758F38}"/>
              </a:ext>
            </a:extLst>
          </p:cNvPr>
          <p:cNvSpPr>
            <a:spLocks noGrp="1"/>
          </p:cNvSpPr>
          <p:nvPr>
            <p:ph type="title" hasCustomPrompt="1"/>
          </p:nvPr>
        </p:nvSpPr>
        <p:spPr>
          <a:xfrm>
            <a:off x="576657" y="136802"/>
            <a:ext cx="5092612" cy="617220"/>
          </a:xfrm>
        </p:spPr>
        <p:txBody>
          <a:bodyPr/>
          <a:lstStyle>
            <a:lvl1pPr>
              <a:defRPr b="1" i="0">
                <a:latin typeface="Oracle Sans Tab" panose="020B0503020204020204" pitchFamily="34" charset="0"/>
                <a:cs typeface="Oracle Sans Tab" panose="020B0503020204020204" pitchFamily="34" charset="0"/>
              </a:defRPr>
            </a:lvl1pPr>
          </a:lstStyle>
          <a:p>
            <a:r>
              <a:rPr lang="en-US" dirty="0"/>
              <a:t>Title</a:t>
            </a:r>
          </a:p>
        </p:txBody>
      </p:sp>
      <p:sp>
        <p:nvSpPr>
          <p:cNvPr id="4" name="Content">
            <a:extLst>
              <a:ext uri="{FF2B5EF4-FFF2-40B4-BE49-F238E27FC236}">
                <a16:creationId xmlns:a16="http://schemas.microsoft.com/office/drawing/2014/main" id="{FA05E257-5557-514A-2025-3EF63D1140D3}"/>
              </a:ext>
            </a:extLst>
          </p:cNvPr>
          <p:cNvSpPr>
            <a:spLocks noGrp="1"/>
          </p:cNvSpPr>
          <p:nvPr>
            <p:ph sz="quarter" idx="14"/>
          </p:nvPr>
        </p:nvSpPr>
        <p:spPr>
          <a:xfrm>
            <a:off x="575071" y="1200149"/>
            <a:ext cx="5094197" cy="33809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Slide Number Placeholder 7">
            <a:extLst>
              <a:ext uri="{FF2B5EF4-FFF2-40B4-BE49-F238E27FC236}">
                <a16:creationId xmlns:a16="http://schemas.microsoft.com/office/drawing/2014/main" id="{7F0F3812-0E62-2E09-C9AB-79F13108F9A8}"/>
              </a:ext>
            </a:extLst>
          </p:cNvPr>
          <p:cNvSpPr>
            <a:spLocks noGrp="1"/>
          </p:cNvSpPr>
          <p:nvPr>
            <p:ph type="sldNum" sz="quarter" idx="17"/>
          </p:nvPr>
        </p:nvSpPr>
        <p:spPr>
          <a:xfrm>
            <a:off x="571500" y="4817745"/>
            <a:ext cx="274320" cy="274320"/>
          </a:xfrm>
        </p:spPr>
        <p:txBody>
          <a:bodyPr/>
          <a:lstStyle>
            <a:lvl1pPr>
              <a:defRPr>
                <a:solidFill>
                  <a:srgbClr val="8B8580"/>
                </a:solidFill>
              </a:defRPr>
            </a:lvl1pPr>
          </a:lstStyle>
          <a:p>
            <a:fld id="{345D60D9-5372-5F40-9443-0F9AE5BDC3C8}" type="slidenum">
              <a:rPr lang="en-US" smtClean="0"/>
              <a:pPr/>
              <a:t>‹#›</a:t>
            </a:fld>
            <a:endParaRPr lang="en-US" dirty="0"/>
          </a:p>
        </p:txBody>
      </p:sp>
      <p:sp>
        <p:nvSpPr>
          <p:cNvPr id="5" name="Footer Placeholder 6">
            <a:extLst>
              <a:ext uri="{FF2B5EF4-FFF2-40B4-BE49-F238E27FC236}">
                <a16:creationId xmlns:a16="http://schemas.microsoft.com/office/drawing/2014/main" id="{4D96D9B3-827E-BCDB-1DEF-84EB5E7E90C2}"/>
              </a:ext>
            </a:extLst>
          </p:cNvPr>
          <p:cNvSpPr>
            <a:spLocks noGrp="1"/>
          </p:cNvSpPr>
          <p:nvPr>
            <p:ph type="ftr" sz="quarter" idx="16"/>
          </p:nvPr>
        </p:nvSpPr>
        <p:spPr>
          <a:xfrm>
            <a:off x="845820" y="4817984"/>
            <a:ext cx="4309034" cy="273844"/>
          </a:xfrm>
        </p:spPr>
        <p:txBody>
          <a:bodyPr/>
          <a:lstStyle>
            <a:lvl1pPr>
              <a:defRPr>
                <a:solidFill>
                  <a:srgbClr val="8B8580"/>
                </a:solidFill>
              </a:defRPr>
            </a:lvl1pPr>
          </a:lstStyle>
          <a:p>
            <a:r>
              <a:rPr lang="en-US"/>
              <a:t>Copyright © 2025, Oracle and/or its affiliates |  Confidential: Internal/Restricted/Highly Restricted</a:t>
            </a:r>
            <a:endParaRPr lang="en-US" dirty="0"/>
          </a:p>
        </p:txBody>
      </p:sp>
      <p:sp>
        <p:nvSpPr>
          <p:cNvPr id="7" name="Date Placeholder 4">
            <a:extLst>
              <a:ext uri="{FF2B5EF4-FFF2-40B4-BE49-F238E27FC236}">
                <a16:creationId xmlns:a16="http://schemas.microsoft.com/office/drawing/2014/main" id="{6FBD1657-DE16-5859-6047-8B20D7971D48}"/>
              </a:ext>
            </a:extLst>
          </p:cNvPr>
          <p:cNvSpPr>
            <a:spLocks noGrp="1"/>
          </p:cNvSpPr>
          <p:nvPr>
            <p:ph type="dt" sz="half" idx="15"/>
          </p:nvPr>
        </p:nvSpPr>
        <p:spPr>
          <a:xfrm>
            <a:off x="5154854" y="4819203"/>
            <a:ext cx="2057400" cy="272625"/>
          </a:xfrm>
        </p:spPr>
        <p:txBody>
          <a:bodyPr/>
          <a:lstStyle>
            <a:lvl1pPr>
              <a:defRPr>
                <a:solidFill>
                  <a:srgbClr val="AEA8A2"/>
                </a:solidFill>
              </a:defRPr>
            </a:lvl1pPr>
          </a:lstStyle>
          <a:p>
            <a:r>
              <a:rPr lang="en-US"/>
              <a:t>[Date]</a:t>
            </a:r>
            <a:endParaRPr lang="en-US" dirty="0"/>
          </a:p>
        </p:txBody>
      </p:sp>
      <p:sp>
        <p:nvSpPr>
          <p:cNvPr id="10" name="Picture Placeholder 9">
            <a:extLst>
              <a:ext uri="{FF2B5EF4-FFF2-40B4-BE49-F238E27FC236}">
                <a16:creationId xmlns:a16="http://schemas.microsoft.com/office/drawing/2014/main" id="{22033CC1-6A5D-D20A-D1C7-358398AE8124}"/>
              </a:ext>
            </a:extLst>
          </p:cNvPr>
          <p:cNvSpPr>
            <a:spLocks noGrp="1"/>
          </p:cNvSpPr>
          <p:nvPr>
            <p:ph type="pic" sz="quarter" idx="18"/>
          </p:nvPr>
        </p:nvSpPr>
        <p:spPr>
          <a:xfrm>
            <a:off x="6099048" y="0"/>
            <a:ext cx="3044952" cy="5143500"/>
          </a:xfrm>
        </p:spPr>
        <p:txBody>
          <a:bodyPr/>
          <a:lstStyle/>
          <a:p>
            <a:r>
              <a:rPr lang="en-US"/>
              <a:t>Click icon to add picture</a:t>
            </a:r>
          </a:p>
        </p:txBody>
      </p:sp>
    </p:spTree>
    <p:extLst>
      <p:ext uri="{BB962C8B-B14F-4D97-AF65-F5344CB8AC3E}">
        <p14:creationId xmlns:p14="http://schemas.microsoft.com/office/powerpoint/2010/main" val="3350892925"/>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Dark - Title, Content and 1/3 Photo">
    <p:bg>
      <p:bgRef idx="1001">
        <a:schemeClr val="bg1"/>
      </p:bgRef>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F59826-0B3C-4973-B5FA-B18F68758F38}"/>
              </a:ext>
            </a:extLst>
          </p:cNvPr>
          <p:cNvSpPr>
            <a:spLocks noGrp="1"/>
          </p:cNvSpPr>
          <p:nvPr>
            <p:ph type="title" hasCustomPrompt="1"/>
          </p:nvPr>
        </p:nvSpPr>
        <p:spPr>
          <a:xfrm>
            <a:off x="576657" y="136802"/>
            <a:ext cx="5092612" cy="617220"/>
          </a:xfrm>
        </p:spPr>
        <p:txBody>
          <a:bodyPr/>
          <a:lstStyle>
            <a:lvl1pPr>
              <a:defRPr b="1" i="0">
                <a:latin typeface="Oracle Sans Tab" panose="020B0503020204020204" pitchFamily="34" charset="0"/>
                <a:cs typeface="Oracle Sans Tab" panose="020B0503020204020204" pitchFamily="34" charset="0"/>
              </a:defRPr>
            </a:lvl1pPr>
          </a:lstStyle>
          <a:p>
            <a:r>
              <a:rPr lang="en-US" dirty="0"/>
              <a:t>Title</a:t>
            </a:r>
          </a:p>
        </p:txBody>
      </p:sp>
      <p:sp>
        <p:nvSpPr>
          <p:cNvPr id="4" name="Content">
            <a:extLst>
              <a:ext uri="{FF2B5EF4-FFF2-40B4-BE49-F238E27FC236}">
                <a16:creationId xmlns:a16="http://schemas.microsoft.com/office/drawing/2014/main" id="{FA05E257-5557-514A-2025-3EF63D1140D3}"/>
              </a:ext>
            </a:extLst>
          </p:cNvPr>
          <p:cNvSpPr>
            <a:spLocks noGrp="1"/>
          </p:cNvSpPr>
          <p:nvPr>
            <p:ph sz="quarter" idx="14"/>
          </p:nvPr>
        </p:nvSpPr>
        <p:spPr>
          <a:xfrm>
            <a:off x="575071" y="1200149"/>
            <a:ext cx="5094197" cy="33809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Slide Number Placeholder 7">
            <a:extLst>
              <a:ext uri="{FF2B5EF4-FFF2-40B4-BE49-F238E27FC236}">
                <a16:creationId xmlns:a16="http://schemas.microsoft.com/office/drawing/2014/main" id="{7F0F3812-0E62-2E09-C9AB-79F13108F9A8}"/>
              </a:ext>
            </a:extLst>
          </p:cNvPr>
          <p:cNvSpPr>
            <a:spLocks noGrp="1"/>
          </p:cNvSpPr>
          <p:nvPr>
            <p:ph type="sldNum" sz="quarter" idx="17"/>
          </p:nvPr>
        </p:nvSpPr>
        <p:spPr>
          <a:xfrm>
            <a:off x="571500" y="4817745"/>
            <a:ext cx="274320" cy="27432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5" name="Footer Placeholder 6">
            <a:extLst>
              <a:ext uri="{FF2B5EF4-FFF2-40B4-BE49-F238E27FC236}">
                <a16:creationId xmlns:a16="http://schemas.microsoft.com/office/drawing/2014/main" id="{4D96D9B3-827E-BCDB-1DEF-84EB5E7E90C2}"/>
              </a:ext>
            </a:extLst>
          </p:cNvPr>
          <p:cNvSpPr>
            <a:spLocks noGrp="1"/>
          </p:cNvSpPr>
          <p:nvPr>
            <p:ph type="ftr" sz="quarter" idx="16"/>
          </p:nvPr>
        </p:nvSpPr>
        <p:spPr>
          <a:xfrm>
            <a:off x="845820" y="4817984"/>
            <a:ext cx="4309034" cy="273844"/>
          </a:xfrm>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7" name="Date Placeholder 4">
            <a:extLst>
              <a:ext uri="{FF2B5EF4-FFF2-40B4-BE49-F238E27FC236}">
                <a16:creationId xmlns:a16="http://schemas.microsoft.com/office/drawing/2014/main" id="{6FBD1657-DE16-5859-6047-8B20D7971D48}"/>
              </a:ext>
            </a:extLst>
          </p:cNvPr>
          <p:cNvSpPr>
            <a:spLocks noGrp="1"/>
          </p:cNvSpPr>
          <p:nvPr>
            <p:ph type="dt" sz="half" idx="15"/>
          </p:nvPr>
        </p:nvSpPr>
        <p:spPr>
          <a:xfrm>
            <a:off x="5154854" y="4819203"/>
            <a:ext cx="2057400" cy="272625"/>
          </a:xfrm>
        </p:spPr>
        <p:txBody>
          <a:bodyPr/>
          <a:lstStyle>
            <a:lvl1pPr>
              <a:defRPr>
                <a:solidFill>
                  <a:srgbClr val="AEA8A2"/>
                </a:solidFill>
              </a:defRPr>
            </a:lvl1pPr>
          </a:lstStyle>
          <a:p>
            <a:r>
              <a:rPr lang="en-US"/>
              <a:t>[Date]</a:t>
            </a:r>
            <a:endParaRPr lang="en-US" dirty="0"/>
          </a:p>
        </p:txBody>
      </p:sp>
      <p:sp>
        <p:nvSpPr>
          <p:cNvPr id="10" name="Picture Placeholder 9">
            <a:extLst>
              <a:ext uri="{FF2B5EF4-FFF2-40B4-BE49-F238E27FC236}">
                <a16:creationId xmlns:a16="http://schemas.microsoft.com/office/drawing/2014/main" id="{22033CC1-6A5D-D20A-D1C7-358398AE8124}"/>
              </a:ext>
            </a:extLst>
          </p:cNvPr>
          <p:cNvSpPr>
            <a:spLocks noGrp="1"/>
          </p:cNvSpPr>
          <p:nvPr>
            <p:ph type="pic" sz="quarter" idx="18"/>
          </p:nvPr>
        </p:nvSpPr>
        <p:spPr>
          <a:xfrm>
            <a:off x="6099048" y="0"/>
            <a:ext cx="3044952" cy="5143500"/>
          </a:xfrm>
        </p:spPr>
        <p:txBody>
          <a:bodyPr/>
          <a:lstStyle/>
          <a:p>
            <a:r>
              <a:rPr lang="en-US"/>
              <a:t>Click icon to add picture</a:t>
            </a:r>
          </a:p>
        </p:txBody>
      </p:sp>
    </p:spTree>
    <p:extLst>
      <p:ext uri="{BB962C8B-B14F-4D97-AF65-F5344CB8AC3E}">
        <p14:creationId xmlns:p14="http://schemas.microsoft.com/office/powerpoint/2010/main" val="3944585795"/>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3 Icons + Short Copy_White_Pillar">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9FC0DC-6C36-4AC7-90FE-9BE28E17F1BF}"/>
              </a:ext>
            </a:extLst>
          </p:cNvPr>
          <p:cNvSpPr>
            <a:spLocks noGrp="1"/>
          </p:cNvSpPr>
          <p:nvPr>
            <p:ph type="title" hasCustomPrompt="1"/>
          </p:nvPr>
        </p:nvSpPr>
        <p:spPr/>
        <p:txBody>
          <a:bodyPr/>
          <a:lstStyle>
            <a:lvl1pPr>
              <a:defRPr b="1" i="0">
                <a:latin typeface="Oracle Sans Tab" panose="020B0503020204020204" pitchFamily="34" charset="0"/>
                <a:cs typeface="Oracle Sans Tab" panose="020B0503020204020204" pitchFamily="34" charset="0"/>
              </a:defRPr>
            </a:lvl1pPr>
          </a:lstStyle>
          <a:p>
            <a:r>
              <a:rPr lang="en-US" dirty="0"/>
              <a:t>Title</a:t>
            </a:r>
          </a:p>
        </p:txBody>
      </p:sp>
      <p:sp>
        <p:nvSpPr>
          <p:cNvPr id="3" name="Picture Placeholder 2">
            <a:extLst>
              <a:ext uri="{FF2B5EF4-FFF2-40B4-BE49-F238E27FC236}">
                <a16:creationId xmlns:a16="http://schemas.microsoft.com/office/drawing/2014/main" id="{C4A0F212-7687-B242-8162-FFAC910A60EF}"/>
              </a:ext>
            </a:extLst>
          </p:cNvPr>
          <p:cNvSpPr>
            <a:spLocks noGrp="1" noChangeAspect="1"/>
          </p:cNvSpPr>
          <p:nvPr>
            <p:ph type="pic" sz="quarter" idx="26" hasCustomPrompt="1"/>
          </p:nvPr>
        </p:nvSpPr>
        <p:spPr>
          <a:xfrm>
            <a:off x="679377" y="1427892"/>
            <a:ext cx="1420403" cy="1273574"/>
          </a:xfrm>
          <a:noFill/>
        </p:spPr>
        <p:txBody>
          <a:bodyPr/>
          <a:lstStyle>
            <a:lvl1pPr>
              <a:defRPr sz="900" b="0" i="0">
                <a:latin typeface="Oracle Sans Light" panose="020B0403020204020204" pitchFamily="34" charset="0"/>
                <a:cs typeface="Oracle Sans Light" panose="020B0403020204020204" pitchFamily="34" charset="0"/>
              </a:defRPr>
            </a:lvl1pPr>
          </a:lstStyle>
          <a:p>
            <a:r>
              <a:rPr lang="en-US" dirty="0"/>
              <a:t>Click to insert icon</a:t>
            </a:r>
          </a:p>
        </p:txBody>
      </p:sp>
      <p:sp>
        <p:nvSpPr>
          <p:cNvPr id="14" name="Text Placeholder 21">
            <a:extLst>
              <a:ext uri="{FF2B5EF4-FFF2-40B4-BE49-F238E27FC236}">
                <a16:creationId xmlns:a16="http://schemas.microsoft.com/office/drawing/2014/main" id="{920A2EEA-131E-DA4C-92C3-898A80B8B561}"/>
              </a:ext>
            </a:extLst>
          </p:cNvPr>
          <p:cNvSpPr>
            <a:spLocks noGrp="1"/>
          </p:cNvSpPr>
          <p:nvPr>
            <p:ph type="body" sz="quarter" idx="25" hasCustomPrompt="1"/>
          </p:nvPr>
        </p:nvSpPr>
        <p:spPr>
          <a:xfrm>
            <a:off x="683335" y="2987798"/>
            <a:ext cx="1707698" cy="242914"/>
          </a:xfrm>
          <a:prstGeom prst="rect">
            <a:avLst/>
          </a:prstGeom>
          <a:noFill/>
        </p:spPr>
        <p:txBody>
          <a:bodyPr lIns="0" tIns="0" rIns="0" bIns="0"/>
          <a:lstStyle>
            <a:lvl1pPr algn="l">
              <a:lnSpc>
                <a:spcPts val="1410"/>
              </a:lnSpc>
              <a:defRPr sz="1050" b="1" i="0">
                <a:solidFill>
                  <a:schemeClr val="tx1"/>
                </a:solidFill>
                <a:latin typeface="Oracle Sans" panose="020B0503020204020204" pitchFamily="34" charset="0"/>
                <a:cs typeface="Oracle Sans" panose="020B0503020204020204" pitchFamily="34" charset="0"/>
              </a:defRPr>
            </a:lvl1pPr>
          </a:lstStyle>
          <a:p>
            <a:pPr lvl="0"/>
            <a:r>
              <a:rPr lang="en-IN" dirty="0"/>
              <a:t>Subhead goes here.</a:t>
            </a:r>
            <a:endParaRPr lang="en-US" dirty="0"/>
          </a:p>
        </p:txBody>
      </p:sp>
      <p:sp>
        <p:nvSpPr>
          <p:cNvPr id="11" name="Text Placeholder 21">
            <a:extLst>
              <a:ext uri="{FF2B5EF4-FFF2-40B4-BE49-F238E27FC236}">
                <a16:creationId xmlns:a16="http://schemas.microsoft.com/office/drawing/2014/main" id="{442F0FF9-B575-DD4A-AF68-999EE8B4FE0D}"/>
              </a:ext>
            </a:extLst>
          </p:cNvPr>
          <p:cNvSpPr>
            <a:spLocks noGrp="1"/>
          </p:cNvSpPr>
          <p:nvPr>
            <p:ph type="body" sz="quarter" idx="24" hasCustomPrompt="1"/>
          </p:nvPr>
        </p:nvSpPr>
        <p:spPr>
          <a:xfrm>
            <a:off x="683335" y="3283033"/>
            <a:ext cx="1707698" cy="933710"/>
          </a:xfrm>
          <a:prstGeom prst="rect">
            <a:avLst/>
          </a:prstGeom>
          <a:noFill/>
        </p:spPr>
        <p:txBody>
          <a:bodyPr lIns="0" tIns="0" rIns="0" bIns="0"/>
          <a:lstStyle>
            <a:lvl1pPr algn="l">
              <a:lnSpc>
                <a:spcPct val="100000"/>
              </a:lnSpc>
              <a:defRPr sz="900" b="0" i="0">
                <a:solidFill>
                  <a:schemeClr val="tx2"/>
                </a:solidFill>
                <a:latin typeface="Oracle Sans Light" panose="020B0403020204020204" pitchFamily="34" charset="0"/>
                <a:cs typeface="Oracle Sans Light" panose="020B04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r>
              <a:rPr lang="en-IN" dirty="0"/>
              <a:t>, </a:t>
            </a:r>
            <a:r>
              <a:rPr lang="en-IN" dirty="0" err="1"/>
              <a:t>sed</a:t>
            </a:r>
            <a:r>
              <a:rPr lang="en-IN" dirty="0"/>
              <a:t> do </a:t>
            </a:r>
            <a:r>
              <a:rPr lang="en-IN" dirty="0" err="1"/>
              <a:t>eiusmod</a:t>
            </a:r>
            <a:r>
              <a:rPr lang="en-IN" dirty="0"/>
              <a:t> </a:t>
            </a:r>
            <a:r>
              <a:rPr lang="en-IN" dirty="0" err="1"/>
              <a:t>tempor</a:t>
            </a:r>
            <a:r>
              <a:rPr lang="en-IN" dirty="0"/>
              <a:t> </a:t>
            </a:r>
            <a:r>
              <a:rPr lang="en-IN" dirty="0" err="1"/>
              <a:t>incididunt</a:t>
            </a:r>
            <a:r>
              <a:rPr lang="en-IN" dirty="0"/>
              <a:t> </a:t>
            </a:r>
            <a:r>
              <a:rPr lang="en-IN" dirty="0" err="1"/>
              <a:t>ut</a:t>
            </a:r>
            <a:r>
              <a:rPr lang="en-IN" dirty="0"/>
              <a:t> </a:t>
            </a:r>
            <a:r>
              <a:rPr lang="en-IN" dirty="0" err="1"/>
              <a:t>labore</a:t>
            </a:r>
            <a:r>
              <a:rPr lang="en-IN" dirty="0"/>
              <a:t> et dolore magna </a:t>
            </a:r>
            <a:r>
              <a:rPr lang="en-IN" dirty="0" err="1"/>
              <a:t>aliqua</a:t>
            </a:r>
            <a:r>
              <a:rPr lang="en-IN" dirty="0"/>
              <a:t>. </a:t>
            </a:r>
            <a:endParaRPr lang="en-US" dirty="0"/>
          </a:p>
        </p:txBody>
      </p:sp>
      <p:cxnSp>
        <p:nvCxnSpPr>
          <p:cNvPr id="5" name="Straight Connector 4">
            <a:extLst>
              <a:ext uri="{FF2B5EF4-FFF2-40B4-BE49-F238E27FC236}">
                <a16:creationId xmlns:a16="http://schemas.microsoft.com/office/drawing/2014/main" id="{64BB08A7-EFFF-E144-B8F2-3D5B80F0DC46}"/>
              </a:ext>
              <a:ext uri="{C183D7F6-B498-43B3-948B-1728B52AA6E4}">
                <adec:decorative xmlns:adec="http://schemas.microsoft.com/office/drawing/2017/decorative" val="1"/>
              </a:ext>
            </a:extLst>
          </p:cNvPr>
          <p:cNvCxnSpPr>
            <a:cxnSpLocks/>
          </p:cNvCxnSpPr>
          <p:nvPr userDrawn="1"/>
        </p:nvCxnSpPr>
        <p:spPr>
          <a:xfrm>
            <a:off x="3002692" y="1191135"/>
            <a:ext cx="0" cy="3283816"/>
          </a:xfrm>
          <a:prstGeom prst="line">
            <a:avLst/>
          </a:prstGeom>
          <a:ln>
            <a:solidFill>
              <a:srgbClr val="AEA8A2">
                <a:alpha val="50000"/>
              </a:srgbClr>
            </a:solidFill>
          </a:ln>
        </p:spPr>
        <p:style>
          <a:lnRef idx="1">
            <a:schemeClr val="accent1"/>
          </a:lnRef>
          <a:fillRef idx="0">
            <a:schemeClr val="accent1"/>
          </a:fillRef>
          <a:effectRef idx="0">
            <a:schemeClr val="accent1"/>
          </a:effectRef>
          <a:fontRef idx="minor">
            <a:schemeClr val="tx1"/>
          </a:fontRef>
        </p:style>
      </p:cxnSp>
      <p:sp>
        <p:nvSpPr>
          <p:cNvPr id="22" name="Picture Placeholder 2">
            <a:extLst>
              <a:ext uri="{FF2B5EF4-FFF2-40B4-BE49-F238E27FC236}">
                <a16:creationId xmlns:a16="http://schemas.microsoft.com/office/drawing/2014/main" id="{00545EAB-02F2-4D35-839F-11095FE3779B}"/>
              </a:ext>
            </a:extLst>
          </p:cNvPr>
          <p:cNvSpPr>
            <a:spLocks noGrp="1" noChangeAspect="1"/>
          </p:cNvSpPr>
          <p:nvPr>
            <p:ph type="pic" sz="quarter" idx="33" hasCustomPrompt="1"/>
          </p:nvPr>
        </p:nvSpPr>
        <p:spPr>
          <a:xfrm>
            <a:off x="3597986" y="1438027"/>
            <a:ext cx="1420403" cy="1273574"/>
          </a:xfrm>
          <a:noFill/>
        </p:spPr>
        <p:txBody>
          <a:bodyPr/>
          <a:lstStyle>
            <a:lvl1pPr>
              <a:defRPr sz="900" b="0" i="0">
                <a:latin typeface="Oracle Sans Light" panose="020B0403020204020204" pitchFamily="34" charset="0"/>
                <a:cs typeface="Oracle Sans Light" panose="020B0403020204020204" pitchFamily="34" charset="0"/>
              </a:defRPr>
            </a:lvl1pPr>
          </a:lstStyle>
          <a:p>
            <a:r>
              <a:rPr lang="en-US" dirty="0"/>
              <a:t>Click to insert icon</a:t>
            </a:r>
          </a:p>
        </p:txBody>
      </p:sp>
      <p:sp>
        <p:nvSpPr>
          <p:cNvPr id="23" name="Text Placeholder 21">
            <a:extLst>
              <a:ext uri="{FF2B5EF4-FFF2-40B4-BE49-F238E27FC236}">
                <a16:creationId xmlns:a16="http://schemas.microsoft.com/office/drawing/2014/main" id="{C85CBC82-72D6-46B3-9B52-627E5BC2BC55}"/>
              </a:ext>
            </a:extLst>
          </p:cNvPr>
          <p:cNvSpPr>
            <a:spLocks noGrp="1"/>
          </p:cNvSpPr>
          <p:nvPr>
            <p:ph type="body" sz="quarter" idx="34" hasCustomPrompt="1"/>
          </p:nvPr>
        </p:nvSpPr>
        <p:spPr>
          <a:xfrm>
            <a:off x="3597986" y="2987798"/>
            <a:ext cx="1707698" cy="242914"/>
          </a:xfrm>
          <a:prstGeom prst="rect">
            <a:avLst/>
          </a:prstGeom>
          <a:noFill/>
        </p:spPr>
        <p:txBody>
          <a:bodyPr lIns="0" tIns="0" rIns="0" bIns="0"/>
          <a:lstStyle>
            <a:lvl1pPr algn="l">
              <a:lnSpc>
                <a:spcPts val="1410"/>
              </a:lnSpc>
              <a:defRPr sz="1050" b="1" i="0">
                <a:solidFill>
                  <a:schemeClr val="tx1"/>
                </a:solidFill>
                <a:latin typeface="Oracle Sans" panose="020B0503020204020204" pitchFamily="34" charset="0"/>
                <a:cs typeface="Oracle Sans" panose="020B0503020204020204" pitchFamily="34" charset="0"/>
              </a:defRPr>
            </a:lvl1pPr>
          </a:lstStyle>
          <a:p>
            <a:pPr lvl="0"/>
            <a:r>
              <a:rPr lang="en-IN" dirty="0"/>
              <a:t>Subhead goes here.</a:t>
            </a:r>
            <a:endParaRPr lang="en-US" dirty="0"/>
          </a:p>
        </p:txBody>
      </p:sp>
      <p:sp>
        <p:nvSpPr>
          <p:cNvPr id="29" name="Text Placeholder 21">
            <a:extLst>
              <a:ext uri="{FF2B5EF4-FFF2-40B4-BE49-F238E27FC236}">
                <a16:creationId xmlns:a16="http://schemas.microsoft.com/office/drawing/2014/main" id="{0FA9D0FA-EA15-4919-BEB9-4C5EE9D8CDFF}"/>
              </a:ext>
            </a:extLst>
          </p:cNvPr>
          <p:cNvSpPr>
            <a:spLocks noGrp="1"/>
          </p:cNvSpPr>
          <p:nvPr>
            <p:ph type="body" sz="quarter" idx="35" hasCustomPrompt="1"/>
          </p:nvPr>
        </p:nvSpPr>
        <p:spPr>
          <a:xfrm>
            <a:off x="3597986" y="3283033"/>
            <a:ext cx="1707698" cy="933710"/>
          </a:xfrm>
          <a:prstGeom prst="rect">
            <a:avLst/>
          </a:prstGeom>
          <a:noFill/>
        </p:spPr>
        <p:txBody>
          <a:bodyPr lIns="0" tIns="0" rIns="0" bIns="0"/>
          <a:lstStyle>
            <a:lvl1pPr algn="l">
              <a:lnSpc>
                <a:spcPct val="100000"/>
              </a:lnSpc>
              <a:defRPr sz="900" b="0" i="0">
                <a:solidFill>
                  <a:schemeClr val="tx2"/>
                </a:solidFill>
                <a:latin typeface="Oracle Sans Light" panose="020B0403020204020204" pitchFamily="34" charset="0"/>
                <a:cs typeface="Oracle Sans Light" panose="020B04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r>
              <a:rPr lang="en-IN" dirty="0"/>
              <a:t>, </a:t>
            </a:r>
            <a:r>
              <a:rPr lang="en-IN" dirty="0" err="1"/>
              <a:t>sed</a:t>
            </a:r>
            <a:r>
              <a:rPr lang="en-IN" dirty="0"/>
              <a:t> do </a:t>
            </a:r>
            <a:r>
              <a:rPr lang="en-IN" dirty="0" err="1"/>
              <a:t>eiusmod</a:t>
            </a:r>
            <a:r>
              <a:rPr lang="en-IN" dirty="0"/>
              <a:t> </a:t>
            </a:r>
            <a:r>
              <a:rPr lang="en-IN" dirty="0" err="1"/>
              <a:t>tempor</a:t>
            </a:r>
            <a:r>
              <a:rPr lang="en-IN" dirty="0"/>
              <a:t> </a:t>
            </a:r>
            <a:r>
              <a:rPr lang="en-IN" dirty="0" err="1"/>
              <a:t>incididunt</a:t>
            </a:r>
            <a:r>
              <a:rPr lang="en-IN" dirty="0"/>
              <a:t> </a:t>
            </a:r>
            <a:r>
              <a:rPr lang="en-IN" dirty="0" err="1"/>
              <a:t>ut</a:t>
            </a:r>
            <a:r>
              <a:rPr lang="en-IN" dirty="0"/>
              <a:t> </a:t>
            </a:r>
            <a:r>
              <a:rPr lang="en-IN" dirty="0" err="1"/>
              <a:t>labore</a:t>
            </a:r>
            <a:r>
              <a:rPr lang="en-IN" dirty="0"/>
              <a:t> et dolore magna </a:t>
            </a:r>
            <a:r>
              <a:rPr lang="en-IN" dirty="0" err="1"/>
              <a:t>aliqua</a:t>
            </a:r>
            <a:r>
              <a:rPr lang="en-IN" dirty="0"/>
              <a:t>. </a:t>
            </a:r>
            <a:endParaRPr lang="en-US" dirty="0"/>
          </a:p>
        </p:txBody>
      </p:sp>
      <p:cxnSp>
        <p:nvCxnSpPr>
          <p:cNvPr id="28" name="Straight Connector 27">
            <a:extLst>
              <a:ext uri="{FF2B5EF4-FFF2-40B4-BE49-F238E27FC236}">
                <a16:creationId xmlns:a16="http://schemas.microsoft.com/office/drawing/2014/main" id="{A0082647-1E21-E741-BAE0-54CD63A1A8A2}"/>
              </a:ext>
              <a:ext uri="{C183D7F6-B498-43B3-948B-1728B52AA6E4}">
                <adec:decorative xmlns:adec="http://schemas.microsoft.com/office/drawing/2017/decorative" val="1"/>
              </a:ext>
            </a:extLst>
          </p:cNvPr>
          <p:cNvCxnSpPr>
            <a:cxnSpLocks/>
          </p:cNvCxnSpPr>
          <p:nvPr userDrawn="1"/>
        </p:nvCxnSpPr>
        <p:spPr>
          <a:xfrm>
            <a:off x="5897262" y="1191135"/>
            <a:ext cx="0" cy="3283816"/>
          </a:xfrm>
          <a:prstGeom prst="line">
            <a:avLst/>
          </a:prstGeom>
          <a:ln>
            <a:solidFill>
              <a:srgbClr val="AEA8A2">
                <a:alpha val="50000"/>
              </a:srgbClr>
            </a:solidFill>
          </a:ln>
        </p:spPr>
        <p:style>
          <a:lnRef idx="1">
            <a:schemeClr val="accent1"/>
          </a:lnRef>
          <a:fillRef idx="0">
            <a:schemeClr val="accent1"/>
          </a:fillRef>
          <a:effectRef idx="0">
            <a:schemeClr val="accent1"/>
          </a:effectRef>
          <a:fontRef idx="minor">
            <a:schemeClr val="tx1"/>
          </a:fontRef>
        </p:style>
      </p:cxnSp>
      <p:sp>
        <p:nvSpPr>
          <p:cNvPr id="30" name="Picture Placeholder 2">
            <a:extLst>
              <a:ext uri="{FF2B5EF4-FFF2-40B4-BE49-F238E27FC236}">
                <a16:creationId xmlns:a16="http://schemas.microsoft.com/office/drawing/2014/main" id="{7E0E7E15-3D7B-4123-8321-B073C59133A1}"/>
              </a:ext>
            </a:extLst>
          </p:cNvPr>
          <p:cNvSpPr>
            <a:spLocks noGrp="1" noChangeAspect="1"/>
          </p:cNvSpPr>
          <p:nvPr>
            <p:ph type="pic" sz="quarter" idx="36" hasCustomPrompt="1"/>
          </p:nvPr>
        </p:nvSpPr>
        <p:spPr>
          <a:xfrm>
            <a:off x="6484401" y="1438027"/>
            <a:ext cx="1420403" cy="1273574"/>
          </a:xfrm>
          <a:noFill/>
        </p:spPr>
        <p:txBody>
          <a:bodyPr/>
          <a:lstStyle>
            <a:lvl1pPr>
              <a:defRPr sz="900" b="0" i="0">
                <a:latin typeface="Oracle Sans Light" panose="020B0403020204020204" pitchFamily="34" charset="0"/>
                <a:cs typeface="Oracle Sans Light" panose="020B0403020204020204" pitchFamily="34" charset="0"/>
              </a:defRPr>
            </a:lvl1pPr>
          </a:lstStyle>
          <a:p>
            <a:r>
              <a:rPr lang="en-US" dirty="0"/>
              <a:t>Click to insert icon</a:t>
            </a:r>
          </a:p>
        </p:txBody>
      </p:sp>
      <p:sp>
        <p:nvSpPr>
          <p:cNvPr id="31" name="Text Placeholder 21">
            <a:extLst>
              <a:ext uri="{FF2B5EF4-FFF2-40B4-BE49-F238E27FC236}">
                <a16:creationId xmlns:a16="http://schemas.microsoft.com/office/drawing/2014/main" id="{8C820BCB-F093-47C5-A402-60E80288139D}"/>
              </a:ext>
            </a:extLst>
          </p:cNvPr>
          <p:cNvSpPr>
            <a:spLocks noGrp="1"/>
          </p:cNvSpPr>
          <p:nvPr>
            <p:ph type="body" sz="quarter" idx="37" hasCustomPrompt="1"/>
          </p:nvPr>
        </p:nvSpPr>
        <p:spPr>
          <a:xfrm>
            <a:off x="6486259" y="2987798"/>
            <a:ext cx="1707698" cy="242914"/>
          </a:xfrm>
          <a:prstGeom prst="rect">
            <a:avLst/>
          </a:prstGeom>
          <a:noFill/>
        </p:spPr>
        <p:txBody>
          <a:bodyPr lIns="0" tIns="0" rIns="0" bIns="0"/>
          <a:lstStyle>
            <a:lvl1pPr algn="l">
              <a:lnSpc>
                <a:spcPts val="1410"/>
              </a:lnSpc>
              <a:defRPr sz="1050" b="1" i="0">
                <a:solidFill>
                  <a:schemeClr val="tx1"/>
                </a:solidFill>
                <a:latin typeface="Oracle Sans" panose="020B0503020204020204" pitchFamily="34" charset="0"/>
                <a:cs typeface="Oracle Sans" panose="020B0503020204020204" pitchFamily="34" charset="0"/>
              </a:defRPr>
            </a:lvl1pPr>
          </a:lstStyle>
          <a:p>
            <a:pPr lvl="0"/>
            <a:r>
              <a:rPr lang="en-IN" dirty="0"/>
              <a:t>Subhead goes here.</a:t>
            </a:r>
            <a:endParaRPr lang="en-US" dirty="0"/>
          </a:p>
        </p:txBody>
      </p:sp>
      <p:sp>
        <p:nvSpPr>
          <p:cNvPr id="32" name="Text Placeholder 21">
            <a:extLst>
              <a:ext uri="{FF2B5EF4-FFF2-40B4-BE49-F238E27FC236}">
                <a16:creationId xmlns:a16="http://schemas.microsoft.com/office/drawing/2014/main" id="{F1AF7868-3C5C-49BB-8190-B4107C4DC70C}"/>
              </a:ext>
            </a:extLst>
          </p:cNvPr>
          <p:cNvSpPr>
            <a:spLocks noGrp="1"/>
          </p:cNvSpPr>
          <p:nvPr>
            <p:ph type="body" sz="quarter" idx="38" hasCustomPrompt="1"/>
          </p:nvPr>
        </p:nvSpPr>
        <p:spPr>
          <a:xfrm>
            <a:off x="6486259" y="3283033"/>
            <a:ext cx="1707698" cy="933710"/>
          </a:xfrm>
          <a:prstGeom prst="rect">
            <a:avLst/>
          </a:prstGeom>
          <a:noFill/>
        </p:spPr>
        <p:txBody>
          <a:bodyPr lIns="0" tIns="0" rIns="0" bIns="0"/>
          <a:lstStyle>
            <a:lvl1pPr algn="l">
              <a:lnSpc>
                <a:spcPct val="100000"/>
              </a:lnSpc>
              <a:defRPr sz="900" b="0" i="0">
                <a:solidFill>
                  <a:schemeClr val="tx2"/>
                </a:solidFill>
                <a:latin typeface="Oracle Sans Light" panose="020B0403020204020204" pitchFamily="34" charset="0"/>
                <a:cs typeface="Oracle Sans Light" panose="020B04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r>
              <a:rPr lang="en-IN" dirty="0"/>
              <a:t>, </a:t>
            </a:r>
            <a:r>
              <a:rPr lang="en-IN" dirty="0" err="1"/>
              <a:t>sed</a:t>
            </a:r>
            <a:r>
              <a:rPr lang="en-IN" dirty="0"/>
              <a:t> do </a:t>
            </a:r>
            <a:r>
              <a:rPr lang="en-IN" dirty="0" err="1"/>
              <a:t>eiusmod</a:t>
            </a:r>
            <a:r>
              <a:rPr lang="en-IN" dirty="0"/>
              <a:t> </a:t>
            </a:r>
            <a:r>
              <a:rPr lang="en-IN" dirty="0" err="1"/>
              <a:t>tempor</a:t>
            </a:r>
            <a:r>
              <a:rPr lang="en-IN" dirty="0"/>
              <a:t> </a:t>
            </a:r>
            <a:r>
              <a:rPr lang="en-IN" dirty="0" err="1"/>
              <a:t>incididunt</a:t>
            </a:r>
            <a:r>
              <a:rPr lang="en-IN" dirty="0"/>
              <a:t> </a:t>
            </a:r>
            <a:r>
              <a:rPr lang="en-IN" dirty="0" err="1"/>
              <a:t>ut</a:t>
            </a:r>
            <a:r>
              <a:rPr lang="en-IN" dirty="0"/>
              <a:t> </a:t>
            </a:r>
            <a:r>
              <a:rPr lang="en-IN" dirty="0" err="1"/>
              <a:t>labore</a:t>
            </a:r>
            <a:r>
              <a:rPr lang="en-IN" dirty="0"/>
              <a:t> et dolore magna </a:t>
            </a:r>
            <a:r>
              <a:rPr lang="en-IN" dirty="0" err="1"/>
              <a:t>aliqua</a:t>
            </a:r>
            <a:r>
              <a:rPr lang="en-IN" dirty="0"/>
              <a:t>. </a:t>
            </a:r>
            <a:endParaRPr lang="en-US" dirty="0"/>
          </a:p>
        </p:txBody>
      </p:sp>
      <p:sp>
        <p:nvSpPr>
          <p:cNvPr id="4" name="Slide Number Placeholder 5">
            <a:extLst>
              <a:ext uri="{FF2B5EF4-FFF2-40B4-BE49-F238E27FC236}">
                <a16:creationId xmlns:a16="http://schemas.microsoft.com/office/drawing/2014/main" id="{AE1C95CF-F269-5F1F-6878-E31BB7E6DA51}"/>
              </a:ext>
            </a:extLst>
          </p:cNvPr>
          <p:cNvSpPr>
            <a:spLocks noGrp="1"/>
          </p:cNvSpPr>
          <p:nvPr>
            <p:ph type="sldNum" sz="quarter" idx="40"/>
          </p:nvPr>
        </p:nvSpPr>
        <p:spPr>
          <a:xfrm>
            <a:off x="571500" y="4817745"/>
            <a:ext cx="274320" cy="274320"/>
          </a:xfrm>
        </p:spPr>
        <p:txBody>
          <a:bodyPr/>
          <a:lstStyle>
            <a:lvl1pPr>
              <a:defRPr>
                <a:solidFill>
                  <a:srgbClr val="8B8580"/>
                </a:solidFill>
              </a:defRPr>
            </a:lvl1pPr>
          </a:lstStyle>
          <a:p>
            <a:fld id="{345D60D9-5372-5F40-9443-0F9AE5BDC3C8}" type="slidenum">
              <a:rPr lang="en-US" smtClean="0"/>
              <a:pPr/>
              <a:t>‹#›</a:t>
            </a:fld>
            <a:endParaRPr lang="en-US" dirty="0"/>
          </a:p>
        </p:txBody>
      </p:sp>
      <p:sp>
        <p:nvSpPr>
          <p:cNvPr id="6" name="Footer Placeholder 4">
            <a:extLst>
              <a:ext uri="{FF2B5EF4-FFF2-40B4-BE49-F238E27FC236}">
                <a16:creationId xmlns:a16="http://schemas.microsoft.com/office/drawing/2014/main" id="{4A0783C2-2CC2-5640-FD6B-DEB62ABFFB97}"/>
              </a:ext>
            </a:extLst>
          </p:cNvPr>
          <p:cNvSpPr>
            <a:spLocks noGrp="1"/>
          </p:cNvSpPr>
          <p:nvPr>
            <p:ph type="ftr" sz="quarter" idx="39"/>
          </p:nvPr>
        </p:nvSpPr>
        <p:spPr>
          <a:xfrm>
            <a:off x="845820" y="4817984"/>
            <a:ext cx="4309034" cy="273844"/>
          </a:xfrm>
        </p:spPr>
        <p:txBody>
          <a:bodyPr/>
          <a:lstStyle>
            <a:lvl1pPr>
              <a:defRPr>
                <a:solidFill>
                  <a:srgbClr val="8B8580"/>
                </a:solidFill>
              </a:defRPr>
            </a:lvl1pPr>
          </a:lstStyle>
          <a:p>
            <a:r>
              <a:rPr lang="en-US"/>
              <a:t>Copyright © 2025, Oracle and/or its affiliates |  Confidential: Internal/Restricted/Highly Restricted</a:t>
            </a:r>
            <a:endParaRPr lang="en-US" dirty="0"/>
          </a:p>
        </p:txBody>
      </p:sp>
      <p:sp>
        <p:nvSpPr>
          <p:cNvPr id="7" name="Date Placeholder 3">
            <a:extLst>
              <a:ext uri="{FF2B5EF4-FFF2-40B4-BE49-F238E27FC236}">
                <a16:creationId xmlns:a16="http://schemas.microsoft.com/office/drawing/2014/main" id="{6C7FE1B8-D108-64BE-0789-76ACB40807F7}"/>
              </a:ext>
            </a:extLst>
          </p:cNvPr>
          <p:cNvSpPr>
            <a:spLocks noGrp="1"/>
          </p:cNvSpPr>
          <p:nvPr>
            <p:ph type="dt" sz="half" idx="41"/>
          </p:nvPr>
        </p:nvSpPr>
        <p:spPr>
          <a:xfrm>
            <a:off x="5154854" y="4819203"/>
            <a:ext cx="2057400" cy="272625"/>
          </a:xfrm>
        </p:spPr>
        <p:txBody>
          <a:bodyPr/>
          <a:lstStyle>
            <a:lvl1pPr>
              <a:defRPr>
                <a:solidFill>
                  <a:srgbClr val="8B8580"/>
                </a:solidFill>
              </a:defRPr>
            </a:lvl1pPr>
          </a:lstStyle>
          <a:p>
            <a:r>
              <a:rPr lang="en-US"/>
              <a:t>[Date]</a:t>
            </a:r>
            <a:endParaRPr lang="en-US" dirty="0"/>
          </a:p>
        </p:txBody>
      </p:sp>
    </p:spTree>
    <p:extLst>
      <p:ext uri="{BB962C8B-B14F-4D97-AF65-F5344CB8AC3E}">
        <p14:creationId xmlns:p14="http://schemas.microsoft.com/office/powerpoint/2010/main" val="3038934430"/>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3 Icons + Short Copy_Bark">
    <p:bg>
      <p:bgRef idx="1001">
        <a:schemeClr val="bg1"/>
      </p:bgRef>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358B48DD-4D54-4AC7-8AB9-59BEB3B7003A}"/>
              </a:ext>
            </a:extLst>
          </p:cNvPr>
          <p:cNvSpPr>
            <a:spLocks noGrp="1"/>
          </p:cNvSpPr>
          <p:nvPr>
            <p:ph type="title" hasCustomPrompt="1"/>
          </p:nvPr>
        </p:nvSpPr>
        <p:spPr/>
        <p:txBody>
          <a:bodyPr/>
          <a:lstStyle>
            <a:lvl1pPr>
              <a:defRPr b="1" i="0">
                <a:latin typeface="Oracle Sans Tab" panose="020B0503020204020204" pitchFamily="34" charset="0"/>
                <a:cs typeface="Oracle Sans Tab" panose="020B0503020204020204" pitchFamily="34" charset="0"/>
              </a:defRPr>
            </a:lvl1pPr>
          </a:lstStyle>
          <a:p>
            <a:r>
              <a:rPr lang="en-US" dirty="0"/>
              <a:t>Title</a:t>
            </a:r>
          </a:p>
        </p:txBody>
      </p:sp>
      <p:sp>
        <p:nvSpPr>
          <p:cNvPr id="18" name="Picture Placeholder 2">
            <a:extLst>
              <a:ext uri="{FF2B5EF4-FFF2-40B4-BE49-F238E27FC236}">
                <a16:creationId xmlns:a16="http://schemas.microsoft.com/office/drawing/2014/main" id="{6A71FCB8-1058-4D1C-AED7-FAA7D744D71E}"/>
              </a:ext>
            </a:extLst>
          </p:cNvPr>
          <p:cNvSpPr>
            <a:spLocks noGrp="1" noChangeAspect="1"/>
          </p:cNvSpPr>
          <p:nvPr>
            <p:ph type="pic" sz="quarter" idx="26" hasCustomPrompt="1"/>
          </p:nvPr>
        </p:nvSpPr>
        <p:spPr>
          <a:xfrm>
            <a:off x="673375" y="1427940"/>
            <a:ext cx="1420403" cy="1273574"/>
          </a:xfrm>
          <a:noFill/>
        </p:spPr>
        <p:txBody>
          <a:bodyPr/>
          <a:lstStyle>
            <a:lvl1pPr>
              <a:defRPr sz="900" b="0" i="0">
                <a:latin typeface="Oracle Sans Light" panose="020B0403020204020204" pitchFamily="34" charset="0"/>
                <a:cs typeface="Oracle Sans Light" panose="020B0403020204020204" pitchFamily="34" charset="0"/>
              </a:defRPr>
            </a:lvl1pPr>
          </a:lstStyle>
          <a:p>
            <a:r>
              <a:rPr lang="en-US" dirty="0"/>
              <a:t>Click to insert icon</a:t>
            </a:r>
          </a:p>
        </p:txBody>
      </p:sp>
      <p:sp>
        <p:nvSpPr>
          <p:cNvPr id="19" name="Text Placeholder 21">
            <a:extLst>
              <a:ext uri="{FF2B5EF4-FFF2-40B4-BE49-F238E27FC236}">
                <a16:creationId xmlns:a16="http://schemas.microsoft.com/office/drawing/2014/main" id="{86408202-D3B4-402D-BC69-53C3509E8A7B}"/>
              </a:ext>
            </a:extLst>
          </p:cNvPr>
          <p:cNvSpPr>
            <a:spLocks noGrp="1"/>
          </p:cNvSpPr>
          <p:nvPr>
            <p:ph type="body" sz="quarter" idx="25" hasCustomPrompt="1"/>
          </p:nvPr>
        </p:nvSpPr>
        <p:spPr>
          <a:xfrm>
            <a:off x="683335" y="2987798"/>
            <a:ext cx="1707698" cy="242914"/>
          </a:xfrm>
          <a:prstGeom prst="rect">
            <a:avLst/>
          </a:prstGeom>
          <a:noFill/>
        </p:spPr>
        <p:txBody>
          <a:bodyPr lIns="0" tIns="0" rIns="0" bIns="0"/>
          <a:lstStyle>
            <a:lvl1pPr algn="l">
              <a:lnSpc>
                <a:spcPts val="1410"/>
              </a:lnSpc>
              <a:defRPr sz="1050" b="1" i="0">
                <a:solidFill>
                  <a:schemeClr val="tx1"/>
                </a:solidFill>
                <a:latin typeface="Oracle Sans" panose="020B0503020204020204" pitchFamily="34" charset="0"/>
                <a:cs typeface="Oracle Sans" panose="020B0503020204020204" pitchFamily="34" charset="0"/>
              </a:defRPr>
            </a:lvl1pPr>
          </a:lstStyle>
          <a:p>
            <a:pPr lvl="0"/>
            <a:r>
              <a:rPr lang="en-IN" dirty="0"/>
              <a:t>Subhead goes here.</a:t>
            </a:r>
            <a:endParaRPr lang="en-US" dirty="0"/>
          </a:p>
        </p:txBody>
      </p:sp>
      <p:sp>
        <p:nvSpPr>
          <p:cNvPr id="21" name="Text Placeholder 21">
            <a:extLst>
              <a:ext uri="{FF2B5EF4-FFF2-40B4-BE49-F238E27FC236}">
                <a16:creationId xmlns:a16="http://schemas.microsoft.com/office/drawing/2014/main" id="{5CF397F4-2EE2-483E-8C39-8DB6BD107811}"/>
              </a:ext>
            </a:extLst>
          </p:cNvPr>
          <p:cNvSpPr>
            <a:spLocks noGrp="1"/>
          </p:cNvSpPr>
          <p:nvPr>
            <p:ph type="body" sz="quarter" idx="24" hasCustomPrompt="1"/>
          </p:nvPr>
        </p:nvSpPr>
        <p:spPr>
          <a:xfrm>
            <a:off x="683335" y="3283033"/>
            <a:ext cx="1707698" cy="933710"/>
          </a:xfrm>
          <a:prstGeom prst="rect">
            <a:avLst/>
          </a:prstGeom>
          <a:noFill/>
        </p:spPr>
        <p:txBody>
          <a:bodyPr lIns="0" tIns="0" rIns="0" bIns="0"/>
          <a:lstStyle>
            <a:lvl1pPr algn="l">
              <a:lnSpc>
                <a:spcPct val="100000"/>
              </a:lnSpc>
              <a:defRPr sz="900" b="0" i="0">
                <a:solidFill>
                  <a:schemeClr val="tx2"/>
                </a:solidFill>
                <a:latin typeface="Oracle Sans Light" panose="020B0403020204020204" pitchFamily="34" charset="0"/>
                <a:cs typeface="Oracle Sans Light" panose="020B04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r>
              <a:rPr lang="en-IN" dirty="0"/>
              <a:t>, </a:t>
            </a:r>
            <a:r>
              <a:rPr lang="en-IN" dirty="0" err="1"/>
              <a:t>sed</a:t>
            </a:r>
            <a:r>
              <a:rPr lang="en-IN" dirty="0"/>
              <a:t> do </a:t>
            </a:r>
            <a:r>
              <a:rPr lang="en-IN" dirty="0" err="1"/>
              <a:t>eiusmod</a:t>
            </a:r>
            <a:r>
              <a:rPr lang="en-IN" dirty="0"/>
              <a:t> </a:t>
            </a:r>
            <a:r>
              <a:rPr lang="en-IN" dirty="0" err="1"/>
              <a:t>tempor</a:t>
            </a:r>
            <a:r>
              <a:rPr lang="en-IN" dirty="0"/>
              <a:t> </a:t>
            </a:r>
            <a:r>
              <a:rPr lang="en-IN" dirty="0" err="1"/>
              <a:t>incididunt</a:t>
            </a:r>
            <a:r>
              <a:rPr lang="en-IN" dirty="0"/>
              <a:t> </a:t>
            </a:r>
            <a:r>
              <a:rPr lang="en-IN" dirty="0" err="1"/>
              <a:t>ut</a:t>
            </a:r>
            <a:r>
              <a:rPr lang="en-IN" dirty="0"/>
              <a:t> </a:t>
            </a:r>
            <a:r>
              <a:rPr lang="en-IN" dirty="0" err="1"/>
              <a:t>labore</a:t>
            </a:r>
            <a:r>
              <a:rPr lang="en-IN" dirty="0"/>
              <a:t> et dolore magna </a:t>
            </a:r>
            <a:r>
              <a:rPr lang="en-IN" dirty="0" err="1"/>
              <a:t>aliqua</a:t>
            </a:r>
            <a:r>
              <a:rPr lang="en-IN" dirty="0"/>
              <a:t>. </a:t>
            </a:r>
            <a:endParaRPr lang="en-US" dirty="0"/>
          </a:p>
        </p:txBody>
      </p:sp>
      <p:cxnSp>
        <p:nvCxnSpPr>
          <p:cNvPr id="22" name="Straight Connector 21">
            <a:extLst>
              <a:ext uri="{FF2B5EF4-FFF2-40B4-BE49-F238E27FC236}">
                <a16:creationId xmlns:a16="http://schemas.microsoft.com/office/drawing/2014/main" id="{1208D043-EF97-4765-9F13-A77BC3793B55}"/>
              </a:ext>
              <a:ext uri="{C183D7F6-B498-43B3-948B-1728B52AA6E4}">
                <adec:decorative xmlns:adec="http://schemas.microsoft.com/office/drawing/2017/decorative" val="1"/>
              </a:ext>
            </a:extLst>
          </p:cNvPr>
          <p:cNvCxnSpPr>
            <a:cxnSpLocks/>
          </p:cNvCxnSpPr>
          <p:nvPr userDrawn="1"/>
        </p:nvCxnSpPr>
        <p:spPr>
          <a:xfrm>
            <a:off x="3002692" y="1191135"/>
            <a:ext cx="0" cy="3283816"/>
          </a:xfrm>
          <a:prstGeom prst="line">
            <a:avLst/>
          </a:prstGeom>
          <a:ln>
            <a:solidFill>
              <a:srgbClr val="AEA8A2">
                <a:alpha val="50000"/>
              </a:srgbClr>
            </a:solidFill>
          </a:ln>
        </p:spPr>
        <p:style>
          <a:lnRef idx="1">
            <a:schemeClr val="accent1"/>
          </a:lnRef>
          <a:fillRef idx="0">
            <a:schemeClr val="accent1"/>
          </a:fillRef>
          <a:effectRef idx="0">
            <a:schemeClr val="accent1"/>
          </a:effectRef>
          <a:fontRef idx="minor">
            <a:schemeClr val="tx1"/>
          </a:fontRef>
        </p:style>
      </p:cxnSp>
      <p:sp>
        <p:nvSpPr>
          <p:cNvPr id="23" name="Picture Placeholder 2">
            <a:extLst>
              <a:ext uri="{FF2B5EF4-FFF2-40B4-BE49-F238E27FC236}">
                <a16:creationId xmlns:a16="http://schemas.microsoft.com/office/drawing/2014/main" id="{84092946-3931-41BA-A9C4-E37BA2482561}"/>
              </a:ext>
            </a:extLst>
          </p:cNvPr>
          <p:cNvSpPr>
            <a:spLocks noGrp="1" noChangeAspect="1"/>
          </p:cNvSpPr>
          <p:nvPr>
            <p:ph type="pic" sz="quarter" idx="36" hasCustomPrompt="1"/>
          </p:nvPr>
        </p:nvSpPr>
        <p:spPr>
          <a:xfrm>
            <a:off x="3567945" y="1427892"/>
            <a:ext cx="1420403" cy="1273574"/>
          </a:xfrm>
          <a:noFill/>
        </p:spPr>
        <p:txBody>
          <a:bodyPr/>
          <a:lstStyle>
            <a:lvl1pPr>
              <a:defRPr sz="900" b="0" i="0">
                <a:latin typeface="Oracle Sans Light" panose="020B0403020204020204" pitchFamily="34" charset="0"/>
                <a:cs typeface="Oracle Sans Light" panose="020B0403020204020204" pitchFamily="34" charset="0"/>
              </a:defRPr>
            </a:lvl1pPr>
          </a:lstStyle>
          <a:p>
            <a:r>
              <a:rPr lang="en-US" dirty="0"/>
              <a:t>Click to insert icon</a:t>
            </a:r>
          </a:p>
        </p:txBody>
      </p:sp>
      <p:sp>
        <p:nvSpPr>
          <p:cNvPr id="29" name="Text Placeholder 21">
            <a:extLst>
              <a:ext uri="{FF2B5EF4-FFF2-40B4-BE49-F238E27FC236}">
                <a16:creationId xmlns:a16="http://schemas.microsoft.com/office/drawing/2014/main" id="{7A2A35E2-8BA7-45B3-B02C-B531B503587A}"/>
              </a:ext>
            </a:extLst>
          </p:cNvPr>
          <p:cNvSpPr>
            <a:spLocks noGrp="1"/>
          </p:cNvSpPr>
          <p:nvPr>
            <p:ph type="body" sz="quarter" idx="37" hasCustomPrompt="1"/>
          </p:nvPr>
        </p:nvSpPr>
        <p:spPr>
          <a:xfrm>
            <a:off x="3597986" y="2987798"/>
            <a:ext cx="1707698" cy="242914"/>
          </a:xfrm>
          <a:prstGeom prst="rect">
            <a:avLst/>
          </a:prstGeom>
          <a:noFill/>
        </p:spPr>
        <p:txBody>
          <a:bodyPr lIns="0" tIns="0" rIns="0" bIns="0"/>
          <a:lstStyle>
            <a:lvl1pPr algn="l">
              <a:lnSpc>
                <a:spcPts val="1410"/>
              </a:lnSpc>
              <a:defRPr sz="1050" b="1" i="0">
                <a:solidFill>
                  <a:schemeClr val="tx1"/>
                </a:solidFill>
                <a:latin typeface="Oracle Sans" panose="020B0503020204020204" pitchFamily="34" charset="0"/>
                <a:cs typeface="Oracle Sans" panose="020B0503020204020204" pitchFamily="34" charset="0"/>
              </a:defRPr>
            </a:lvl1pPr>
          </a:lstStyle>
          <a:p>
            <a:pPr lvl="0"/>
            <a:r>
              <a:rPr lang="en-IN" dirty="0"/>
              <a:t>Subhead goes here.</a:t>
            </a:r>
            <a:endParaRPr lang="en-US" dirty="0"/>
          </a:p>
        </p:txBody>
      </p:sp>
      <p:sp>
        <p:nvSpPr>
          <p:cNvPr id="30" name="Text Placeholder 21">
            <a:extLst>
              <a:ext uri="{FF2B5EF4-FFF2-40B4-BE49-F238E27FC236}">
                <a16:creationId xmlns:a16="http://schemas.microsoft.com/office/drawing/2014/main" id="{B0D928C5-7B1B-4A74-A1EB-B0C408189CAC}"/>
              </a:ext>
            </a:extLst>
          </p:cNvPr>
          <p:cNvSpPr>
            <a:spLocks noGrp="1"/>
          </p:cNvSpPr>
          <p:nvPr>
            <p:ph type="body" sz="quarter" idx="38" hasCustomPrompt="1"/>
          </p:nvPr>
        </p:nvSpPr>
        <p:spPr>
          <a:xfrm>
            <a:off x="3597986" y="3283033"/>
            <a:ext cx="1707698" cy="933710"/>
          </a:xfrm>
          <a:prstGeom prst="rect">
            <a:avLst/>
          </a:prstGeom>
          <a:noFill/>
        </p:spPr>
        <p:txBody>
          <a:bodyPr lIns="0" tIns="0" rIns="0" bIns="0"/>
          <a:lstStyle>
            <a:lvl1pPr algn="l">
              <a:lnSpc>
                <a:spcPct val="100000"/>
              </a:lnSpc>
              <a:defRPr sz="900" b="0" i="0">
                <a:solidFill>
                  <a:schemeClr val="tx2"/>
                </a:solidFill>
                <a:latin typeface="Oracle Sans Light" panose="020B0403020204020204" pitchFamily="34" charset="0"/>
                <a:cs typeface="Oracle Sans Light" panose="020B04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r>
              <a:rPr lang="en-IN" dirty="0"/>
              <a:t>, </a:t>
            </a:r>
            <a:r>
              <a:rPr lang="en-IN" dirty="0" err="1"/>
              <a:t>sed</a:t>
            </a:r>
            <a:r>
              <a:rPr lang="en-IN" dirty="0"/>
              <a:t> do </a:t>
            </a:r>
            <a:r>
              <a:rPr lang="en-IN" dirty="0" err="1"/>
              <a:t>eiusmod</a:t>
            </a:r>
            <a:r>
              <a:rPr lang="en-IN" dirty="0"/>
              <a:t> </a:t>
            </a:r>
            <a:r>
              <a:rPr lang="en-IN" dirty="0" err="1"/>
              <a:t>tempor</a:t>
            </a:r>
            <a:r>
              <a:rPr lang="en-IN" dirty="0"/>
              <a:t> </a:t>
            </a:r>
            <a:r>
              <a:rPr lang="en-IN" dirty="0" err="1"/>
              <a:t>incididunt</a:t>
            </a:r>
            <a:r>
              <a:rPr lang="en-IN" dirty="0"/>
              <a:t> </a:t>
            </a:r>
            <a:r>
              <a:rPr lang="en-IN" dirty="0" err="1"/>
              <a:t>ut</a:t>
            </a:r>
            <a:r>
              <a:rPr lang="en-IN" dirty="0"/>
              <a:t> </a:t>
            </a:r>
            <a:r>
              <a:rPr lang="en-IN" dirty="0" err="1"/>
              <a:t>labore</a:t>
            </a:r>
            <a:r>
              <a:rPr lang="en-IN" dirty="0"/>
              <a:t> et dolore magna </a:t>
            </a:r>
            <a:r>
              <a:rPr lang="en-IN" dirty="0" err="1"/>
              <a:t>aliqua</a:t>
            </a:r>
            <a:r>
              <a:rPr lang="en-IN" dirty="0"/>
              <a:t>. </a:t>
            </a:r>
            <a:endParaRPr lang="en-US" dirty="0"/>
          </a:p>
        </p:txBody>
      </p:sp>
      <p:cxnSp>
        <p:nvCxnSpPr>
          <p:cNvPr id="31" name="Straight Connector 30">
            <a:extLst>
              <a:ext uri="{FF2B5EF4-FFF2-40B4-BE49-F238E27FC236}">
                <a16:creationId xmlns:a16="http://schemas.microsoft.com/office/drawing/2014/main" id="{0207CEA5-E0D9-46EA-99DE-2685FB0C8C09}"/>
              </a:ext>
              <a:ext uri="{C183D7F6-B498-43B3-948B-1728B52AA6E4}">
                <adec:decorative xmlns:adec="http://schemas.microsoft.com/office/drawing/2017/decorative" val="1"/>
              </a:ext>
            </a:extLst>
          </p:cNvPr>
          <p:cNvCxnSpPr>
            <a:cxnSpLocks/>
          </p:cNvCxnSpPr>
          <p:nvPr userDrawn="1"/>
        </p:nvCxnSpPr>
        <p:spPr>
          <a:xfrm>
            <a:off x="5897262" y="1191135"/>
            <a:ext cx="0" cy="3283816"/>
          </a:xfrm>
          <a:prstGeom prst="line">
            <a:avLst/>
          </a:prstGeom>
          <a:ln>
            <a:solidFill>
              <a:srgbClr val="AEA8A2">
                <a:alpha val="50000"/>
              </a:srgbClr>
            </a:solidFill>
          </a:ln>
        </p:spPr>
        <p:style>
          <a:lnRef idx="1">
            <a:schemeClr val="accent1"/>
          </a:lnRef>
          <a:fillRef idx="0">
            <a:schemeClr val="accent1"/>
          </a:fillRef>
          <a:effectRef idx="0">
            <a:schemeClr val="accent1"/>
          </a:effectRef>
          <a:fontRef idx="minor">
            <a:schemeClr val="tx1"/>
          </a:fontRef>
        </p:style>
      </p:cxnSp>
      <p:sp>
        <p:nvSpPr>
          <p:cNvPr id="32" name="Picture Placeholder 2">
            <a:extLst>
              <a:ext uri="{FF2B5EF4-FFF2-40B4-BE49-F238E27FC236}">
                <a16:creationId xmlns:a16="http://schemas.microsoft.com/office/drawing/2014/main" id="{E9839675-3836-4943-9E7E-492470598773}"/>
              </a:ext>
            </a:extLst>
          </p:cNvPr>
          <p:cNvSpPr>
            <a:spLocks noGrp="1" noChangeAspect="1"/>
          </p:cNvSpPr>
          <p:nvPr>
            <p:ph type="pic" sz="quarter" idx="39" hasCustomPrompt="1"/>
          </p:nvPr>
        </p:nvSpPr>
        <p:spPr>
          <a:xfrm>
            <a:off x="6462590" y="1446600"/>
            <a:ext cx="1420403" cy="1273574"/>
          </a:xfrm>
          <a:noFill/>
        </p:spPr>
        <p:txBody>
          <a:bodyPr/>
          <a:lstStyle>
            <a:lvl1pPr>
              <a:defRPr sz="900" b="0" i="0">
                <a:latin typeface="Oracle Sans Light" panose="020B0403020204020204" pitchFamily="34" charset="0"/>
                <a:cs typeface="Oracle Sans Light" panose="020B0403020204020204" pitchFamily="34" charset="0"/>
              </a:defRPr>
            </a:lvl1pPr>
          </a:lstStyle>
          <a:p>
            <a:r>
              <a:rPr lang="en-US" dirty="0"/>
              <a:t>Click to insert icon</a:t>
            </a:r>
          </a:p>
        </p:txBody>
      </p:sp>
      <p:sp>
        <p:nvSpPr>
          <p:cNvPr id="33" name="Text Placeholder 21">
            <a:extLst>
              <a:ext uri="{FF2B5EF4-FFF2-40B4-BE49-F238E27FC236}">
                <a16:creationId xmlns:a16="http://schemas.microsoft.com/office/drawing/2014/main" id="{987833E9-276C-4353-BF31-4FC33134EEAE}"/>
              </a:ext>
            </a:extLst>
          </p:cNvPr>
          <p:cNvSpPr>
            <a:spLocks noGrp="1"/>
          </p:cNvSpPr>
          <p:nvPr>
            <p:ph type="body" sz="quarter" idx="40" hasCustomPrompt="1"/>
          </p:nvPr>
        </p:nvSpPr>
        <p:spPr>
          <a:xfrm>
            <a:off x="6486259" y="2987798"/>
            <a:ext cx="1707698" cy="242914"/>
          </a:xfrm>
          <a:prstGeom prst="rect">
            <a:avLst/>
          </a:prstGeom>
          <a:noFill/>
        </p:spPr>
        <p:txBody>
          <a:bodyPr lIns="0" tIns="0" rIns="0" bIns="0"/>
          <a:lstStyle>
            <a:lvl1pPr algn="l">
              <a:lnSpc>
                <a:spcPts val="1410"/>
              </a:lnSpc>
              <a:defRPr sz="1050" b="1" i="0">
                <a:solidFill>
                  <a:schemeClr val="tx1"/>
                </a:solidFill>
                <a:latin typeface="Oracle Sans" panose="020B0503020204020204" pitchFamily="34" charset="0"/>
                <a:cs typeface="Oracle Sans" panose="020B0503020204020204" pitchFamily="34" charset="0"/>
              </a:defRPr>
            </a:lvl1pPr>
          </a:lstStyle>
          <a:p>
            <a:pPr lvl="0"/>
            <a:r>
              <a:rPr lang="en-IN" dirty="0"/>
              <a:t>Subhead goes here.</a:t>
            </a:r>
            <a:endParaRPr lang="en-US" dirty="0"/>
          </a:p>
        </p:txBody>
      </p:sp>
      <p:sp>
        <p:nvSpPr>
          <p:cNvPr id="34" name="Text Placeholder 21">
            <a:extLst>
              <a:ext uri="{FF2B5EF4-FFF2-40B4-BE49-F238E27FC236}">
                <a16:creationId xmlns:a16="http://schemas.microsoft.com/office/drawing/2014/main" id="{4565DAAC-922E-4C75-A762-C6B54070F7DC}"/>
              </a:ext>
            </a:extLst>
          </p:cNvPr>
          <p:cNvSpPr>
            <a:spLocks noGrp="1"/>
          </p:cNvSpPr>
          <p:nvPr>
            <p:ph type="body" sz="quarter" idx="41" hasCustomPrompt="1"/>
          </p:nvPr>
        </p:nvSpPr>
        <p:spPr>
          <a:xfrm>
            <a:off x="6486259" y="3283033"/>
            <a:ext cx="1707698" cy="933710"/>
          </a:xfrm>
          <a:prstGeom prst="rect">
            <a:avLst/>
          </a:prstGeom>
          <a:noFill/>
        </p:spPr>
        <p:txBody>
          <a:bodyPr lIns="0" tIns="0" rIns="0" bIns="0"/>
          <a:lstStyle>
            <a:lvl1pPr algn="l">
              <a:lnSpc>
                <a:spcPct val="100000"/>
              </a:lnSpc>
              <a:defRPr sz="900" b="0" i="0">
                <a:solidFill>
                  <a:schemeClr val="tx2"/>
                </a:solidFill>
                <a:latin typeface="Oracle Sans Light" panose="020B0403020204020204" pitchFamily="34" charset="0"/>
                <a:cs typeface="Oracle Sans Light" panose="020B04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r>
              <a:rPr lang="en-IN" dirty="0"/>
              <a:t>, </a:t>
            </a:r>
            <a:r>
              <a:rPr lang="en-IN" dirty="0" err="1"/>
              <a:t>sed</a:t>
            </a:r>
            <a:r>
              <a:rPr lang="en-IN" dirty="0"/>
              <a:t> do </a:t>
            </a:r>
            <a:r>
              <a:rPr lang="en-IN" dirty="0" err="1"/>
              <a:t>eiusmod</a:t>
            </a:r>
            <a:r>
              <a:rPr lang="en-IN" dirty="0"/>
              <a:t> </a:t>
            </a:r>
            <a:r>
              <a:rPr lang="en-IN" dirty="0" err="1"/>
              <a:t>tempor</a:t>
            </a:r>
            <a:r>
              <a:rPr lang="en-IN" dirty="0"/>
              <a:t> </a:t>
            </a:r>
            <a:r>
              <a:rPr lang="en-IN" dirty="0" err="1"/>
              <a:t>incididunt</a:t>
            </a:r>
            <a:r>
              <a:rPr lang="en-IN" dirty="0"/>
              <a:t> </a:t>
            </a:r>
            <a:r>
              <a:rPr lang="en-IN" dirty="0" err="1"/>
              <a:t>ut</a:t>
            </a:r>
            <a:r>
              <a:rPr lang="en-IN" dirty="0"/>
              <a:t> </a:t>
            </a:r>
            <a:r>
              <a:rPr lang="en-IN" dirty="0" err="1"/>
              <a:t>labore</a:t>
            </a:r>
            <a:r>
              <a:rPr lang="en-IN" dirty="0"/>
              <a:t> et dolore magna </a:t>
            </a:r>
            <a:r>
              <a:rPr lang="en-IN" dirty="0" err="1"/>
              <a:t>aliqua</a:t>
            </a:r>
            <a:r>
              <a:rPr lang="en-IN" dirty="0"/>
              <a:t>. </a:t>
            </a:r>
            <a:endParaRPr lang="en-US" dirty="0"/>
          </a:p>
        </p:txBody>
      </p:sp>
      <p:sp>
        <p:nvSpPr>
          <p:cNvPr id="3" name="Slide Number Placeholder 7">
            <a:extLst>
              <a:ext uri="{FF2B5EF4-FFF2-40B4-BE49-F238E27FC236}">
                <a16:creationId xmlns:a16="http://schemas.microsoft.com/office/drawing/2014/main" id="{5A0974C6-C212-3FF6-272B-1E590EAB2414}"/>
              </a:ext>
            </a:extLst>
          </p:cNvPr>
          <p:cNvSpPr>
            <a:spLocks noGrp="1"/>
          </p:cNvSpPr>
          <p:nvPr>
            <p:ph type="sldNum" sz="quarter" idx="17"/>
          </p:nvPr>
        </p:nvSpPr>
        <p:spPr>
          <a:xfrm>
            <a:off x="571500" y="4817745"/>
            <a:ext cx="274320" cy="27432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5" name="Footer Placeholder 6">
            <a:extLst>
              <a:ext uri="{FF2B5EF4-FFF2-40B4-BE49-F238E27FC236}">
                <a16:creationId xmlns:a16="http://schemas.microsoft.com/office/drawing/2014/main" id="{6B45FBD9-309C-A1EF-19DC-AD08DF2D3116}"/>
              </a:ext>
            </a:extLst>
          </p:cNvPr>
          <p:cNvSpPr>
            <a:spLocks noGrp="1"/>
          </p:cNvSpPr>
          <p:nvPr>
            <p:ph type="ftr" sz="quarter" idx="16"/>
          </p:nvPr>
        </p:nvSpPr>
        <p:spPr>
          <a:xfrm>
            <a:off x="845820" y="4817984"/>
            <a:ext cx="4309034" cy="273844"/>
          </a:xfrm>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7" name="Date Placeholder 4">
            <a:extLst>
              <a:ext uri="{FF2B5EF4-FFF2-40B4-BE49-F238E27FC236}">
                <a16:creationId xmlns:a16="http://schemas.microsoft.com/office/drawing/2014/main" id="{BAB37F75-4F51-690A-4737-E310B394D9CA}"/>
              </a:ext>
            </a:extLst>
          </p:cNvPr>
          <p:cNvSpPr>
            <a:spLocks noGrp="1"/>
          </p:cNvSpPr>
          <p:nvPr>
            <p:ph type="dt" sz="half" idx="15"/>
          </p:nvPr>
        </p:nvSpPr>
        <p:spPr>
          <a:xfrm>
            <a:off x="5154854" y="4819203"/>
            <a:ext cx="2057400" cy="272625"/>
          </a:xfrm>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4159140630"/>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4 Icons + Short Copy_White_Pillar">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9FC0DC-6C36-4AC7-90FE-9BE28E17F1BF}"/>
              </a:ext>
            </a:extLst>
          </p:cNvPr>
          <p:cNvSpPr>
            <a:spLocks noGrp="1"/>
          </p:cNvSpPr>
          <p:nvPr>
            <p:ph type="title" hasCustomPrompt="1"/>
          </p:nvPr>
        </p:nvSpPr>
        <p:spPr/>
        <p:txBody>
          <a:bodyPr/>
          <a:lstStyle>
            <a:lvl1pPr>
              <a:defRPr b="1" i="0">
                <a:latin typeface="Oracle Sans Tab" panose="020B0503020204020204" pitchFamily="34" charset="0"/>
                <a:cs typeface="Oracle Sans Tab" panose="020B0503020204020204" pitchFamily="34" charset="0"/>
              </a:defRPr>
            </a:lvl1pPr>
          </a:lstStyle>
          <a:p>
            <a:r>
              <a:rPr lang="en-US" dirty="0"/>
              <a:t>Title</a:t>
            </a:r>
          </a:p>
        </p:txBody>
      </p:sp>
      <p:sp>
        <p:nvSpPr>
          <p:cNvPr id="3" name="Picture Placeholder 2">
            <a:extLst>
              <a:ext uri="{FF2B5EF4-FFF2-40B4-BE49-F238E27FC236}">
                <a16:creationId xmlns:a16="http://schemas.microsoft.com/office/drawing/2014/main" id="{C4A0F212-7687-B242-8162-FFAC910A60EF}"/>
              </a:ext>
            </a:extLst>
          </p:cNvPr>
          <p:cNvSpPr>
            <a:spLocks noGrp="1" noChangeAspect="1"/>
          </p:cNvSpPr>
          <p:nvPr>
            <p:ph type="pic" sz="quarter" idx="26" hasCustomPrompt="1"/>
          </p:nvPr>
        </p:nvSpPr>
        <p:spPr>
          <a:xfrm>
            <a:off x="571500" y="1421453"/>
            <a:ext cx="1216219" cy="1143858"/>
          </a:xfrm>
          <a:noFill/>
        </p:spPr>
        <p:txBody>
          <a:bodyPr/>
          <a:lstStyle>
            <a:lvl1pPr>
              <a:defRPr sz="900" b="0" i="0">
                <a:latin typeface="Oracle Sans Light" panose="020B0403020204020204" pitchFamily="34" charset="0"/>
                <a:cs typeface="Oracle Sans Light" panose="020B0403020204020204" pitchFamily="34" charset="0"/>
              </a:defRPr>
            </a:lvl1pPr>
          </a:lstStyle>
          <a:p>
            <a:r>
              <a:rPr lang="en-US" dirty="0"/>
              <a:t>Click to insert icon</a:t>
            </a:r>
          </a:p>
        </p:txBody>
      </p:sp>
      <p:sp>
        <p:nvSpPr>
          <p:cNvPr id="14" name="Text Placeholder 21">
            <a:extLst>
              <a:ext uri="{FF2B5EF4-FFF2-40B4-BE49-F238E27FC236}">
                <a16:creationId xmlns:a16="http://schemas.microsoft.com/office/drawing/2014/main" id="{920A2EEA-131E-DA4C-92C3-898A80B8B561}"/>
              </a:ext>
            </a:extLst>
          </p:cNvPr>
          <p:cNvSpPr>
            <a:spLocks noGrp="1"/>
          </p:cNvSpPr>
          <p:nvPr>
            <p:ph type="body" sz="quarter" idx="25" hasCustomPrompt="1"/>
          </p:nvPr>
        </p:nvSpPr>
        <p:spPr>
          <a:xfrm>
            <a:off x="571499" y="2987798"/>
            <a:ext cx="1610239" cy="242914"/>
          </a:xfrm>
          <a:prstGeom prst="rect">
            <a:avLst/>
          </a:prstGeom>
          <a:noFill/>
        </p:spPr>
        <p:txBody>
          <a:bodyPr lIns="0" tIns="0" rIns="0" bIns="0"/>
          <a:lstStyle>
            <a:lvl1pPr algn="l">
              <a:lnSpc>
                <a:spcPts val="1410"/>
              </a:lnSpc>
              <a:defRPr sz="1050" b="1" i="0">
                <a:solidFill>
                  <a:schemeClr val="tx1"/>
                </a:solidFill>
                <a:latin typeface="Oracle Sans" panose="020B0503020204020204" pitchFamily="34" charset="0"/>
                <a:cs typeface="Oracle Sans" panose="020B0503020204020204" pitchFamily="34" charset="0"/>
              </a:defRPr>
            </a:lvl1pPr>
          </a:lstStyle>
          <a:p>
            <a:pPr lvl="0"/>
            <a:r>
              <a:rPr lang="en-IN" dirty="0"/>
              <a:t>Subhead goes here.</a:t>
            </a:r>
            <a:endParaRPr lang="en-US" dirty="0"/>
          </a:p>
        </p:txBody>
      </p:sp>
      <p:sp>
        <p:nvSpPr>
          <p:cNvPr id="11" name="Text Placeholder 21">
            <a:extLst>
              <a:ext uri="{FF2B5EF4-FFF2-40B4-BE49-F238E27FC236}">
                <a16:creationId xmlns:a16="http://schemas.microsoft.com/office/drawing/2014/main" id="{442F0FF9-B575-DD4A-AF68-999EE8B4FE0D}"/>
              </a:ext>
            </a:extLst>
          </p:cNvPr>
          <p:cNvSpPr>
            <a:spLocks noGrp="1"/>
          </p:cNvSpPr>
          <p:nvPr>
            <p:ph type="body" sz="quarter" idx="24" hasCustomPrompt="1"/>
          </p:nvPr>
        </p:nvSpPr>
        <p:spPr>
          <a:xfrm>
            <a:off x="571499" y="3283033"/>
            <a:ext cx="1610239" cy="933710"/>
          </a:xfrm>
          <a:prstGeom prst="rect">
            <a:avLst/>
          </a:prstGeom>
          <a:noFill/>
        </p:spPr>
        <p:txBody>
          <a:bodyPr lIns="0" tIns="0" rIns="0" bIns="0"/>
          <a:lstStyle>
            <a:lvl1pPr algn="l">
              <a:lnSpc>
                <a:spcPct val="100000"/>
              </a:lnSpc>
              <a:defRPr sz="900" b="0" i="0">
                <a:solidFill>
                  <a:schemeClr val="tx2"/>
                </a:solidFill>
                <a:latin typeface="Oracle Sans Light" panose="020B0403020204020204" pitchFamily="34" charset="0"/>
                <a:cs typeface="Oracle Sans Light" panose="020B04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r>
              <a:rPr lang="en-IN" dirty="0"/>
              <a:t>, </a:t>
            </a:r>
            <a:r>
              <a:rPr lang="en-IN" dirty="0" err="1"/>
              <a:t>sed</a:t>
            </a:r>
            <a:r>
              <a:rPr lang="en-IN" dirty="0"/>
              <a:t> do </a:t>
            </a:r>
            <a:r>
              <a:rPr lang="en-IN" dirty="0" err="1"/>
              <a:t>eiusmod</a:t>
            </a:r>
            <a:r>
              <a:rPr lang="en-IN" dirty="0"/>
              <a:t> </a:t>
            </a:r>
            <a:r>
              <a:rPr lang="en-IN" dirty="0" err="1"/>
              <a:t>tempor</a:t>
            </a:r>
            <a:r>
              <a:rPr lang="en-IN" dirty="0"/>
              <a:t> </a:t>
            </a:r>
            <a:r>
              <a:rPr lang="en-IN" dirty="0" err="1"/>
              <a:t>incididunt</a:t>
            </a:r>
            <a:r>
              <a:rPr lang="en-IN" dirty="0"/>
              <a:t> </a:t>
            </a:r>
            <a:r>
              <a:rPr lang="en-IN" dirty="0" err="1"/>
              <a:t>ut</a:t>
            </a:r>
            <a:r>
              <a:rPr lang="en-IN" dirty="0"/>
              <a:t> </a:t>
            </a:r>
            <a:r>
              <a:rPr lang="en-IN" dirty="0" err="1"/>
              <a:t>labore</a:t>
            </a:r>
            <a:r>
              <a:rPr lang="en-IN" dirty="0"/>
              <a:t> et dolore magna </a:t>
            </a:r>
            <a:r>
              <a:rPr lang="en-IN" dirty="0" err="1"/>
              <a:t>aliqua</a:t>
            </a:r>
            <a:r>
              <a:rPr lang="en-IN" dirty="0"/>
              <a:t>. </a:t>
            </a:r>
            <a:endParaRPr lang="en-US" dirty="0"/>
          </a:p>
        </p:txBody>
      </p:sp>
      <p:cxnSp>
        <p:nvCxnSpPr>
          <p:cNvPr id="5" name="Straight Connector 4">
            <a:extLst>
              <a:ext uri="{FF2B5EF4-FFF2-40B4-BE49-F238E27FC236}">
                <a16:creationId xmlns:a16="http://schemas.microsoft.com/office/drawing/2014/main" id="{64BB08A7-EFFF-E144-B8F2-3D5B80F0DC46}"/>
              </a:ext>
              <a:ext uri="{C183D7F6-B498-43B3-948B-1728B52AA6E4}">
                <adec:decorative xmlns:adec="http://schemas.microsoft.com/office/drawing/2017/decorative" val="1"/>
              </a:ext>
            </a:extLst>
          </p:cNvPr>
          <p:cNvCxnSpPr>
            <a:cxnSpLocks/>
          </p:cNvCxnSpPr>
          <p:nvPr userDrawn="1"/>
        </p:nvCxnSpPr>
        <p:spPr>
          <a:xfrm>
            <a:off x="2411760" y="1191135"/>
            <a:ext cx="0" cy="3283816"/>
          </a:xfrm>
          <a:prstGeom prst="line">
            <a:avLst/>
          </a:prstGeom>
          <a:ln>
            <a:solidFill>
              <a:srgbClr val="AEA8A2">
                <a:alpha val="50000"/>
              </a:srgb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A0082647-1E21-E741-BAE0-54CD63A1A8A2}"/>
              </a:ext>
              <a:ext uri="{C183D7F6-B498-43B3-948B-1728B52AA6E4}">
                <adec:decorative xmlns:adec="http://schemas.microsoft.com/office/drawing/2017/decorative" val="1"/>
              </a:ext>
            </a:extLst>
          </p:cNvPr>
          <p:cNvCxnSpPr>
            <a:cxnSpLocks/>
          </p:cNvCxnSpPr>
          <p:nvPr userDrawn="1"/>
        </p:nvCxnSpPr>
        <p:spPr>
          <a:xfrm>
            <a:off x="4544997" y="1191135"/>
            <a:ext cx="0" cy="3283816"/>
          </a:xfrm>
          <a:prstGeom prst="line">
            <a:avLst/>
          </a:prstGeom>
          <a:ln>
            <a:solidFill>
              <a:srgbClr val="AEA8A2">
                <a:alpha val="50000"/>
              </a:srgbClr>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2A95C0C8-A9EF-0101-ADC4-0B4752129264}"/>
              </a:ext>
              <a:ext uri="{C183D7F6-B498-43B3-948B-1728B52AA6E4}">
                <adec:decorative xmlns:adec="http://schemas.microsoft.com/office/drawing/2017/decorative" val="1"/>
              </a:ext>
            </a:extLst>
          </p:cNvPr>
          <p:cNvCxnSpPr>
            <a:cxnSpLocks/>
          </p:cNvCxnSpPr>
          <p:nvPr userDrawn="1"/>
        </p:nvCxnSpPr>
        <p:spPr>
          <a:xfrm>
            <a:off x="6678234" y="1191135"/>
            <a:ext cx="0" cy="3283816"/>
          </a:xfrm>
          <a:prstGeom prst="line">
            <a:avLst/>
          </a:prstGeom>
          <a:ln>
            <a:solidFill>
              <a:srgbClr val="AEA8A2">
                <a:alpha val="50000"/>
              </a:srgbClr>
            </a:solidFill>
          </a:ln>
        </p:spPr>
        <p:style>
          <a:lnRef idx="1">
            <a:schemeClr val="accent1"/>
          </a:lnRef>
          <a:fillRef idx="0">
            <a:schemeClr val="accent1"/>
          </a:fillRef>
          <a:effectRef idx="0">
            <a:schemeClr val="accent1"/>
          </a:effectRef>
          <a:fontRef idx="minor">
            <a:schemeClr val="tx1"/>
          </a:fontRef>
        </p:style>
      </p:cxnSp>
      <p:sp>
        <p:nvSpPr>
          <p:cNvPr id="37" name="Picture Placeholder 2">
            <a:extLst>
              <a:ext uri="{FF2B5EF4-FFF2-40B4-BE49-F238E27FC236}">
                <a16:creationId xmlns:a16="http://schemas.microsoft.com/office/drawing/2014/main" id="{452D8958-2BA3-E8C4-A349-9B8D38EFEEBE}"/>
              </a:ext>
            </a:extLst>
          </p:cNvPr>
          <p:cNvSpPr>
            <a:spLocks noGrp="1" noChangeAspect="1"/>
          </p:cNvSpPr>
          <p:nvPr>
            <p:ph type="pic" sz="quarter" idx="42" hasCustomPrompt="1"/>
          </p:nvPr>
        </p:nvSpPr>
        <p:spPr>
          <a:xfrm>
            <a:off x="2668914" y="1427892"/>
            <a:ext cx="1216219" cy="1143858"/>
          </a:xfrm>
          <a:noFill/>
        </p:spPr>
        <p:txBody>
          <a:bodyPr/>
          <a:lstStyle>
            <a:lvl1pPr>
              <a:defRPr sz="900" b="0" i="0">
                <a:latin typeface="Oracle Sans Light" panose="020B0403020204020204" pitchFamily="34" charset="0"/>
                <a:cs typeface="Oracle Sans Light" panose="020B0403020204020204" pitchFamily="34" charset="0"/>
              </a:defRPr>
            </a:lvl1pPr>
          </a:lstStyle>
          <a:p>
            <a:r>
              <a:rPr lang="en-US" dirty="0"/>
              <a:t>Click to insert icon</a:t>
            </a:r>
          </a:p>
        </p:txBody>
      </p:sp>
      <p:sp>
        <p:nvSpPr>
          <p:cNvPr id="38" name="Text Placeholder 21">
            <a:extLst>
              <a:ext uri="{FF2B5EF4-FFF2-40B4-BE49-F238E27FC236}">
                <a16:creationId xmlns:a16="http://schemas.microsoft.com/office/drawing/2014/main" id="{F38723C6-3426-0DED-BB4F-97CEC3A55F6D}"/>
              </a:ext>
            </a:extLst>
          </p:cNvPr>
          <p:cNvSpPr>
            <a:spLocks noGrp="1"/>
          </p:cNvSpPr>
          <p:nvPr>
            <p:ph type="body" sz="quarter" idx="43" hasCustomPrompt="1"/>
          </p:nvPr>
        </p:nvSpPr>
        <p:spPr>
          <a:xfrm>
            <a:off x="2667000" y="2987798"/>
            <a:ext cx="1610239" cy="242914"/>
          </a:xfrm>
          <a:prstGeom prst="rect">
            <a:avLst/>
          </a:prstGeom>
          <a:noFill/>
        </p:spPr>
        <p:txBody>
          <a:bodyPr lIns="0" tIns="0" rIns="0" bIns="0"/>
          <a:lstStyle>
            <a:lvl1pPr algn="l">
              <a:lnSpc>
                <a:spcPts val="1410"/>
              </a:lnSpc>
              <a:defRPr sz="1050" b="1" i="0">
                <a:solidFill>
                  <a:schemeClr val="tx1"/>
                </a:solidFill>
                <a:latin typeface="Oracle Sans" panose="020B0503020204020204" pitchFamily="34" charset="0"/>
                <a:cs typeface="Oracle Sans" panose="020B0503020204020204" pitchFamily="34" charset="0"/>
              </a:defRPr>
            </a:lvl1pPr>
          </a:lstStyle>
          <a:p>
            <a:pPr lvl="0"/>
            <a:r>
              <a:rPr lang="en-IN" dirty="0"/>
              <a:t>Subhead goes here.</a:t>
            </a:r>
            <a:endParaRPr lang="en-US" dirty="0"/>
          </a:p>
        </p:txBody>
      </p:sp>
      <p:sp>
        <p:nvSpPr>
          <p:cNvPr id="39" name="Text Placeholder 21">
            <a:extLst>
              <a:ext uri="{FF2B5EF4-FFF2-40B4-BE49-F238E27FC236}">
                <a16:creationId xmlns:a16="http://schemas.microsoft.com/office/drawing/2014/main" id="{C5BD3347-4E6D-B757-FB79-D3160FB48D01}"/>
              </a:ext>
            </a:extLst>
          </p:cNvPr>
          <p:cNvSpPr>
            <a:spLocks noGrp="1"/>
          </p:cNvSpPr>
          <p:nvPr>
            <p:ph type="body" sz="quarter" idx="44" hasCustomPrompt="1"/>
          </p:nvPr>
        </p:nvSpPr>
        <p:spPr>
          <a:xfrm>
            <a:off x="2667000" y="3283033"/>
            <a:ext cx="1610239" cy="933710"/>
          </a:xfrm>
          <a:prstGeom prst="rect">
            <a:avLst/>
          </a:prstGeom>
          <a:noFill/>
        </p:spPr>
        <p:txBody>
          <a:bodyPr lIns="0" tIns="0" rIns="0" bIns="0"/>
          <a:lstStyle>
            <a:lvl1pPr algn="l">
              <a:lnSpc>
                <a:spcPct val="100000"/>
              </a:lnSpc>
              <a:defRPr sz="900" b="0" i="0">
                <a:solidFill>
                  <a:schemeClr val="tx2"/>
                </a:solidFill>
                <a:latin typeface="Oracle Sans Light" panose="020B0403020204020204" pitchFamily="34" charset="0"/>
                <a:cs typeface="Oracle Sans Light" panose="020B04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r>
              <a:rPr lang="en-IN" dirty="0"/>
              <a:t>, </a:t>
            </a:r>
            <a:r>
              <a:rPr lang="en-IN" dirty="0" err="1"/>
              <a:t>sed</a:t>
            </a:r>
            <a:r>
              <a:rPr lang="en-IN" dirty="0"/>
              <a:t> do </a:t>
            </a:r>
            <a:r>
              <a:rPr lang="en-IN" dirty="0" err="1"/>
              <a:t>eiusmod</a:t>
            </a:r>
            <a:r>
              <a:rPr lang="en-IN" dirty="0"/>
              <a:t> </a:t>
            </a:r>
            <a:r>
              <a:rPr lang="en-IN" dirty="0" err="1"/>
              <a:t>tempor</a:t>
            </a:r>
            <a:r>
              <a:rPr lang="en-IN" dirty="0"/>
              <a:t> </a:t>
            </a:r>
            <a:r>
              <a:rPr lang="en-IN" dirty="0" err="1"/>
              <a:t>incididunt</a:t>
            </a:r>
            <a:r>
              <a:rPr lang="en-IN" dirty="0"/>
              <a:t> </a:t>
            </a:r>
            <a:r>
              <a:rPr lang="en-IN" dirty="0" err="1"/>
              <a:t>ut</a:t>
            </a:r>
            <a:r>
              <a:rPr lang="en-IN" dirty="0"/>
              <a:t> </a:t>
            </a:r>
            <a:r>
              <a:rPr lang="en-IN" dirty="0" err="1"/>
              <a:t>labore</a:t>
            </a:r>
            <a:r>
              <a:rPr lang="en-IN" dirty="0"/>
              <a:t> et dolore magna </a:t>
            </a:r>
            <a:r>
              <a:rPr lang="en-IN" dirty="0" err="1"/>
              <a:t>aliqua</a:t>
            </a:r>
            <a:r>
              <a:rPr lang="en-IN" dirty="0"/>
              <a:t>. </a:t>
            </a:r>
            <a:endParaRPr lang="en-US" dirty="0"/>
          </a:p>
        </p:txBody>
      </p:sp>
      <p:sp>
        <p:nvSpPr>
          <p:cNvPr id="40" name="Picture Placeholder 2">
            <a:extLst>
              <a:ext uri="{FF2B5EF4-FFF2-40B4-BE49-F238E27FC236}">
                <a16:creationId xmlns:a16="http://schemas.microsoft.com/office/drawing/2014/main" id="{0B8706A7-4339-AEA7-3538-6B11C9DE888F}"/>
              </a:ext>
            </a:extLst>
          </p:cNvPr>
          <p:cNvSpPr>
            <a:spLocks noGrp="1" noChangeAspect="1"/>
          </p:cNvSpPr>
          <p:nvPr>
            <p:ph type="pic" sz="quarter" idx="45" hasCustomPrompt="1"/>
          </p:nvPr>
        </p:nvSpPr>
        <p:spPr>
          <a:xfrm>
            <a:off x="4797976" y="1431881"/>
            <a:ext cx="1216219" cy="1143858"/>
          </a:xfrm>
          <a:noFill/>
        </p:spPr>
        <p:txBody>
          <a:bodyPr/>
          <a:lstStyle>
            <a:lvl1pPr>
              <a:defRPr sz="900" b="0" i="0">
                <a:latin typeface="Oracle Sans Light" panose="020B0403020204020204" pitchFamily="34" charset="0"/>
                <a:cs typeface="Oracle Sans Light" panose="020B0403020204020204" pitchFamily="34" charset="0"/>
              </a:defRPr>
            </a:lvl1pPr>
          </a:lstStyle>
          <a:p>
            <a:r>
              <a:rPr lang="en-US" dirty="0"/>
              <a:t>Click to insert icon</a:t>
            </a:r>
          </a:p>
        </p:txBody>
      </p:sp>
      <p:sp>
        <p:nvSpPr>
          <p:cNvPr id="41" name="Text Placeholder 21">
            <a:extLst>
              <a:ext uri="{FF2B5EF4-FFF2-40B4-BE49-F238E27FC236}">
                <a16:creationId xmlns:a16="http://schemas.microsoft.com/office/drawing/2014/main" id="{7FFC3A72-CD29-1771-F4D6-1FE24E237316}"/>
              </a:ext>
            </a:extLst>
          </p:cNvPr>
          <p:cNvSpPr>
            <a:spLocks noGrp="1"/>
          </p:cNvSpPr>
          <p:nvPr>
            <p:ph type="body" sz="quarter" idx="46" hasCustomPrompt="1"/>
          </p:nvPr>
        </p:nvSpPr>
        <p:spPr>
          <a:xfrm>
            <a:off x="4800600" y="2987798"/>
            <a:ext cx="1610239" cy="242914"/>
          </a:xfrm>
          <a:prstGeom prst="rect">
            <a:avLst/>
          </a:prstGeom>
          <a:noFill/>
        </p:spPr>
        <p:txBody>
          <a:bodyPr lIns="0" tIns="0" rIns="0" bIns="0"/>
          <a:lstStyle>
            <a:lvl1pPr algn="l">
              <a:lnSpc>
                <a:spcPts val="1410"/>
              </a:lnSpc>
              <a:defRPr sz="1050" b="1" i="0">
                <a:solidFill>
                  <a:schemeClr val="tx1"/>
                </a:solidFill>
                <a:latin typeface="Oracle Sans" panose="020B0503020204020204" pitchFamily="34" charset="0"/>
                <a:cs typeface="Oracle Sans" panose="020B0503020204020204" pitchFamily="34" charset="0"/>
              </a:defRPr>
            </a:lvl1pPr>
          </a:lstStyle>
          <a:p>
            <a:pPr lvl="0"/>
            <a:r>
              <a:rPr lang="en-IN" dirty="0"/>
              <a:t>Subhead goes here.</a:t>
            </a:r>
            <a:endParaRPr lang="en-US" dirty="0"/>
          </a:p>
        </p:txBody>
      </p:sp>
      <p:sp>
        <p:nvSpPr>
          <p:cNvPr id="42" name="Text Placeholder 21">
            <a:extLst>
              <a:ext uri="{FF2B5EF4-FFF2-40B4-BE49-F238E27FC236}">
                <a16:creationId xmlns:a16="http://schemas.microsoft.com/office/drawing/2014/main" id="{3BE75DAD-03B8-A35F-313E-9021E9625E97}"/>
              </a:ext>
            </a:extLst>
          </p:cNvPr>
          <p:cNvSpPr>
            <a:spLocks noGrp="1"/>
          </p:cNvSpPr>
          <p:nvPr>
            <p:ph type="body" sz="quarter" idx="47" hasCustomPrompt="1"/>
          </p:nvPr>
        </p:nvSpPr>
        <p:spPr>
          <a:xfrm>
            <a:off x="4800600" y="3283033"/>
            <a:ext cx="1610239" cy="933710"/>
          </a:xfrm>
          <a:prstGeom prst="rect">
            <a:avLst/>
          </a:prstGeom>
          <a:noFill/>
        </p:spPr>
        <p:txBody>
          <a:bodyPr lIns="0" tIns="0" rIns="0" bIns="0"/>
          <a:lstStyle>
            <a:lvl1pPr algn="l">
              <a:lnSpc>
                <a:spcPct val="100000"/>
              </a:lnSpc>
              <a:defRPr sz="900" b="0" i="0">
                <a:solidFill>
                  <a:schemeClr val="tx2"/>
                </a:solidFill>
                <a:latin typeface="Oracle Sans Light" panose="020B0403020204020204" pitchFamily="34" charset="0"/>
                <a:cs typeface="Oracle Sans Light" panose="020B04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r>
              <a:rPr lang="en-IN" dirty="0"/>
              <a:t>, </a:t>
            </a:r>
            <a:r>
              <a:rPr lang="en-IN" dirty="0" err="1"/>
              <a:t>sed</a:t>
            </a:r>
            <a:r>
              <a:rPr lang="en-IN" dirty="0"/>
              <a:t> do </a:t>
            </a:r>
            <a:r>
              <a:rPr lang="en-IN" dirty="0" err="1"/>
              <a:t>eiusmod</a:t>
            </a:r>
            <a:r>
              <a:rPr lang="en-IN" dirty="0"/>
              <a:t> </a:t>
            </a:r>
            <a:r>
              <a:rPr lang="en-IN" dirty="0" err="1"/>
              <a:t>tempor</a:t>
            </a:r>
            <a:r>
              <a:rPr lang="en-IN" dirty="0"/>
              <a:t> </a:t>
            </a:r>
            <a:r>
              <a:rPr lang="en-IN" dirty="0" err="1"/>
              <a:t>incididunt</a:t>
            </a:r>
            <a:r>
              <a:rPr lang="en-IN" dirty="0"/>
              <a:t> </a:t>
            </a:r>
            <a:r>
              <a:rPr lang="en-IN" dirty="0" err="1"/>
              <a:t>ut</a:t>
            </a:r>
            <a:r>
              <a:rPr lang="en-IN" dirty="0"/>
              <a:t> </a:t>
            </a:r>
            <a:r>
              <a:rPr lang="en-IN" dirty="0" err="1"/>
              <a:t>labore</a:t>
            </a:r>
            <a:r>
              <a:rPr lang="en-IN" dirty="0"/>
              <a:t> et dolore magna </a:t>
            </a:r>
            <a:r>
              <a:rPr lang="en-IN" dirty="0" err="1"/>
              <a:t>aliqua</a:t>
            </a:r>
            <a:r>
              <a:rPr lang="en-IN" dirty="0"/>
              <a:t>. </a:t>
            </a:r>
            <a:endParaRPr lang="en-US" dirty="0"/>
          </a:p>
        </p:txBody>
      </p:sp>
      <p:sp>
        <p:nvSpPr>
          <p:cNvPr id="43" name="Picture Placeholder 2">
            <a:extLst>
              <a:ext uri="{FF2B5EF4-FFF2-40B4-BE49-F238E27FC236}">
                <a16:creationId xmlns:a16="http://schemas.microsoft.com/office/drawing/2014/main" id="{A564445D-3622-F94F-5F5B-64E25C182894}"/>
              </a:ext>
            </a:extLst>
          </p:cNvPr>
          <p:cNvSpPr>
            <a:spLocks noGrp="1" noChangeAspect="1"/>
          </p:cNvSpPr>
          <p:nvPr>
            <p:ph type="pic" sz="quarter" idx="48" hasCustomPrompt="1"/>
          </p:nvPr>
        </p:nvSpPr>
        <p:spPr>
          <a:xfrm>
            <a:off x="6926580" y="1421453"/>
            <a:ext cx="1216219" cy="1143858"/>
          </a:xfrm>
          <a:noFill/>
        </p:spPr>
        <p:txBody>
          <a:bodyPr/>
          <a:lstStyle>
            <a:lvl1pPr>
              <a:defRPr sz="900" b="0" i="0">
                <a:latin typeface="Oracle Sans Light" panose="020B0403020204020204" pitchFamily="34" charset="0"/>
                <a:cs typeface="Oracle Sans Light" panose="020B0403020204020204" pitchFamily="34" charset="0"/>
              </a:defRPr>
            </a:lvl1pPr>
          </a:lstStyle>
          <a:p>
            <a:r>
              <a:rPr lang="en-US" dirty="0"/>
              <a:t>Click to insert icon</a:t>
            </a:r>
          </a:p>
        </p:txBody>
      </p:sp>
      <p:sp>
        <p:nvSpPr>
          <p:cNvPr id="44" name="Text Placeholder 21">
            <a:extLst>
              <a:ext uri="{FF2B5EF4-FFF2-40B4-BE49-F238E27FC236}">
                <a16:creationId xmlns:a16="http://schemas.microsoft.com/office/drawing/2014/main" id="{D73D98F3-F032-F349-D6FF-9956A80B2C0C}"/>
              </a:ext>
            </a:extLst>
          </p:cNvPr>
          <p:cNvSpPr>
            <a:spLocks noGrp="1"/>
          </p:cNvSpPr>
          <p:nvPr>
            <p:ph type="body" sz="quarter" idx="49" hasCustomPrompt="1"/>
          </p:nvPr>
        </p:nvSpPr>
        <p:spPr>
          <a:xfrm>
            <a:off x="6926580" y="2987798"/>
            <a:ext cx="1610239" cy="242914"/>
          </a:xfrm>
          <a:prstGeom prst="rect">
            <a:avLst/>
          </a:prstGeom>
          <a:noFill/>
        </p:spPr>
        <p:txBody>
          <a:bodyPr lIns="0" tIns="0" rIns="0" bIns="0"/>
          <a:lstStyle>
            <a:lvl1pPr algn="l">
              <a:lnSpc>
                <a:spcPts val="1410"/>
              </a:lnSpc>
              <a:defRPr sz="1050" b="1" i="0">
                <a:solidFill>
                  <a:schemeClr val="tx1"/>
                </a:solidFill>
                <a:latin typeface="Oracle Sans" panose="020B0503020204020204" pitchFamily="34" charset="0"/>
                <a:cs typeface="Oracle Sans" panose="020B0503020204020204" pitchFamily="34" charset="0"/>
              </a:defRPr>
            </a:lvl1pPr>
          </a:lstStyle>
          <a:p>
            <a:pPr lvl="0"/>
            <a:r>
              <a:rPr lang="en-IN" dirty="0"/>
              <a:t>Subhead goes here.</a:t>
            </a:r>
            <a:endParaRPr lang="en-US" dirty="0"/>
          </a:p>
        </p:txBody>
      </p:sp>
      <p:sp>
        <p:nvSpPr>
          <p:cNvPr id="45" name="Text Placeholder 21">
            <a:extLst>
              <a:ext uri="{FF2B5EF4-FFF2-40B4-BE49-F238E27FC236}">
                <a16:creationId xmlns:a16="http://schemas.microsoft.com/office/drawing/2014/main" id="{E7F065D2-DFCA-69F0-EFCE-5436B4BBA960}"/>
              </a:ext>
            </a:extLst>
          </p:cNvPr>
          <p:cNvSpPr>
            <a:spLocks noGrp="1"/>
          </p:cNvSpPr>
          <p:nvPr>
            <p:ph type="body" sz="quarter" idx="50" hasCustomPrompt="1"/>
          </p:nvPr>
        </p:nvSpPr>
        <p:spPr>
          <a:xfrm>
            <a:off x="6926580" y="3283033"/>
            <a:ext cx="1610239" cy="933710"/>
          </a:xfrm>
          <a:prstGeom prst="rect">
            <a:avLst/>
          </a:prstGeom>
          <a:noFill/>
        </p:spPr>
        <p:txBody>
          <a:bodyPr lIns="0" tIns="0" rIns="0" bIns="0"/>
          <a:lstStyle>
            <a:lvl1pPr algn="l">
              <a:lnSpc>
                <a:spcPct val="100000"/>
              </a:lnSpc>
              <a:defRPr sz="900" b="0" i="0">
                <a:solidFill>
                  <a:schemeClr val="tx2"/>
                </a:solidFill>
                <a:latin typeface="Oracle Sans Light" panose="020B0403020204020204" pitchFamily="34" charset="0"/>
                <a:cs typeface="Oracle Sans Light" panose="020B04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r>
              <a:rPr lang="en-IN" dirty="0"/>
              <a:t>, </a:t>
            </a:r>
            <a:r>
              <a:rPr lang="en-IN" dirty="0" err="1"/>
              <a:t>sed</a:t>
            </a:r>
            <a:r>
              <a:rPr lang="en-IN" dirty="0"/>
              <a:t> do </a:t>
            </a:r>
            <a:r>
              <a:rPr lang="en-IN" dirty="0" err="1"/>
              <a:t>eiusmod</a:t>
            </a:r>
            <a:r>
              <a:rPr lang="en-IN" dirty="0"/>
              <a:t> </a:t>
            </a:r>
            <a:r>
              <a:rPr lang="en-IN" dirty="0" err="1"/>
              <a:t>tempor</a:t>
            </a:r>
            <a:r>
              <a:rPr lang="en-IN" dirty="0"/>
              <a:t> </a:t>
            </a:r>
            <a:r>
              <a:rPr lang="en-IN" dirty="0" err="1"/>
              <a:t>incididunt</a:t>
            </a:r>
            <a:r>
              <a:rPr lang="en-IN" dirty="0"/>
              <a:t> </a:t>
            </a:r>
            <a:r>
              <a:rPr lang="en-IN" dirty="0" err="1"/>
              <a:t>ut</a:t>
            </a:r>
            <a:r>
              <a:rPr lang="en-IN" dirty="0"/>
              <a:t> </a:t>
            </a:r>
            <a:r>
              <a:rPr lang="en-IN" dirty="0" err="1"/>
              <a:t>labore</a:t>
            </a:r>
            <a:r>
              <a:rPr lang="en-IN" dirty="0"/>
              <a:t> et dolore magna </a:t>
            </a:r>
            <a:r>
              <a:rPr lang="en-IN" dirty="0" err="1"/>
              <a:t>aliqua</a:t>
            </a:r>
            <a:r>
              <a:rPr lang="en-IN" dirty="0"/>
              <a:t>. </a:t>
            </a:r>
            <a:endParaRPr lang="en-US" dirty="0"/>
          </a:p>
        </p:txBody>
      </p:sp>
      <p:sp>
        <p:nvSpPr>
          <p:cNvPr id="4" name="Slide Number Placeholder 5">
            <a:extLst>
              <a:ext uri="{FF2B5EF4-FFF2-40B4-BE49-F238E27FC236}">
                <a16:creationId xmlns:a16="http://schemas.microsoft.com/office/drawing/2014/main" id="{35486A6A-0DF8-D0B1-DD1E-C46872A04421}"/>
              </a:ext>
            </a:extLst>
          </p:cNvPr>
          <p:cNvSpPr>
            <a:spLocks noGrp="1"/>
          </p:cNvSpPr>
          <p:nvPr>
            <p:ph type="sldNum" sz="quarter" idx="40"/>
          </p:nvPr>
        </p:nvSpPr>
        <p:spPr>
          <a:xfrm>
            <a:off x="571500" y="4817745"/>
            <a:ext cx="274320" cy="274320"/>
          </a:xfrm>
        </p:spPr>
        <p:txBody>
          <a:bodyPr/>
          <a:lstStyle>
            <a:lvl1pPr>
              <a:defRPr>
                <a:solidFill>
                  <a:srgbClr val="8B8580"/>
                </a:solidFill>
              </a:defRPr>
            </a:lvl1pPr>
          </a:lstStyle>
          <a:p>
            <a:fld id="{345D60D9-5372-5F40-9443-0F9AE5BDC3C8}" type="slidenum">
              <a:rPr lang="en-US" smtClean="0"/>
              <a:pPr/>
              <a:t>‹#›</a:t>
            </a:fld>
            <a:endParaRPr lang="en-US" dirty="0"/>
          </a:p>
        </p:txBody>
      </p:sp>
      <p:sp>
        <p:nvSpPr>
          <p:cNvPr id="7" name="Footer Placeholder 4">
            <a:extLst>
              <a:ext uri="{FF2B5EF4-FFF2-40B4-BE49-F238E27FC236}">
                <a16:creationId xmlns:a16="http://schemas.microsoft.com/office/drawing/2014/main" id="{B80127FD-69D4-AF35-6F5B-E441DC6D05F0}"/>
              </a:ext>
            </a:extLst>
          </p:cNvPr>
          <p:cNvSpPr>
            <a:spLocks noGrp="1"/>
          </p:cNvSpPr>
          <p:nvPr>
            <p:ph type="ftr" sz="quarter" idx="39"/>
          </p:nvPr>
        </p:nvSpPr>
        <p:spPr>
          <a:xfrm>
            <a:off x="845820" y="4817984"/>
            <a:ext cx="4309034" cy="273844"/>
          </a:xfrm>
        </p:spPr>
        <p:txBody>
          <a:bodyPr/>
          <a:lstStyle>
            <a:lvl1pPr>
              <a:defRPr>
                <a:solidFill>
                  <a:srgbClr val="8B8580"/>
                </a:solidFill>
              </a:defRPr>
            </a:lvl1pPr>
          </a:lstStyle>
          <a:p>
            <a:r>
              <a:rPr lang="en-US"/>
              <a:t>Copyright © 2025, Oracle and/or its affiliates |  Confidential: Internal/Restricted/Highly Restricted</a:t>
            </a:r>
            <a:endParaRPr lang="en-US" dirty="0"/>
          </a:p>
        </p:txBody>
      </p:sp>
      <p:sp>
        <p:nvSpPr>
          <p:cNvPr id="12" name="Date Placeholder 3">
            <a:extLst>
              <a:ext uri="{FF2B5EF4-FFF2-40B4-BE49-F238E27FC236}">
                <a16:creationId xmlns:a16="http://schemas.microsoft.com/office/drawing/2014/main" id="{D81B816E-5663-5300-A4CD-34FAA5D8B8E9}"/>
              </a:ext>
            </a:extLst>
          </p:cNvPr>
          <p:cNvSpPr>
            <a:spLocks noGrp="1"/>
          </p:cNvSpPr>
          <p:nvPr>
            <p:ph type="dt" sz="half" idx="38"/>
          </p:nvPr>
        </p:nvSpPr>
        <p:spPr>
          <a:xfrm>
            <a:off x="5154854" y="4819203"/>
            <a:ext cx="2057400" cy="272625"/>
          </a:xfrm>
        </p:spPr>
        <p:txBody>
          <a:bodyPr/>
          <a:lstStyle>
            <a:lvl1pPr>
              <a:defRPr>
                <a:solidFill>
                  <a:srgbClr val="8B8580"/>
                </a:solidFill>
              </a:defRPr>
            </a:lvl1pPr>
          </a:lstStyle>
          <a:p>
            <a:r>
              <a:rPr lang="en-US"/>
              <a:t>[Date]</a:t>
            </a:r>
            <a:endParaRPr lang="en-US" dirty="0"/>
          </a:p>
        </p:txBody>
      </p:sp>
    </p:spTree>
    <p:extLst>
      <p:ext uri="{BB962C8B-B14F-4D97-AF65-F5344CB8AC3E}">
        <p14:creationId xmlns:p14="http://schemas.microsoft.com/office/powerpoint/2010/main" val="216687040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4 Icons + Short Copy_Bark">
    <p:bg>
      <p:bgRef idx="1001">
        <a:schemeClr val="bg1"/>
      </p:bgRef>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358B48DD-4D54-4AC7-8AB9-59BEB3B7003A}"/>
              </a:ext>
            </a:extLst>
          </p:cNvPr>
          <p:cNvSpPr>
            <a:spLocks noGrp="1"/>
          </p:cNvSpPr>
          <p:nvPr>
            <p:ph type="title" hasCustomPrompt="1"/>
          </p:nvPr>
        </p:nvSpPr>
        <p:spPr/>
        <p:txBody>
          <a:bodyPr/>
          <a:lstStyle>
            <a:lvl1pPr>
              <a:defRPr b="1" i="0">
                <a:latin typeface="Oracle Sans Tab" panose="020B0503020204020204" pitchFamily="34" charset="0"/>
                <a:cs typeface="Oracle Sans Tab" panose="020B0503020204020204" pitchFamily="34" charset="0"/>
              </a:defRPr>
            </a:lvl1pPr>
          </a:lstStyle>
          <a:p>
            <a:r>
              <a:rPr lang="en-US" dirty="0"/>
              <a:t>Title</a:t>
            </a:r>
          </a:p>
        </p:txBody>
      </p:sp>
      <p:sp>
        <p:nvSpPr>
          <p:cNvPr id="3" name="Picture Placeholder 2">
            <a:extLst>
              <a:ext uri="{FF2B5EF4-FFF2-40B4-BE49-F238E27FC236}">
                <a16:creationId xmlns:a16="http://schemas.microsoft.com/office/drawing/2014/main" id="{C7E4901C-1507-39BE-DD20-6C1C61024C01}"/>
              </a:ext>
            </a:extLst>
          </p:cNvPr>
          <p:cNvSpPr>
            <a:spLocks noGrp="1" noChangeAspect="1"/>
          </p:cNvSpPr>
          <p:nvPr>
            <p:ph type="pic" sz="quarter" idx="26" hasCustomPrompt="1"/>
          </p:nvPr>
        </p:nvSpPr>
        <p:spPr>
          <a:xfrm>
            <a:off x="571500" y="1426889"/>
            <a:ext cx="1216219" cy="1143858"/>
          </a:xfrm>
          <a:noFill/>
        </p:spPr>
        <p:txBody>
          <a:bodyPr/>
          <a:lstStyle>
            <a:lvl1pPr>
              <a:defRPr sz="900" b="0" i="0">
                <a:latin typeface="Oracle Sans Light" panose="020B0403020204020204" pitchFamily="34" charset="0"/>
                <a:cs typeface="Oracle Sans Light" panose="020B0403020204020204" pitchFamily="34" charset="0"/>
              </a:defRPr>
            </a:lvl1pPr>
          </a:lstStyle>
          <a:p>
            <a:r>
              <a:rPr lang="en-US" dirty="0"/>
              <a:t>Click to insert icon</a:t>
            </a:r>
          </a:p>
        </p:txBody>
      </p:sp>
      <p:sp>
        <p:nvSpPr>
          <p:cNvPr id="5" name="Text Placeholder 21">
            <a:extLst>
              <a:ext uri="{FF2B5EF4-FFF2-40B4-BE49-F238E27FC236}">
                <a16:creationId xmlns:a16="http://schemas.microsoft.com/office/drawing/2014/main" id="{61551457-6641-DDDD-240B-95CD9A763C92}"/>
              </a:ext>
            </a:extLst>
          </p:cNvPr>
          <p:cNvSpPr>
            <a:spLocks noGrp="1"/>
          </p:cNvSpPr>
          <p:nvPr>
            <p:ph type="body" sz="quarter" idx="25" hasCustomPrompt="1"/>
          </p:nvPr>
        </p:nvSpPr>
        <p:spPr>
          <a:xfrm>
            <a:off x="571499" y="2987798"/>
            <a:ext cx="1610239" cy="242914"/>
          </a:xfrm>
          <a:prstGeom prst="rect">
            <a:avLst/>
          </a:prstGeom>
          <a:noFill/>
        </p:spPr>
        <p:txBody>
          <a:bodyPr lIns="0" tIns="0" rIns="0" bIns="0"/>
          <a:lstStyle>
            <a:lvl1pPr algn="l">
              <a:lnSpc>
                <a:spcPts val="1410"/>
              </a:lnSpc>
              <a:defRPr sz="1050" b="1" i="0">
                <a:solidFill>
                  <a:schemeClr val="tx1"/>
                </a:solidFill>
                <a:latin typeface="Oracle Sans" panose="020B0503020204020204" pitchFamily="34" charset="0"/>
                <a:cs typeface="Oracle Sans" panose="020B0503020204020204" pitchFamily="34" charset="0"/>
              </a:defRPr>
            </a:lvl1pPr>
          </a:lstStyle>
          <a:p>
            <a:pPr lvl="0"/>
            <a:r>
              <a:rPr lang="en-IN" dirty="0"/>
              <a:t>Subhead goes here.</a:t>
            </a:r>
            <a:endParaRPr lang="en-US" dirty="0"/>
          </a:p>
        </p:txBody>
      </p:sp>
      <p:sp>
        <p:nvSpPr>
          <p:cNvPr id="7" name="Text Placeholder 21">
            <a:extLst>
              <a:ext uri="{FF2B5EF4-FFF2-40B4-BE49-F238E27FC236}">
                <a16:creationId xmlns:a16="http://schemas.microsoft.com/office/drawing/2014/main" id="{2513FA9D-BD92-8325-94F0-EE985AA1BDEE}"/>
              </a:ext>
            </a:extLst>
          </p:cNvPr>
          <p:cNvSpPr>
            <a:spLocks noGrp="1"/>
          </p:cNvSpPr>
          <p:nvPr>
            <p:ph type="body" sz="quarter" idx="24" hasCustomPrompt="1"/>
          </p:nvPr>
        </p:nvSpPr>
        <p:spPr>
          <a:xfrm>
            <a:off x="571499" y="3283033"/>
            <a:ext cx="1610239" cy="933710"/>
          </a:xfrm>
          <a:prstGeom prst="rect">
            <a:avLst/>
          </a:prstGeom>
          <a:noFill/>
        </p:spPr>
        <p:txBody>
          <a:bodyPr lIns="0" tIns="0" rIns="0" bIns="0"/>
          <a:lstStyle>
            <a:lvl1pPr algn="l">
              <a:lnSpc>
                <a:spcPct val="100000"/>
              </a:lnSpc>
              <a:defRPr sz="900" b="0" i="0">
                <a:solidFill>
                  <a:schemeClr val="tx2"/>
                </a:solidFill>
                <a:latin typeface="Oracle Sans Light" panose="020B0403020204020204" pitchFamily="34" charset="0"/>
                <a:cs typeface="Oracle Sans Light" panose="020B04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r>
              <a:rPr lang="en-IN" dirty="0"/>
              <a:t>, </a:t>
            </a:r>
            <a:r>
              <a:rPr lang="en-IN" dirty="0" err="1"/>
              <a:t>sed</a:t>
            </a:r>
            <a:r>
              <a:rPr lang="en-IN" dirty="0"/>
              <a:t> do </a:t>
            </a:r>
            <a:r>
              <a:rPr lang="en-IN" dirty="0" err="1"/>
              <a:t>eiusmod</a:t>
            </a:r>
            <a:r>
              <a:rPr lang="en-IN" dirty="0"/>
              <a:t> </a:t>
            </a:r>
            <a:r>
              <a:rPr lang="en-IN" dirty="0" err="1"/>
              <a:t>tempor</a:t>
            </a:r>
            <a:r>
              <a:rPr lang="en-IN" dirty="0"/>
              <a:t> </a:t>
            </a:r>
            <a:r>
              <a:rPr lang="en-IN" dirty="0" err="1"/>
              <a:t>incididunt</a:t>
            </a:r>
            <a:r>
              <a:rPr lang="en-IN" dirty="0"/>
              <a:t> </a:t>
            </a:r>
            <a:r>
              <a:rPr lang="en-IN" dirty="0" err="1"/>
              <a:t>ut</a:t>
            </a:r>
            <a:r>
              <a:rPr lang="en-IN" dirty="0"/>
              <a:t> </a:t>
            </a:r>
            <a:r>
              <a:rPr lang="en-IN" dirty="0" err="1"/>
              <a:t>labore</a:t>
            </a:r>
            <a:r>
              <a:rPr lang="en-IN" dirty="0"/>
              <a:t> et dolore magna </a:t>
            </a:r>
            <a:r>
              <a:rPr lang="en-IN" dirty="0" err="1"/>
              <a:t>aliqua</a:t>
            </a:r>
            <a:r>
              <a:rPr lang="en-IN" dirty="0"/>
              <a:t>. </a:t>
            </a:r>
            <a:endParaRPr lang="en-US" dirty="0"/>
          </a:p>
        </p:txBody>
      </p:sp>
      <p:cxnSp>
        <p:nvCxnSpPr>
          <p:cNvPr id="9" name="Straight Connector 8">
            <a:extLst>
              <a:ext uri="{FF2B5EF4-FFF2-40B4-BE49-F238E27FC236}">
                <a16:creationId xmlns:a16="http://schemas.microsoft.com/office/drawing/2014/main" id="{1CB99CA1-E14C-B2B5-027D-021E4777E9B8}"/>
              </a:ext>
              <a:ext uri="{C183D7F6-B498-43B3-948B-1728B52AA6E4}">
                <adec:decorative xmlns:adec="http://schemas.microsoft.com/office/drawing/2017/decorative" val="1"/>
              </a:ext>
            </a:extLst>
          </p:cNvPr>
          <p:cNvCxnSpPr>
            <a:cxnSpLocks/>
          </p:cNvCxnSpPr>
          <p:nvPr userDrawn="1"/>
        </p:nvCxnSpPr>
        <p:spPr>
          <a:xfrm>
            <a:off x="2411760" y="1191135"/>
            <a:ext cx="0" cy="3283816"/>
          </a:xfrm>
          <a:prstGeom prst="line">
            <a:avLst/>
          </a:prstGeom>
          <a:ln>
            <a:solidFill>
              <a:srgbClr val="AEA8A2">
                <a:alpha val="50000"/>
              </a:srgb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C1D5636A-EF3E-A78D-E743-45902E292E81}"/>
              </a:ext>
              <a:ext uri="{C183D7F6-B498-43B3-948B-1728B52AA6E4}">
                <adec:decorative xmlns:adec="http://schemas.microsoft.com/office/drawing/2017/decorative" val="1"/>
              </a:ext>
            </a:extLst>
          </p:cNvPr>
          <p:cNvCxnSpPr>
            <a:cxnSpLocks/>
          </p:cNvCxnSpPr>
          <p:nvPr userDrawn="1"/>
        </p:nvCxnSpPr>
        <p:spPr>
          <a:xfrm>
            <a:off x="4544997" y="1191135"/>
            <a:ext cx="0" cy="3283816"/>
          </a:xfrm>
          <a:prstGeom prst="line">
            <a:avLst/>
          </a:prstGeom>
          <a:ln>
            <a:solidFill>
              <a:srgbClr val="AEA8A2">
                <a:alpha val="50000"/>
              </a:srgb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0B7B7CE0-FF2D-FD66-71C0-5DAE9C4FF9F5}"/>
              </a:ext>
              <a:ext uri="{C183D7F6-B498-43B3-948B-1728B52AA6E4}">
                <adec:decorative xmlns:adec="http://schemas.microsoft.com/office/drawing/2017/decorative" val="1"/>
              </a:ext>
            </a:extLst>
          </p:cNvPr>
          <p:cNvCxnSpPr>
            <a:cxnSpLocks/>
          </p:cNvCxnSpPr>
          <p:nvPr userDrawn="1"/>
        </p:nvCxnSpPr>
        <p:spPr>
          <a:xfrm>
            <a:off x="6678234" y="1191135"/>
            <a:ext cx="0" cy="3283816"/>
          </a:xfrm>
          <a:prstGeom prst="line">
            <a:avLst/>
          </a:prstGeom>
          <a:ln>
            <a:solidFill>
              <a:srgbClr val="AEA8A2">
                <a:alpha val="50000"/>
              </a:srgbClr>
            </a:solidFill>
          </a:ln>
        </p:spPr>
        <p:style>
          <a:lnRef idx="1">
            <a:schemeClr val="accent1"/>
          </a:lnRef>
          <a:fillRef idx="0">
            <a:schemeClr val="accent1"/>
          </a:fillRef>
          <a:effectRef idx="0">
            <a:schemeClr val="accent1"/>
          </a:effectRef>
          <a:fontRef idx="minor">
            <a:schemeClr val="tx1"/>
          </a:fontRef>
        </p:style>
      </p:cxnSp>
      <p:sp>
        <p:nvSpPr>
          <p:cNvPr id="12" name="Picture Placeholder 2">
            <a:extLst>
              <a:ext uri="{FF2B5EF4-FFF2-40B4-BE49-F238E27FC236}">
                <a16:creationId xmlns:a16="http://schemas.microsoft.com/office/drawing/2014/main" id="{8EB08C3B-5F1B-B23E-C552-A32FACD30973}"/>
              </a:ext>
            </a:extLst>
          </p:cNvPr>
          <p:cNvSpPr>
            <a:spLocks noGrp="1" noChangeAspect="1"/>
          </p:cNvSpPr>
          <p:nvPr>
            <p:ph type="pic" sz="quarter" idx="42" hasCustomPrompt="1"/>
          </p:nvPr>
        </p:nvSpPr>
        <p:spPr>
          <a:xfrm>
            <a:off x="2704736" y="1423874"/>
            <a:ext cx="1216219" cy="1143858"/>
          </a:xfrm>
          <a:noFill/>
        </p:spPr>
        <p:txBody>
          <a:bodyPr/>
          <a:lstStyle>
            <a:lvl1pPr>
              <a:defRPr sz="900" b="0" i="0">
                <a:latin typeface="Oracle Sans Light" panose="020B0403020204020204" pitchFamily="34" charset="0"/>
                <a:cs typeface="Oracle Sans Light" panose="020B0403020204020204" pitchFamily="34" charset="0"/>
              </a:defRPr>
            </a:lvl1pPr>
          </a:lstStyle>
          <a:p>
            <a:r>
              <a:rPr lang="en-US" dirty="0"/>
              <a:t>Click to insert icon</a:t>
            </a:r>
          </a:p>
        </p:txBody>
      </p:sp>
      <p:sp>
        <p:nvSpPr>
          <p:cNvPr id="13" name="Text Placeholder 21">
            <a:extLst>
              <a:ext uri="{FF2B5EF4-FFF2-40B4-BE49-F238E27FC236}">
                <a16:creationId xmlns:a16="http://schemas.microsoft.com/office/drawing/2014/main" id="{8EA554B4-F875-969C-60EA-4C68557314AB}"/>
              </a:ext>
            </a:extLst>
          </p:cNvPr>
          <p:cNvSpPr>
            <a:spLocks noGrp="1"/>
          </p:cNvSpPr>
          <p:nvPr>
            <p:ph type="body" sz="quarter" idx="43" hasCustomPrompt="1"/>
          </p:nvPr>
        </p:nvSpPr>
        <p:spPr>
          <a:xfrm>
            <a:off x="2667000" y="2987798"/>
            <a:ext cx="1610239" cy="242914"/>
          </a:xfrm>
          <a:prstGeom prst="rect">
            <a:avLst/>
          </a:prstGeom>
          <a:noFill/>
        </p:spPr>
        <p:txBody>
          <a:bodyPr lIns="0" tIns="0" rIns="0" bIns="0"/>
          <a:lstStyle>
            <a:lvl1pPr algn="l">
              <a:lnSpc>
                <a:spcPts val="1410"/>
              </a:lnSpc>
              <a:defRPr sz="1050" b="1" i="0">
                <a:solidFill>
                  <a:schemeClr val="tx1"/>
                </a:solidFill>
                <a:latin typeface="Oracle Sans" panose="020B0503020204020204" pitchFamily="34" charset="0"/>
                <a:cs typeface="Oracle Sans" panose="020B0503020204020204" pitchFamily="34" charset="0"/>
              </a:defRPr>
            </a:lvl1pPr>
          </a:lstStyle>
          <a:p>
            <a:pPr lvl="0"/>
            <a:r>
              <a:rPr lang="en-IN" dirty="0"/>
              <a:t>Subhead goes here.</a:t>
            </a:r>
            <a:endParaRPr lang="en-US" dirty="0"/>
          </a:p>
        </p:txBody>
      </p:sp>
      <p:sp>
        <p:nvSpPr>
          <p:cNvPr id="14" name="Text Placeholder 21">
            <a:extLst>
              <a:ext uri="{FF2B5EF4-FFF2-40B4-BE49-F238E27FC236}">
                <a16:creationId xmlns:a16="http://schemas.microsoft.com/office/drawing/2014/main" id="{D2D50AA5-7D98-5CE7-84CE-0605A6E82987}"/>
              </a:ext>
            </a:extLst>
          </p:cNvPr>
          <p:cNvSpPr>
            <a:spLocks noGrp="1"/>
          </p:cNvSpPr>
          <p:nvPr>
            <p:ph type="body" sz="quarter" idx="44" hasCustomPrompt="1"/>
          </p:nvPr>
        </p:nvSpPr>
        <p:spPr>
          <a:xfrm>
            <a:off x="2667000" y="3283033"/>
            <a:ext cx="1610239" cy="933710"/>
          </a:xfrm>
          <a:prstGeom prst="rect">
            <a:avLst/>
          </a:prstGeom>
          <a:noFill/>
        </p:spPr>
        <p:txBody>
          <a:bodyPr lIns="0" tIns="0" rIns="0" bIns="0"/>
          <a:lstStyle>
            <a:lvl1pPr algn="l">
              <a:lnSpc>
                <a:spcPct val="100000"/>
              </a:lnSpc>
              <a:defRPr sz="900" b="0" i="0">
                <a:solidFill>
                  <a:schemeClr val="tx2"/>
                </a:solidFill>
                <a:latin typeface="Oracle Sans Light" panose="020B0403020204020204" pitchFamily="34" charset="0"/>
                <a:cs typeface="Oracle Sans Light" panose="020B04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r>
              <a:rPr lang="en-IN" dirty="0"/>
              <a:t>, </a:t>
            </a:r>
            <a:r>
              <a:rPr lang="en-IN" dirty="0" err="1"/>
              <a:t>sed</a:t>
            </a:r>
            <a:r>
              <a:rPr lang="en-IN" dirty="0"/>
              <a:t> do </a:t>
            </a:r>
            <a:r>
              <a:rPr lang="en-IN" dirty="0" err="1"/>
              <a:t>eiusmod</a:t>
            </a:r>
            <a:r>
              <a:rPr lang="en-IN" dirty="0"/>
              <a:t> </a:t>
            </a:r>
            <a:r>
              <a:rPr lang="en-IN" dirty="0" err="1"/>
              <a:t>tempor</a:t>
            </a:r>
            <a:r>
              <a:rPr lang="en-IN" dirty="0"/>
              <a:t> </a:t>
            </a:r>
            <a:r>
              <a:rPr lang="en-IN" dirty="0" err="1"/>
              <a:t>incididunt</a:t>
            </a:r>
            <a:r>
              <a:rPr lang="en-IN" dirty="0"/>
              <a:t> </a:t>
            </a:r>
            <a:r>
              <a:rPr lang="en-IN" dirty="0" err="1"/>
              <a:t>ut</a:t>
            </a:r>
            <a:r>
              <a:rPr lang="en-IN" dirty="0"/>
              <a:t> </a:t>
            </a:r>
            <a:r>
              <a:rPr lang="en-IN" dirty="0" err="1"/>
              <a:t>labore</a:t>
            </a:r>
            <a:r>
              <a:rPr lang="en-IN" dirty="0"/>
              <a:t> et dolore magna </a:t>
            </a:r>
            <a:r>
              <a:rPr lang="en-IN" dirty="0" err="1"/>
              <a:t>aliqua</a:t>
            </a:r>
            <a:r>
              <a:rPr lang="en-IN" dirty="0"/>
              <a:t>. </a:t>
            </a:r>
            <a:endParaRPr lang="en-US" dirty="0"/>
          </a:p>
        </p:txBody>
      </p:sp>
      <p:sp>
        <p:nvSpPr>
          <p:cNvPr id="15" name="Picture Placeholder 2">
            <a:extLst>
              <a:ext uri="{FF2B5EF4-FFF2-40B4-BE49-F238E27FC236}">
                <a16:creationId xmlns:a16="http://schemas.microsoft.com/office/drawing/2014/main" id="{F994E158-BDF1-CB1C-AF38-459B24847056}"/>
              </a:ext>
            </a:extLst>
          </p:cNvPr>
          <p:cNvSpPr>
            <a:spLocks noGrp="1" noChangeAspect="1"/>
          </p:cNvSpPr>
          <p:nvPr>
            <p:ph type="pic" sz="quarter" idx="45" hasCustomPrompt="1"/>
          </p:nvPr>
        </p:nvSpPr>
        <p:spPr>
          <a:xfrm>
            <a:off x="4800600" y="1423874"/>
            <a:ext cx="1216219" cy="1143858"/>
          </a:xfrm>
          <a:noFill/>
        </p:spPr>
        <p:txBody>
          <a:bodyPr/>
          <a:lstStyle>
            <a:lvl1pPr>
              <a:defRPr sz="900" b="0" i="0">
                <a:latin typeface="Oracle Sans Light" panose="020B0403020204020204" pitchFamily="34" charset="0"/>
                <a:cs typeface="Oracle Sans Light" panose="020B0403020204020204" pitchFamily="34" charset="0"/>
              </a:defRPr>
            </a:lvl1pPr>
          </a:lstStyle>
          <a:p>
            <a:r>
              <a:rPr lang="en-US" dirty="0"/>
              <a:t>Click to insert icon</a:t>
            </a:r>
          </a:p>
        </p:txBody>
      </p:sp>
      <p:sp>
        <p:nvSpPr>
          <p:cNvPr id="16" name="Text Placeholder 21">
            <a:extLst>
              <a:ext uri="{FF2B5EF4-FFF2-40B4-BE49-F238E27FC236}">
                <a16:creationId xmlns:a16="http://schemas.microsoft.com/office/drawing/2014/main" id="{C918D3EB-B6A3-1543-D6FB-4A262FA639F5}"/>
              </a:ext>
            </a:extLst>
          </p:cNvPr>
          <p:cNvSpPr>
            <a:spLocks noGrp="1"/>
          </p:cNvSpPr>
          <p:nvPr>
            <p:ph type="body" sz="quarter" idx="46" hasCustomPrompt="1"/>
          </p:nvPr>
        </p:nvSpPr>
        <p:spPr>
          <a:xfrm>
            <a:off x="4800600" y="2987798"/>
            <a:ext cx="1610239" cy="242914"/>
          </a:xfrm>
          <a:prstGeom prst="rect">
            <a:avLst/>
          </a:prstGeom>
          <a:noFill/>
        </p:spPr>
        <p:txBody>
          <a:bodyPr lIns="0" tIns="0" rIns="0" bIns="0"/>
          <a:lstStyle>
            <a:lvl1pPr algn="l">
              <a:lnSpc>
                <a:spcPts val="1410"/>
              </a:lnSpc>
              <a:defRPr sz="1050" b="1" i="0">
                <a:solidFill>
                  <a:schemeClr val="tx1"/>
                </a:solidFill>
                <a:latin typeface="Oracle Sans" panose="020B0503020204020204" pitchFamily="34" charset="0"/>
                <a:cs typeface="Oracle Sans" panose="020B0503020204020204" pitchFamily="34" charset="0"/>
              </a:defRPr>
            </a:lvl1pPr>
          </a:lstStyle>
          <a:p>
            <a:pPr lvl="0"/>
            <a:r>
              <a:rPr lang="en-IN" dirty="0"/>
              <a:t>Subhead goes here.</a:t>
            </a:r>
            <a:endParaRPr lang="en-US" dirty="0"/>
          </a:p>
        </p:txBody>
      </p:sp>
      <p:sp>
        <p:nvSpPr>
          <p:cNvPr id="17" name="Text Placeholder 21">
            <a:extLst>
              <a:ext uri="{FF2B5EF4-FFF2-40B4-BE49-F238E27FC236}">
                <a16:creationId xmlns:a16="http://schemas.microsoft.com/office/drawing/2014/main" id="{9E10EAFD-1DDE-1416-6E9D-70E7979B5F71}"/>
              </a:ext>
            </a:extLst>
          </p:cNvPr>
          <p:cNvSpPr>
            <a:spLocks noGrp="1"/>
          </p:cNvSpPr>
          <p:nvPr>
            <p:ph type="body" sz="quarter" idx="47" hasCustomPrompt="1"/>
          </p:nvPr>
        </p:nvSpPr>
        <p:spPr>
          <a:xfrm>
            <a:off x="4800600" y="3283033"/>
            <a:ext cx="1610239" cy="933710"/>
          </a:xfrm>
          <a:prstGeom prst="rect">
            <a:avLst/>
          </a:prstGeom>
          <a:noFill/>
        </p:spPr>
        <p:txBody>
          <a:bodyPr lIns="0" tIns="0" rIns="0" bIns="0"/>
          <a:lstStyle>
            <a:lvl1pPr algn="l">
              <a:lnSpc>
                <a:spcPct val="100000"/>
              </a:lnSpc>
              <a:defRPr sz="900" b="0" i="0">
                <a:solidFill>
                  <a:schemeClr val="tx2"/>
                </a:solidFill>
                <a:latin typeface="Oracle Sans Light" panose="020B0403020204020204" pitchFamily="34" charset="0"/>
                <a:cs typeface="Oracle Sans Light" panose="020B04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r>
              <a:rPr lang="en-IN" dirty="0"/>
              <a:t>, </a:t>
            </a:r>
            <a:r>
              <a:rPr lang="en-IN" dirty="0" err="1"/>
              <a:t>sed</a:t>
            </a:r>
            <a:r>
              <a:rPr lang="en-IN" dirty="0"/>
              <a:t> do </a:t>
            </a:r>
            <a:r>
              <a:rPr lang="en-IN" dirty="0" err="1"/>
              <a:t>eiusmod</a:t>
            </a:r>
            <a:r>
              <a:rPr lang="en-IN" dirty="0"/>
              <a:t> </a:t>
            </a:r>
            <a:r>
              <a:rPr lang="en-IN" dirty="0" err="1"/>
              <a:t>tempor</a:t>
            </a:r>
            <a:r>
              <a:rPr lang="en-IN" dirty="0"/>
              <a:t> </a:t>
            </a:r>
            <a:r>
              <a:rPr lang="en-IN" dirty="0" err="1"/>
              <a:t>incididunt</a:t>
            </a:r>
            <a:r>
              <a:rPr lang="en-IN" dirty="0"/>
              <a:t> </a:t>
            </a:r>
            <a:r>
              <a:rPr lang="en-IN" dirty="0" err="1"/>
              <a:t>ut</a:t>
            </a:r>
            <a:r>
              <a:rPr lang="en-IN" dirty="0"/>
              <a:t> </a:t>
            </a:r>
            <a:r>
              <a:rPr lang="en-IN" dirty="0" err="1"/>
              <a:t>labore</a:t>
            </a:r>
            <a:r>
              <a:rPr lang="en-IN" dirty="0"/>
              <a:t> et dolore magna </a:t>
            </a:r>
            <a:r>
              <a:rPr lang="en-IN" dirty="0" err="1"/>
              <a:t>aliqua</a:t>
            </a:r>
            <a:r>
              <a:rPr lang="en-IN" dirty="0"/>
              <a:t>. </a:t>
            </a:r>
            <a:endParaRPr lang="en-US" dirty="0"/>
          </a:p>
        </p:txBody>
      </p:sp>
      <p:sp>
        <p:nvSpPr>
          <p:cNvPr id="20" name="Picture Placeholder 2">
            <a:extLst>
              <a:ext uri="{FF2B5EF4-FFF2-40B4-BE49-F238E27FC236}">
                <a16:creationId xmlns:a16="http://schemas.microsoft.com/office/drawing/2014/main" id="{DA82121E-A7D0-8322-47F8-0E52E6B34CC8}"/>
              </a:ext>
            </a:extLst>
          </p:cNvPr>
          <p:cNvSpPr>
            <a:spLocks noGrp="1" noChangeAspect="1"/>
          </p:cNvSpPr>
          <p:nvPr>
            <p:ph type="pic" sz="quarter" idx="48" hasCustomPrompt="1"/>
          </p:nvPr>
        </p:nvSpPr>
        <p:spPr>
          <a:xfrm>
            <a:off x="6945631" y="1445009"/>
            <a:ext cx="1216219" cy="1143858"/>
          </a:xfrm>
          <a:noFill/>
        </p:spPr>
        <p:txBody>
          <a:bodyPr/>
          <a:lstStyle>
            <a:lvl1pPr>
              <a:defRPr sz="900" b="0" i="0">
                <a:latin typeface="Oracle Sans Light" panose="020B0403020204020204" pitchFamily="34" charset="0"/>
                <a:cs typeface="Oracle Sans Light" panose="020B0403020204020204" pitchFamily="34" charset="0"/>
              </a:defRPr>
            </a:lvl1pPr>
          </a:lstStyle>
          <a:p>
            <a:r>
              <a:rPr lang="en-US" dirty="0"/>
              <a:t>Click to insert icon</a:t>
            </a:r>
          </a:p>
        </p:txBody>
      </p:sp>
      <p:sp>
        <p:nvSpPr>
          <p:cNvPr id="24" name="Text Placeholder 21">
            <a:extLst>
              <a:ext uri="{FF2B5EF4-FFF2-40B4-BE49-F238E27FC236}">
                <a16:creationId xmlns:a16="http://schemas.microsoft.com/office/drawing/2014/main" id="{C8C95771-ADAA-8012-666C-D23E506FF49A}"/>
              </a:ext>
            </a:extLst>
          </p:cNvPr>
          <p:cNvSpPr>
            <a:spLocks noGrp="1"/>
          </p:cNvSpPr>
          <p:nvPr>
            <p:ph type="body" sz="quarter" idx="49" hasCustomPrompt="1"/>
          </p:nvPr>
        </p:nvSpPr>
        <p:spPr>
          <a:xfrm>
            <a:off x="6926580" y="2987798"/>
            <a:ext cx="1610239" cy="242914"/>
          </a:xfrm>
          <a:prstGeom prst="rect">
            <a:avLst/>
          </a:prstGeom>
          <a:noFill/>
        </p:spPr>
        <p:txBody>
          <a:bodyPr lIns="0" tIns="0" rIns="0" bIns="0"/>
          <a:lstStyle>
            <a:lvl1pPr algn="l">
              <a:lnSpc>
                <a:spcPts val="1410"/>
              </a:lnSpc>
              <a:defRPr sz="1050" b="1" i="0">
                <a:solidFill>
                  <a:schemeClr val="tx1"/>
                </a:solidFill>
                <a:latin typeface="Oracle Sans" panose="020B0503020204020204" pitchFamily="34" charset="0"/>
                <a:cs typeface="Oracle Sans" panose="020B0503020204020204" pitchFamily="34" charset="0"/>
              </a:defRPr>
            </a:lvl1pPr>
          </a:lstStyle>
          <a:p>
            <a:pPr lvl="0"/>
            <a:r>
              <a:rPr lang="en-IN" dirty="0"/>
              <a:t>Subhead goes here.</a:t>
            </a:r>
            <a:endParaRPr lang="en-US" dirty="0"/>
          </a:p>
        </p:txBody>
      </p:sp>
      <p:sp>
        <p:nvSpPr>
          <p:cNvPr id="25" name="Text Placeholder 21">
            <a:extLst>
              <a:ext uri="{FF2B5EF4-FFF2-40B4-BE49-F238E27FC236}">
                <a16:creationId xmlns:a16="http://schemas.microsoft.com/office/drawing/2014/main" id="{F959B90B-FDA1-DB8D-72E0-1D8B805EB20B}"/>
              </a:ext>
            </a:extLst>
          </p:cNvPr>
          <p:cNvSpPr>
            <a:spLocks noGrp="1"/>
          </p:cNvSpPr>
          <p:nvPr>
            <p:ph type="body" sz="quarter" idx="50" hasCustomPrompt="1"/>
          </p:nvPr>
        </p:nvSpPr>
        <p:spPr>
          <a:xfrm>
            <a:off x="6926580" y="3283033"/>
            <a:ext cx="1610239" cy="933710"/>
          </a:xfrm>
          <a:prstGeom prst="rect">
            <a:avLst/>
          </a:prstGeom>
          <a:noFill/>
        </p:spPr>
        <p:txBody>
          <a:bodyPr lIns="0" tIns="0" rIns="0" bIns="0"/>
          <a:lstStyle>
            <a:lvl1pPr algn="l">
              <a:lnSpc>
                <a:spcPct val="100000"/>
              </a:lnSpc>
              <a:defRPr sz="900" b="0" i="0">
                <a:solidFill>
                  <a:schemeClr val="tx2"/>
                </a:solidFill>
                <a:latin typeface="Oracle Sans Light" panose="020B0403020204020204" pitchFamily="34" charset="0"/>
                <a:cs typeface="Oracle Sans Light" panose="020B04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r>
              <a:rPr lang="en-IN" dirty="0"/>
              <a:t>, </a:t>
            </a:r>
            <a:r>
              <a:rPr lang="en-IN" dirty="0" err="1"/>
              <a:t>sed</a:t>
            </a:r>
            <a:r>
              <a:rPr lang="en-IN" dirty="0"/>
              <a:t> do </a:t>
            </a:r>
            <a:r>
              <a:rPr lang="en-IN" dirty="0" err="1"/>
              <a:t>eiusmod</a:t>
            </a:r>
            <a:r>
              <a:rPr lang="en-IN" dirty="0"/>
              <a:t> </a:t>
            </a:r>
            <a:r>
              <a:rPr lang="en-IN" dirty="0" err="1"/>
              <a:t>tempor</a:t>
            </a:r>
            <a:r>
              <a:rPr lang="en-IN" dirty="0"/>
              <a:t> </a:t>
            </a:r>
            <a:r>
              <a:rPr lang="en-IN" dirty="0" err="1"/>
              <a:t>incididunt</a:t>
            </a:r>
            <a:r>
              <a:rPr lang="en-IN" dirty="0"/>
              <a:t> </a:t>
            </a:r>
            <a:r>
              <a:rPr lang="en-IN" dirty="0" err="1"/>
              <a:t>ut</a:t>
            </a:r>
            <a:r>
              <a:rPr lang="en-IN" dirty="0"/>
              <a:t> </a:t>
            </a:r>
            <a:r>
              <a:rPr lang="en-IN" dirty="0" err="1"/>
              <a:t>labore</a:t>
            </a:r>
            <a:r>
              <a:rPr lang="en-IN" dirty="0"/>
              <a:t> et dolore magna </a:t>
            </a:r>
            <a:r>
              <a:rPr lang="en-IN" dirty="0" err="1"/>
              <a:t>aliqua</a:t>
            </a:r>
            <a:r>
              <a:rPr lang="en-IN" dirty="0"/>
              <a:t>. </a:t>
            </a:r>
            <a:endParaRPr lang="en-US" dirty="0"/>
          </a:p>
        </p:txBody>
      </p:sp>
      <p:sp>
        <p:nvSpPr>
          <p:cNvPr id="18" name="Slide Number Placeholder 7">
            <a:extLst>
              <a:ext uri="{FF2B5EF4-FFF2-40B4-BE49-F238E27FC236}">
                <a16:creationId xmlns:a16="http://schemas.microsoft.com/office/drawing/2014/main" id="{952A66F5-FAE0-EB87-BAA5-881AB8B072A5}"/>
              </a:ext>
            </a:extLst>
          </p:cNvPr>
          <p:cNvSpPr>
            <a:spLocks noGrp="1"/>
          </p:cNvSpPr>
          <p:nvPr>
            <p:ph type="sldNum" sz="quarter" idx="17"/>
          </p:nvPr>
        </p:nvSpPr>
        <p:spPr>
          <a:xfrm>
            <a:off x="571500" y="4817745"/>
            <a:ext cx="274320" cy="27432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19" name="Footer Placeholder 6">
            <a:extLst>
              <a:ext uri="{FF2B5EF4-FFF2-40B4-BE49-F238E27FC236}">
                <a16:creationId xmlns:a16="http://schemas.microsoft.com/office/drawing/2014/main" id="{477502C2-0A67-A81E-B4B0-BCD50EE69064}"/>
              </a:ext>
            </a:extLst>
          </p:cNvPr>
          <p:cNvSpPr>
            <a:spLocks noGrp="1"/>
          </p:cNvSpPr>
          <p:nvPr>
            <p:ph type="ftr" sz="quarter" idx="16"/>
          </p:nvPr>
        </p:nvSpPr>
        <p:spPr>
          <a:xfrm>
            <a:off x="845820" y="4817984"/>
            <a:ext cx="4309034" cy="273844"/>
          </a:xfrm>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21" name="Date Placeholder 4">
            <a:extLst>
              <a:ext uri="{FF2B5EF4-FFF2-40B4-BE49-F238E27FC236}">
                <a16:creationId xmlns:a16="http://schemas.microsoft.com/office/drawing/2014/main" id="{38407BD2-CE3D-B55B-EDA9-084F090B0E40}"/>
              </a:ext>
            </a:extLst>
          </p:cNvPr>
          <p:cNvSpPr>
            <a:spLocks noGrp="1"/>
          </p:cNvSpPr>
          <p:nvPr>
            <p:ph type="dt" sz="half" idx="15"/>
          </p:nvPr>
        </p:nvSpPr>
        <p:spPr>
          <a:xfrm>
            <a:off x="5154854" y="4819203"/>
            <a:ext cx="2057400" cy="272625"/>
          </a:xfrm>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3179230711"/>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Dark - Blank">
    <p:bg>
      <p:bgRef idx="1001">
        <a:schemeClr val="bg1"/>
      </p:bgRef>
    </p:bg>
    <p:spTree>
      <p:nvGrpSpPr>
        <p:cNvPr id="1" name=""/>
        <p:cNvGrpSpPr/>
        <p:nvPr/>
      </p:nvGrpSpPr>
      <p:grpSpPr>
        <a:xfrm>
          <a:off x="0" y="0"/>
          <a:ext cx="0" cy="0"/>
          <a:chOff x="0" y="0"/>
          <a:chExt cx="0" cy="0"/>
        </a:xfrm>
      </p:grpSpPr>
      <p:sp>
        <p:nvSpPr>
          <p:cNvPr id="3" name="Slide Number Placeholder 7">
            <a:extLst>
              <a:ext uri="{FF2B5EF4-FFF2-40B4-BE49-F238E27FC236}">
                <a16:creationId xmlns:a16="http://schemas.microsoft.com/office/drawing/2014/main" id="{B9BE1098-CB0B-6118-9F18-F82F79BCD072}"/>
              </a:ext>
            </a:extLst>
          </p:cNvPr>
          <p:cNvSpPr>
            <a:spLocks noGrp="1"/>
          </p:cNvSpPr>
          <p:nvPr>
            <p:ph type="sldNum" sz="quarter" idx="17"/>
          </p:nvPr>
        </p:nvSpPr>
        <p:spPr>
          <a:xfrm>
            <a:off x="571500" y="4817745"/>
            <a:ext cx="274320" cy="27432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4" name="Footer Placeholder 6">
            <a:extLst>
              <a:ext uri="{FF2B5EF4-FFF2-40B4-BE49-F238E27FC236}">
                <a16:creationId xmlns:a16="http://schemas.microsoft.com/office/drawing/2014/main" id="{8EF60680-0B89-E284-0AFC-7DCC64BF7750}"/>
              </a:ext>
            </a:extLst>
          </p:cNvPr>
          <p:cNvSpPr>
            <a:spLocks noGrp="1"/>
          </p:cNvSpPr>
          <p:nvPr>
            <p:ph type="ftr" sz="quarter" idx="16"/>
          </p:nvPr>
        </p:nvSpPr>
        <p:spPr>
          <a:xfrm>
            <a:off x="845820" y="4817984"/>
            <a:ext cx="4309034" cy="273844"/>
          </a:xfrm>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5" name="Date Placeholder 4">
            <a:extLst>
              <a:ext uri="{FF2B5EF4-FFF2-40B4-BE49-F238E27FC236}">
                <a16:creationId xmlns:a16="http://schemas.microsoft.com/office/drawing/2014/main" id="{033EE420-175F-A11D-96CB-D1ABB088F9CF}"/>
              </a:ext>
            </a:extLst>
          </p:cNvPr>
          <p:cNvSpPr>
            <a:spLocks noGrp="1"/>
          </p:cNvSpPr>
          <p:nvPr>
            <p:ph type="dt" sz="half" idx="15"/>
          </p:nvPr>
        </p:nvSpPr>
        <p:spPr>
          <a:xfrm>
            <a:off x="5154854" y="4819203"/>
            <a:ext cx="2057400" cy="272625"/>
          </a:xfrm>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2823896298"/>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Light - Blank">
    <p:bg>
      <p:bgRef idx="1001">
        <a:schemeClr val="bg2"/>
      </p:bgRef>
    </p:bg>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986FB920-929F-CD50-52DB-2267C19E529C}"/>
              </a:ext>
            </a:extLst>
          </p:cNvPr>
          <p:cNvSpPr>
            <a:spLocks noGrp="1"/>
          </p:cNvSpPr>
          <p:nvPr>
            <p:ph type="sldNum" sz="quarter" idx="40"/>
          </p:nvPr>
        </p:nvSpPr>
        <p:spPr>
          <a:xfrm>
            <a:off x="571500" y="4817745"/>
            <a:ext cx="274320" cy="274320"/>
          </a:xfrm>
        </p:spPr>
        <p:txBody>
          <a:bodyPr/>
          <a:lstStyle>
            <a:lvl1pPr>
              <a:defRPr>
                <a:solidFill>
                  <a:srgbClr val="8B8580"/>
                </a:solidFill>
              </a:defRPr>
            </a:lvl1pPr>
          </a:lstStyle>
          <a:p>
            <a:fld id="{345D60D9-5372-5F40-9443-0F9AE5BDC3C8}" type="slidenum">
              <a:rPr lang="en-US" smtClean="0"/>
              <a:pPr/>
              <a:t>‹#›</a:t>
            </a:fld>
            <a:endParaRPr lang="en-US" dirty="0"/>
          </a:p>
        </p:txBody>
      </p:sp>
      <p:sp>
        <p:nvSpPr>
          <p:cNvPr id="4" name="Footer Placeholder 4">
            <a:extLst>
              <a:ext uri="{FF2B5EF4-FFF2-40B4-BE49-F238E27FC236}">
                <a16:creationId xmlns:a16="http://schemas.microsoft.com/office/drawing/2014/main" id="{8B934CA2-9189-BBDA-2D47-6B62E59B566E}"/>
              </a:ext>
            </a:extLst>
          </p:cNvPr>
          <p:cNvSpPr>
            <a:spLocks noGrp="1"/>
          </p:cNvSpPr>
          <p:nvPr>
            <p:ph type="ftr" sz="quarter" idx="39"/>
          </p:nvPr>
        </p:nvSpPr>
        <p:spPr>
          <a:xfrm>
            <a:off x="845820" y="4817984"/>
            <a:ext cx="4309034" cy="273844"/>
          </a:xfrm>
        </p:spPr>
        <p:txBody>
          <a:bodyPr/>
          <a:lstStyle>
            <a:lvl1pPr>
              <a:defRPr>
                <a:solidFill>
                  <a:srgbClr val="8B8580"/>
                </a:solidFill>
              </a:defRPr>
            </a:lvl1pPr>
          </a:lstStyle>
          <a:p>
            <a:r>
              <a:rPr lang="en-US"/>
              <a:t>Copyright © 2025, Oracle and/or its affiliates |  Confidential: Internal/Restricted/Highly Restricted</a:t>
            </a:r>
            <a:endParaRPr lang="en-US" dirty="0"/>
          </a:p>
        </p:txBody>
      </p:sp>
      <p:sp>
        <p:nvSpPr>
          <p:cNvPr id="5" name="Date Placeholder 3">
            <a:extLst>
              <a:ext uri="{FF2B5EF4-FFF2-40B4-BE49-F238E27FC236}">
                <a16:creationId xmlns:a16="http://schemas.microsoft.com/office/drawing/2014/main" id="{1EB26826-CB7B-F2D0-E18C-8AA5414C58D7}"/>
              </a:ext>
            </a:extLst>
          </p:cNvPr>
          <p:cNvSpPr>
            <a:spLocks noGrp="1"/>
          </p:cNvSpPr>
          <p:nvPr>
            <p:ph type="dt" sz="half" idx="38"/>
          </p:nvPr>
        </p:nvSpPr>
        <p:spPr>
          <a:xfrm>
            <a:off x="5154854" y="4819203"/>
            <a:ext cx="2057400" cy="272625"/>
          </a:xfrm>
        </p:spPr>
        <p:txBody>
          <a:bodyPr/>
          <a:lstStyle>
            <a:lvl1pPr>
              <a:defRPr>
                <a:solidFill>
                  <a:srgbClr val="8B8580"/>
                </a:solidFill>
              </a:defRPr>
            </a:lvl1pPr>
          </a:lstStyle>
          <a:p>
            <a:r>
              <a:rPr lang="en-US"/>
              <a:t>[Date]</a:t>
            </a:r>
            <a:endParaRPr lang="en-US" dirty="0"/>
          </a:p>
        </p:txBody>
      </p:sp>
    </p:spTree>
    <p:extLst>
      <p:ext uri="{BB962C8B-B14F-4D97-AF65-F5344CB8AC3E}">
        <p14:creationId xmlns:p14="http://schemas.microsoft.com/office/powerpoint/2010/main" val="2010965777"/>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Light - Title">
    <p:bg>
      <p:bgRef idx="1001">
        <a:schemeClr val="bg2"/>
      </p:bgRef>
    </p:bg>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0638DF7B-BBB6-684E-A5BB-80F1125943EF}"/>
              </a:ext>
            </a:extLst>
          </p:cNvPr>
          <p:cNvSpPr>
            <a:spLocks noGrp="1"/>
          </p:cNvSpPr>
          <p:nvPr>
            <p:ph type="title" hasCustomPrompt="1"/>
          </p:nvPr>
        </p:nvSpPr>
        <p:spPr>
          <a:xfrm>
            <a:off x="576656" y="136802"/>
            <a:ext cx="8003286" cy="617220"/>
          </a:xfrm>
        </p:spPr>
        <p:txBody>
          <a:bodyPr/>
          <a:lstStyle>
            <a:lvl1pPr>
              <a:defRPr b="1" i="0">
                <a:latin typeface="Oracle Sans Tab" panose="020B0503020204020204" pitchFamily="34" charset="0"/>
                <a:cs typeface="Oracle Sans Tab" panose="020B0503020204020204" pitchFamily="34" charset="0"/>
              </a:defRPr>
            </a:lvl1pPr>
          </a:lstStyle>
          <a:p>
            <a:r>
              <a:rPr lang="en-US" dirty="0"/>
              <a:t>Title</a:t>
            </a:r>
          </a:p>
        </p:txBody>
      </p:sp>
      <p:sp>
        <p:nvSpPr>
          <p:cNvPr id="3" name="Slide Number Placeholder 5">
            <a:extLst>
              <a:ext uri="{FF2B5EF4-FFF2-40B4-BE49-F238E27FC236}">
                <a16:creationId xmlns:a16="http://schemas.microsoft.com/office/drawing/2014/main" id="{0196566A-34C0-2909-1BBA-2F1E01266A07}"/>
              </a:ext>
            </a:extLst>
          </p:cNvPr>
          <p:cNvSpPr>
            <a:spLocks noGrp="1"/>
          </p:cNvSpPr>
          <p:nvPr>
            <p:ph type="sldNum" sz="quarter" idx="40"/>
          </p:nvPr>
        </p:nvSpPr>
        <p:spPr>
          <a:xfrm>
            <a:off x="571500" y="4817745"/>
            <a:ext cx="274320" cy="274320"/>
          </a:xfrm>
        </p:spPr>
        <p:txBody>
          <a:bodyPr/>
          <a:lstStyle>
            <a:lvl1pPr>
              <a:defRPr>
                <a:solidFill>
                  <a:srgbClr val="8B8580"/>
                </a:solidFill>
              </a:defRPr>
            </a:lvl1pPr>
          </a:lstStyle>
          <a:p>
            <a:fld id="{345D60D9-5372-5F40-9443-0F9AE5BDC3C8}" type="slidenum">
              <a:rPr lang="en-US" smtClean="0"/>
              <a:pPr/>
              <a:t>‹#›</a:t>
            </a:fld>
            <a:endParaRPr lang="en-US" dirty="0"/>
          </a:p>
        </p:txBody>
      </p:sp>
      <p:sp>
        <p:nvSpPr>
          <p:cNvPr id="4" name="Footer Placeholder 4">
            <a:extLst>
              <a:ext uri="{FF2B5EF4-FFF2-40B4-BE49-F238E27FC236}">
                <a16:creationId xmlns:a16="http://schemas.microsoft.com/office/drawing/2014/main" id="{47D75A6B-90D9-58CE-7BC7-31C53C19C8F9}"/>
              </a:ext>
            </a:extLst>
          </p:cNvPr>
          <p:cNvSpPr>
            <a:spLocks noGrp="1"/>
          </p:cNvSpPr>
          <p:nvPr>
            <p:ph type="ftr" sz="quarter" idx="39"/>
          </p:nvPr>
        </p:nvSpPr>
        <p:spPr>
          <a:xfrm>
            <a:off x="845820" y="4817984"/>
            <a:ext cx="4309034" cy="273844"/>
          </a:xfrm>
        </p:spPr>
        <p:txBody>
          <a:bodyPr/>
          <a:lstStyle>
            <a:lvl1pPr>
              <a:defRPr>
                <a:solidFill>
                  <a:srgbClr val="8B8580"/>
                </a:solidFill>
              </a:defRPr>
            </a:lvl1pPr>
          </a:lstStyle>
          <a:p>
            <a:r>
              <a:rPr lang="en-US"/>
              <a:t>Copyright © 2025, Oracle and/or its affiliates |  Confidential: Internal/Restricted/Highly Restricted</a:t>
            </a:r>
            <a:endParaRPr lang="en-US" dirty="0"/>
          </a:p>
        </p:txBody>
      </p:sp>
      <p:sp>
        <p:nvSpPr>
          <p:cNvPr id="5" name="Date Placeholder 3">
            <a:extLst>
              <a:ext uri="{FF2B5EF4-FFF2-40B4-BE49-F238E27FC236}">
                <a16:creationId xmlns:a16="http://schemas.microsoft.com/office/drawing/2014/main" id="{33C7F88C-022C-DC8C-F4BA-18F89F1E4ADA}"/>
              </a:ext>
            </a:extLst>
          </p:cNvPr>
          <p:cNvSpPr>
            <a:spLocks noGrp="1"/>
          </p:cNvSpPr>
          <p:nvPr>
            <p:ph type="dt" sz="half" idx="38"/>
          </p:nvPr>
        </p:nvSpPr>
        <p:spPr>
          <a:xfrm>
            <a:off x="5154854" y="4819203"/>
            <a:ext cx="2057400" cy="272625"/>
          </a:xfrm>
        </p:spPr>
        <p:txBody>
          <a:bodyPr/>
          <a:lstStyle>
            <a:lvl1pPr>
              <a:defRPr>
                <a:solidFill>
                  <a:srgbClr val="8B8580"/>
                </a:solidFill>
              </a:defRPr>
            </a:lvl1pPr>
          </a:lstStyle>
          <a:p>
            <a:r>
              <a:rPr lang="en-US"/>
              <a:t>[Date]</a:t>
            </a:r>
            <a:endParaRPr lang="en-US" dirty="0"/>
          </a:p>
        </p:txBody>
      </p:sp>
    </p:spTree>
    <p:extLst>
      <p:ext uri="{BB962C8B-B14F-4D97-AF65-F5344CB8AC3E}">
        <p14:creationId xmlns:p14="http://schemas.microsoft.com/office/powerpoint/2010/main" val="681661741"/>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Dark - Title">
    <p:bg>
      <p:bgRef idx="1001">
        <a:schemeClr val="bg1"/>
      </p:bgRef>
    </p:bg>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0638DF7B-BBB6-684E-A5BB-80F1125943EF}"/>
              </a:ext>
            </a:extLst>
          </p:cNvPr>
          <p:cNvSpPr>
            <a:spLocks noGrp="1"/>
          </p:cNvSpPr>
          <p:nvPr>
            <p:ph type="title" hasCustomPrompt="1"/>
          </p:nvPr>
        </p:nvSpPr>
        <p:spPr>
          <a:xfrm>
            <a:off x="576656" y="136802"/>
            <a:ext cx="8003286" cy="617220"/>
          </a:xfrm>
        </p:spPr>
        <p:txBody>
          <a:bodyPr/>
          <a:lstStyle>
            <a:lvl1pPr>
              <a:defRPr b="1" i="0">
                <a:solidFill>
                  <a:schemeClr val="tx1"/>
                </a:solidFill>
                <a:latin typeface="Oracle Sans Tab" panose="020B0503020204020204" pitchFamily="34" charset="0"/>
                <a:cs typeface="Oracle Sans Tab" panose="020B0503020204020204" pitchFamily="34" charset="0"/>
              </a:defRPr>
            </a:lvl1pPr>
          </a:lstStyle>
          <a:p>
            <a:r>
              <a:rPr lang="en-US" dirty="0"/>
              <a:t>Title</a:t>
            </a:r>
          </a:p>
        </p:txBody>
      </p:sp>
      <p:sp>
        <p:nvSpPr>
          <p:cNvPr id="2" name="Slide Number Placeholder 7">
            <a:extLst>
              <a:ext uri="{FF2B5EF4-FFF2-40B4-BE49-F238E27FC236}">
                <a16:creationId xmlns:a16="http://schemas.microsoft.com/office/drawing/2014/main" id="{97C3ED5D-4573-7EB2-556F-2EF18A7D2A2E}"/>
              </a:ext>
            </a:extLst>
          </p:cNvPr>
          <p:cNvSpPr>
            <a:spLocks noGrp="1"/>
          </p:cNvSpPr>
          <p:nvPr>
            <p:ph type="sldNum" sz="quarter" idx="17"/>
          </p:nvPr>
        </p:nvSpPr>
        <p:spPr>
          <a:xfrm>
            <a:off x="571500" y="4817745"/>
            <a:ext cx="274320" cy="27432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3" name="Footer Placeholder 6">
            <a:extLst>
              <a:ext uri="{FF2B5EF4-FFF2-40B4-BE49-F238E27FC236}">
                <a16:creationId xmlns:a16="http://schemas.microsoft.com/office/drawing/2014/main" id="{58440478-2F1F-8106-9748-50C7E33FD626}"/>
              </a:ext>
            </a:extLst>
          </p:cNvPr>
          <p:cNvSpPr>
            <a:spLocks noGrp="1"/>
          </p:cNvSpPr>
          <p:nvPr>
            <p:ph type="ftr" sz="quarter" idx="16"/>
          </p:nvPr>
        </p:nvSpPr>
        <p:spPr>
          <a:xfrm>
            <a:off x="845820" y="4817984"/>
            <a:ext cx="4309034" cy="273844"/>
          </a:xfrm>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4" name="Date Placeholder 4">
            <a:extLst>
              <a:ext uri="{FF2B5EF4-FFF2-40B4-BE49-F238E27FC236}">
                <a16:creationId xmlns:a16="http://schemas.microsoft.com/office/drawing/2014/main" id="{3B6D0E51-4F27-712D-689C-A9A3CDFAD6FB}"/>
              </a:ext>
            </a:extLst>
          </p:cNvPr>
          <p:cNvSpPr>
            <a:spLocks noGrp="1"/>
          </p:cNvSpPr>
          <p:nvPr>
            <p:ph type="dt" sz="half" idx="15"/>
          </p:nvPr>
        </p:nvSpPr>
        <p:spPr>
          <a:xfrm>
            <a:off x="5154854" y="4819203"/>
            <a:ext cx="2057400" cy="272625"/>
          </a:xfrm>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3426713266"/>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Light - Title/Subtitle">
    <p:bg>
      <p:bgRef idx="1001">
        <a:schemeClr val="bg2"/>
      </p:bgRef>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C6A8D35-C90D-428D-8E15-6F958679D947}"/>
              </a:ext>
            </a:extLst>
          </p:cNvPr>
          <p:cNvSpPr>
            <a:spLocks noGrp="1"/>
          </p:cNvSpPr>
          <p:nvPr>
            <p:ph type="title" hasCustomPrompt="1"/>
          </p:nvPr>
        </p:nvSpPr>
        <p:spPr/>
        <p:txBody>
          <a:bodyPr/>
          <a:lstStyle>
            <a:lvl1pPr>
              <a:defRPr b="1" i="0">
                <a:latin typeface="Oracle Sans Tab" panose="020B0503020204020204" pitchFamily="34" charset="0"/>
                <a:cs typeface="Oracle Sans Tab" panose="020B0503020204020204" pitchFamily="34" charset="0"/>
              </a:defRPr>
            </a:lvl1pPr>
          </a:lstStyle>
          <a:p>
            <a:r>
              <a:rPr lang="en-US" dirty="0"/>
              <a:t>Title</a:t>
            </a:r>
          </a:p>
        </p:txBody>
      </p:sp>
      <p:sp>
        <p:nvSpPr>
          <p:cNvPr id="15" name="Subtitle">
            <a:extLst>
              <a:ext uri="{FF2B5EF4-FFF2-40B4-BE49-F238E27FC236}">
                <a16:creationId xmlns:a16="http://schemas.microsoft.com/office/drawing/2014/main" id="{FC0004EB-159B-A345-859C-0E83416ED930}"/>
              </a:ext>
            </a:extLst>
          </p:cNvPr>
          <p:cNvSpPr>
            <a:spLocks noGrp="1"/>
          </p:cNvSpPr>
          <p:nvPr>
            <p:ph type="body" sz="quarter" idx="11" hasCustomPrompt="1"/>
          </p:nvPr>
        </p:nvSpPr>
        <p:spPr>
          <a:xfrm>
            <a:off x="571500" y="768176"/>
            <a:ext cx="8003286" cy="247905"/>
          </a:xfrm>
          <a:prstGeom prst="rect">
            <a:avLst/>
          </a:prstGeom>
        </p:spPr>
        <p:txBody>
          <a:bodyPr lIns="0">
            <a:noAutofit/>
          </a:bodyPr>
          <a:lstStyle>
            <a:lvl1pPr marL="0" indent="0">
              <a:spcAft>
                <a:spcPts val="0"/>
              </a:spcAft>
              <a:buNone/>
              <a:defRPr sz="15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2" name="Slide Number Placeholder 5">
            <a:extLst>
              <a:ext uri="{FF2B5EF4-FFF2-40B4-BE49-F238E27FC236}">
                <a16:creationId xmlns:a16="http://schemas.microsoft.com/office/drawing/2014/main" id="{DBEEF32F-ED74-47E3-D2C3-F1B1AD13F3F5}"/>
              </a:ext>
            </a:extLst>
          </p:cNvPr>
          <p:cNvSpPr>
            <a:spLocks noGrp="1"/>
          </p:cNvSpPr>
          <p:nvPr>
            <p:ph type="sldNum" sz="quarter" idx="40"/>
          </p:nvPr>
        </p:nvSpPr>
        <p:spPr>
          <a:xfrm>
            <a:off x="571500" y="4817745"/>
            <a:ext cx="274320" cy="274320"/>
          </a:xfrm>
        </p:spPr>
        <p:txBody>
          <a:bodyPr/>
          <a:lstStyle>
            <a:lvl1pPr>
              <a:defRPr>
                <a:solidFill>
                  <a:srgbClr val="8B8580"/>
                </a:solidFill>
              </a:defRPr>
            </a:lvl1pPr>
          </a:lstStyle>
          <a:p>
            <a:fld id="{345D60D9-5372-5F40-9443-0F9AE5BDC3C8}" type="slidenum">
              <a:rPr lang="en-US" smtClean="0"/>
              <a:pPr/>
              <a:t>‹#›</a:t>
            </a:fld>
            <a:endParaRPr lang="en-US" dirty="0"/>
          </a:p>
        </p:txBody>
      </p:sp>
      <p:sp>
        <p:nvSpPr>
          <p:cNvPr id="7" name="Footer Placeholder 4">
            <a:extLst>
              <a:ext uri="{FF2B5EF4-FFF2-40B4-BE49-F238E27FC236}">
                <a16:creationId xmlns:a16="http://schemas.microsoft.com/office/drawing/2014/main" id="{DFD6C787-D3B4-031A-8D4C-3A19D9BDFA78}"/>
              </a:ext>
            </a:extLst>
          </p:cNvPr>
          <p:cNvSpPr>
            <a:spLocks noGrp="1"/>
          </p:cNvSpPr>
          <p:nvPr>
            <p:ph type="ftr" sz="quarter" idx="39"/>
          </p:nvPr>
        </p:nvSpPr>
        <p:spPr>
          <a:xfrm>
            <a:off x="845820" y="4817984"/>
            <a:ext cx="4309034" cy="273844"/>
          </a:xfrm>
        </p:spPr>
        <p:txBody>
          <a:bodyPr/>
          <a:lstStyle>
            <a:lvl1pPr>
              <a:defRPr>
                <a:solidFill>
                  <a:srgbClr val="8B8580"/>
                </a:solidFill>
              </a:defRPr>
            </a:lvl1pPr>
          </a:lstStyle>
          <a:p>
            <a:r>
              <a:rPr lang="en-US"/>
              <a:t>Copyright © 2025, Oracle and/or its affiliates |  Confidential: Internal/Restricted/Highly Restricted</a:t>
            </a:r>
            <a:endParaRPr lang="en-US" dirty="0"/>
          </a:p>
        </p:txBody>
      </p:sp>
      <p:sp>
        <p:nvSpPr>
          <p:cNvPr id="8" name="Date Placeholder 3">
            <a:extLst>
              <a:ext uri="{FF2B5EF4-FFF2-40B4-BE49-F238E27FC236}">
                <a16:creationId xmlns:a16="http://schemas.microsoft.com/office/drawing/2014/main" id="{005CA9E8-9559-78FA-E425-B044F817EEE2}"/>
              </a:ext>
            </a:extLst>
          </p:cNvPr>
          <p:cNvSpPr>
            <a:spLocks noGrp="1"/>
          </p:cNvSpPr>
          <p:nvPr>
            <p:ph type="dt" sz="half" idx="38"/>
          </p:nvPr>
        </p:nvSpPr>
        <p:spPr>
          <a:xfrm>
            <a:off x="5154854" y="4819203"/>
            <a:ext cx="2057400" cy="272625"/>
          </a:xfrm>
        </p:spPr>
        <p:txBody>
          <a:bodyPr/>
          <a:lstStyle>
            <a:lvl1pPr>
              <a:defRPr>
                <a:solidFill>
                  <a:srgbClr val="8B8580"/>
                </a:solidFill>
              </a:defRPr>
            </a:lvl1pPr>
          </a:lstStyle>
          <a:p>
            <a:r>
              <a:rPr lang="en-US"/>
              <a:t>[Date]</a:t>
            </a:r>
            <a:endParaRPr lang="en-US" dirty="0"/>
          </a:p>
        </p:txBody>
      </p:sp>
    </p:spTree>
    <p:extLst>
      <p:ext uri="{BB962C8B-B14F-4D97-AF65-F5344CB8AC3E}">
        <p14:creationId xmlns:p14="http://schemas.microsoft.com/office/powerpoint/2010/main" val="1365774880"/>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Dark - Title/Subtitle">
    <p:bg>
      <p:bgRef idx="1001">
        <a:schemeClr val="bg1"/>
      </p:bgRef>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471FF06-338B-46FE-B4FE-F72B7ABAED7F}"/>
              </a:ext>
            </a:extLst>
          </p:cNvPr>
          <p:cNvSpPr>
            <a:spLocks noGrp="1"/>
          </p:cNvSpPr>
          <p:nvPr>
            <p:ph type="title" hasCustomPrompt="1"/>
          </p:nvPr>
        </p:nvSpPr>
        <p:spPr/>
        <p:txBody>
          <a:bodyPr/>
          <a:lstStyle>
            <a:lvl1pPr>
              <a:defRPr b="1" i="0">
                <a:latin typeface="Oracle Sans Tab" panose="020B0503020204020204" pitchFamily="34" charset="0"/>
                <a:cs typeface="Oracle Sans Tab" panose="020B0503020204020204" pitchFamily="34" charset="0"/>
              </a:defRPr>
            </a:lvl1pPr>
          </a:lstStyle>
          <a:p>
            <a:r>
              <a:rPr lang="en-US" dirty="0"/>
              <a:t>Title</a:t>
            </a:r>
          </a:p>
        </p:txBody>
      </p:sp>
      <p:sp>
        <p:nvSpPr>
          <p:cNvPr id="6" name="Subtitle">
            <a:extLst>
              <a:ext uri="{FF2B5EF4-FFF2-40B4-BE49-F238E27FC236}">
                <a16:creationId xmlns:a16="http://schemas.microsoft.com/office/drawing/2014/main" id="{756DCC98-315C-61EE-3BD9-275F39B0D5BB}"/>
              </a:ext>
            </a:extLst>
          </p:cNvPr>
          <p:cNvSpPr>
            <a:spLocks noGrp="1"/>
          </p:cNvSpPr>
          <p:nvPr>
            <p:ph type="body" sz="quarter" idx="11" hasCustomPrompt="1"/>
          </p:nvPr>
        </p:nvSpPr>
        <p:spPr>
          <a:xfrm>
            <a:off x="575072" y="757428"/>
            <a:ext cx="8003286" cy="247905"/>
          </a:xfrm>
          <a:prstGeom prst="rect">
            <a:avLst/>
          </a:prstGeom>
        </p:spPr>
        <p:txBody>
          <a:bodyPr lIns="0">
            <a:noAutofit/>
          </a:bodyPr>
          <a:lstStyle>
            <a:lvl1pPr marL="0" indent="0">
              <a:spcAft>
                <a:spcPts val="0"/>
              </a:spcAft>
              <a:buNone/>
              <a:defRPr sz="15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5" name="Slide Number Placeholder 7">
            <a:extLst>
              <a:ext uri="{FF2B5EF4-FFF2-40B4-BE49-F238E27FC236}">
                <a16:creationId xmlns:a16="http://schemas.microsoft.com/office/drawing/2014/main" id="{0511B848-5314-5CFA-E302-CF9747E005C9}"/>
              </a:ext>
            </a:extLst>
          </p:cNvPr>
          <p:cNvSpPr>
            <a:spLocks noGrp="1"/>
          </p:cNvSpPr>
          <p:nvPr>
            <p:ph type="sldNum" sz="quarter" idx="17"/>
          </p:nvPr>
        </p:nvSpPr>
        <p:spPr>
          <a:xfrm>
            <a:off x="571500" y="4817745"/>
            <a:ext cx="274320" cy="27432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8" name="Footer Placeholder 6">
            <a:extLst>
              <a:ext uri="{FF2B5EF4-FFF2-40B4-BE49-F238E27FC236}">
                <a16:creationId xmlns:a16="http://schemas.microsoft.com/office/drawing/2014/main" id="{68D47112-C304-3F08-B268-4678B7957255}"/>
              </a:ext>
            </a:extLst>
          </p:cNvPr>
          <p:cNvSpPr>
            <a:spLocks noGrp="1"/>
          </p:cNvSpPr>
          <p:nvPr>
            <p:ph type="ftr" sz="quarter" idx="16"/>
          </p:nvPr>
        </p:nvSpPr>
        <p:spPr>
          <a:xfrm>
            <a:off x="845820" y="4817984"/>
            <a:ext cx="4309034" cy="273844"/>
          </a:xfrm>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9" name="Date Placeholder 4">
            <a:extLst>
              <a:ext uri="{FF2B5EF4-FFF2-40B4-BE49-F238E27FC236}">
                <a16:creationId xmlns:a16="http://schemas.microsoft.com/office/drawing/2014/main" id="{E986AE2C-3C8D-7087-0A03-7B9F6CF293A3}"/>
              </a:ext>
            </a:extLst>
          </p:cNvPr>
          <p:cNvSpPr>
            <a:spLocks noGrp="1"/>
          </p:cNvSpPr>
          <p:nvPr>
            <p:ph type="dt" sz="half" idx="15"/>
          </p:nvPr>
        </p:nvSpPr>
        <p:spPr>
          <a:xfrm>
            <a:off x="5154854" y="4819203"/>
            <a:ext cx="2057400" cy="272625"/>
          </a:xfrm>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2954837356"/>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Photo Collage + Content Light">
    <p:bg>
      <p:bgRef idx="1001">
        <a:schemeClr val="bg2"/>
      </p:bgRef>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E9CD95A-1265-2999-4C85-664DC8CE8978}"/>
              </a:ext>
            </a:extLst>
          </p:cNvPr>
          <p:cNvSpPr>
            <a:spLocks noGrp="1"/>
          </p:cNvSpPr>
          <p:nvPr>
            <p:ph type="title" hasCustomPrompt="1"/>
          </p:nvPr>
        </p:nvSpPr>
        <p:spPr>
          <a:xfrm>
            <a:off x="576657" y="136802"/>
            <a:ext cx="3721027" cy="617220"/>
          </a:xfrm>
        </p:spPr>
        <p:txBody>
          <a:bodyPr/>
          <a:lstStyle>
            <a:lvl1pPr>
              <a:defRPr b="1" i="0">
                <a:latin typeface="Oracle Sans Tab" panose="020B0503020204020204" pitchFamily="34" charset="0"/>
                <a:cs typeface="Oracle Sans Tab" panose="020B0503020204020204" pitchFamily="34" charset="0"/>
              </a:defRPr>
            </a:lvl1pPr>
          </a:lstStyle>
          <a:p>
            <a:r>
              <a:rPr lang="en-US" dirty="0"/>
              <a:t>Title</a:t>
            </a:r>
          </a:p>
        </p:txBody>
      </p:sp>
      <p:sp>
        <p:nvSpPr>
          <p:cNvPr id="3" name="Text Placeholder 2">
            <a:extLst>
              <a:ext uri="{FF2B5EF4-FFF2-40B4-BE49-F238E27FC236}">
                <a16:creationId xmlns:a16="http://schemas.microsoft.com/office/drawing/2014/main" id="{A12F5E0A-F774-0941-0246-D4704DBA0B25}"/>
              </a:ext>
            </a:extLst>
          </p:cNvPr>
          <p:cNvSpPr>
            <a:spLocks noGrp="1"/>
          </p:cNvSpPr>
          <p:nvPr>
            <p:ph type="body" sz="quarter" idx="29"/>
          </p:nvPr>
        </p:nvSpPr>
        <p:spPr>
          <a:xfrm>
            <a:off x="594403" y="1313754"/>
            <a:ext cx="3674326" cy="1057804"/>
          </a:xfrm>
          <a:prstGeom prst="rect">
            <a:avLst/>
          </a:prstGeom>
        </p:spPr>
        <p:txBody>
          <a:bodyPr/>
          <a:lstStyle>
            <a:lvl1pPr marL="0" marR="0" indent="0" algn="l" defTabSz="685629" rtl="0" eaLnBrk="1" fontAlgn="auto" latinLnBrk="0" hangingPunct="1">
              <a:lnSpc>
                <a:spcPct val="90000"/>
              </a:lnSpc>
              <a:spcBef>
                <a:spcPts val="750"/>
              </a:spcBef>
              <a:spcAft>
                <a:spcPts val="0"/>
              </a:spcAft>
              <a:buClrTx/>
              <a:buSzTx/>
              <a:buFont typeface="Arial" panose="020B0604020202020204" pitchFamily="34" charset="0"/>
              <a:buNone/>
              <a:tabLst/>
              <a:defRPr lang="en-US" sz="1500" b="0" i="0" kern="1200" dirty="0" smtClean="0">
                <a:solidFill>
                  <a:schemeClr val="tx1"/>
                </a:solidFill>
                <a:latin typeface="Oracle Sans Tab" panose="020B0503020204020204" pitchFamily="34" charset="0"/>
                <a:ea typeface="+mn-ea"/>
                <a:cs typeface="Oracle Sans Tab" panose="020B0503020204020204" pitchFamily="34" charset="0"/>
              </a:defRPr>
            </a:lvl1pPr>
            <a:lvl2pPr marL="0" marR="0" indent="0" algn="l" defTabSz="685629" rtl="0" eaLnBrk="1" fontAlgn="auto" latinLnBrk="0" hangingPunct="1">
              <a:lnSpc>
                <a:spcPct val="90000"/>
              </a:lnSpc>
              <a:spcBef>
                <a:spcPts val="375"/>
              </a:spcBef>
              <a:spcAft>
                <a:spcPts val="0"/>
              </a:spcAft>
              <a:buClrTx/>
              <a:buSzTx/>
              <a:buFont typeface="Arial" panose="020B0604020202020204" pitchFamily="34" charset="0"/>
              <a:buNone/>
              <a:tabLst/>
              <a:defRPr lang="en-US" sz="1350" b="0" i="0" kern="1200" dirty="0" smtClean="0">
                <a:solidFill>
                  <a:schemeClr val="tx1"/>
                </a:solidFill>
                <a:latin typeface="Oracle Sans Tab" panose="020B0503020204020204" pitchFamily="34" charset="0"/>
                <a:ea typeface="+mn-ea"/>
                <a:cs typeface="Oracle Sans Tab" panose="020B0503020204020204" pitchFamily="34" charset="0"/>
              </a:defRPr>
            </a:lvl2pPr>
            <a:lvl3pPr marL="89875" marR="0" indent="0" algn="l" defTabSz="685629" rtl="0" eaLnBrk="1" fontAlgn="auto" latinLnBrk="0" hangingPunct="1">
              <a:lnSpc>
                <a:spcPct val="90000"/>
              </a:lnSpc>
              <a:spcBef>
                <a:spcPts val="375"/>
              </a:spcBef>
              <a:spcAft>
                <a:spcPts val="0"/>
              </a:spcAft>
              <a:buClrTx/>
              <a:buSzTx/>
              <a:buFont typeface="Arial" panose="020B0604020202020204" pitchFamily="34" charset="0"/>
              <a:buNone/>
              <a:tabLst/>
              <a:defRPr lang="en-US" sz="1200" b="0" i="0" kern="1200" dirty="0" smtClean="0">
                <a:solidFill>
                  <a:schemeClr val="tx1"/>
                </a:solidFill>
                <a:latin typeface="Oracle Sans Tab" panose="020B0503020204020204" pitchFamily="34" charset="0"/>
                <a:ea typeface="+mn-ea"/>
                <a:cs typeface="Oracle Sans Tab" panose="020B0503020204020204" pitchFamily="34" charset="0"/>
              </a:defRPr>
            </a:lvl3pPr>
          </a:lstStyle>
          <a:p>
            <a:pPr marL="257123" lvl="0" indent="-257123" algn="l" defTabSz="685629" rtl="0" eaLnBrk="1" latinLnBrk="0" hangingPunct="1">
              <a:lnSpc>
                <a:spcPct val="110000"/>
              </a:lnSpc>
              <a:spcBef>
                <a:spcPts val="225"/>
              </a:spcBef>
            </a:pPr>
            <a:r>
              <a:rPr lang="en-US"/>
              <a:t>Click to edit Master text styles</a:t>
            </a:r>
          </a:p>
          <a:p>
            <a:pPr marL="257123" lvl="1" indent="-257123" algn="l" defTabSz="685629" rtl="0" eaLnBrk="1" latinLnBrk="0" hangingPunct="1">
              <a:lnSpc>
                <a:spcPct val="110000"/>
              </a:lnSpc>
              <a:spcBef>
                <a:spcPts val="225"/>
              </a:spcBef>
            </a:pPr>
            <a:r>
              <a:rPr lang="en-US"/>
              <a:t>Second level</a:t>
            </a:r>
          </a:p>
          <a:p>
            <a:pPr marL="257123" lvl="2" indent="-257123" algn="l" defTabSz="685629" rtl="0" eaLnBrk="1" latinLnBrk="0" hangingPunct="1">
              <a:lnSpc>
                <a:spcPct val="110000"/>
              </a:lnSpc>
              <a:spcBef>
                <a:spcPts val="225"/>
              </a:spcBef>
            </a:pPr>
            <a:r>
              <a:rPr lang="en-US"/>
              <a:t>Third level</a:t>
            </a:r>
          </a:p>
        </p:txBody>
      </p:sp>
      <p:sp>
        <p:nvSpPr>
          <p:cNvPr id="10" name="Text Placeholder 2">
            <a:extLst>
              <a:ext uri="{FF2B5EF4-FFF2-40B4-BE49-F238E27FC236}">
                <a16:creationId xmlns:a16="http://schemas.microsoft.com/office/drawing/2014/main" id="{FB6C8AB0-7757-DF1D-9CCE-4510B7276134}"/>
              </a:ext>
            </a:extLst>
          </p:cNvPr>
          <p:cNvSpPr>
            <a:spLocks noGrp="1"/>
          </p:cNvSpPr>
          <p:nvPr>
            <p:ph type="body" sz="quarter" idx="38"/>
          </p:nvPr>
        </p:nvSpPr>
        <p:spPr>
          <a:xfrm>
            <a:off x="594403" y="2534074"/>
            <a:ext cx="3674326" cy="1057804"/>
          </a:xfrm>
          <a:prstGeom prst="rect">
            <a:avLst/>
          </a:prstGeom>
        </p:spPr>
        <p:txBody>
          <a:bodyPr/>
          <a:lstStyle>
            <a:lvl1pPr marL="0" marR="0" indent="0" algn="l" defTabSz="685629" rtl="0" eaLnBrk="1" fontAlgn="auto" latinLnBrk="0" hangingPunct="1">
              <a:lnSpc>
                <a:spcPct val="90000"/>
              </a:lnSpc>
              <a:spcBef>
                <a:spcPts val="750"/>
              </a:spcBef>
              <a:spcAft>
                <a:spcPts val="0"/>
              </a:spcAft>
              <a:buClrTx/>
              <a:buSzTx/>
              <a:buFont typeface="Arial" panose="020B0604020202020204" pitchFamily="34" charset="0"/>
              <a:buNone/>
              <a:tabLst/>
              <a:defRPr lang="en-US" sz="1500" b="0" i="0" kern="1200" dirty="0" smtClean="0">
                <a:solidFill>
                  <a:schemeClr val="tx1"/>
                </a:solidFill>
                <a:latin typeface="Oracle Sans Tab" panose="020B0503020204020204" pitchFamily="34" charset="0"/>
                <a:ea typeface="+mn-ea"/>
                <a:cs typeface="Oracle Sans Tab" panose="020B0503020204020204" pitchFamily="34" charset="0"/>
              </a:defRPr>
            </a:lvl1pPr>
            <a:lvl2pPr marL="0" marR="0" indent="0" algn="l" defTabSz="685629" rtl="0" eaLnBrk="1" fontAlgn="auto" latinLnBrk="0" hangingPunct="1">
              <a:lnSpc>
                <a:spcPct val="90000"/>
              </a:lnSpc>
              <a:spcBef>
                <a:spcPts val="375"/>
              </a:spcBef>
              <a:spcAft>
                <a:spcPts val="0"/>
              </a:spcAft>
              <a:buClrTx/>
              <a:buSzTx/>
              <a:buFont typeface="Arial" panose="020B0604020202020204" pitchFamily="34" charset="0"/>
              <a:buNone/>
              <a:tabLst/>
              <a:defRPr lang="en-US" sz="1350" b="0" i="0" kern="1200" dirty="0" smtClean="0">
                <a:solidFill>
                  <a:schemeClr val="tx1"/>
                </a:solidFill>
                <a:latin typeface="Oracle Sans Tab" panose="020B0503020204020204" pitchFamily="34" charset="0"/>
                <a:ea typeface="+mn-ea"/>
                <a:cs typeface="Oracle Sans Tab" panose="020B0503020204020204" pitchFamily="34" charset="0"/>
              </a:defRPr>
            </a:lvl2pPr>
            <a:lvl3pPr marL="89875" marR="0" indent="0" algn="l" defTabSz="685629" rtl="0" eaLnBrk="1" fontAlgn="auto" latinLnBrk="0" hangingPunct="1">
              <a:lnSpc>
                <a:spcPct val="90000"/>
              </a:lnSpc>
              <a:spcBef>
                <a:spcPts val="375"/>
              </a:spcBef>
              <a:spcAft>
                <a:spcPts val="0"/>
              </a:spcAft>
              <a:buClrTx/>
              <a:buSzTx/>
              <a:buFont typeface="Arial" panose="020B0604020202020204" pitchFamily="34" charset="0"/>
              <a:buNone/>
              <a:tabLst/>
              <a:defRPr lang="en-US" sz="1200" b="0" i="0" kern="1200" dirty="0" smtClean="0">
                <a:solidFill>
                  <a:schemeClr val="tx1"/>
                </a:solidFill>
                <a:latin typeface="Oracle Sans Tab" panose="020B0503020204020204" pitchFamily="34" charset="0"/>
                <a:ea typeface="+mn-ea"/>
                <a:cs typeface="Oracle Sans Tab" panose="020B0503020204020204" pitchFamily="34" charset="0"/>
              </a:defRPr>
            </a:lvl3pPr>
          </a:lstStyle>
          <a:p>
            <a:pPr marL="257123" lvl="0" indent="-257123" algn="l" defTabSz="685629" rtl="0" eaLnBrk="1" latinLnBrk="0" hangingPunct="1">
              <a:lnSpc>
                <a:spcPct val="110000"/>
              </a:lnSpc>
              <a:spcBef>
                <a:spcPts val="225"/>
              </a:spcBef>
            </a:pPr>
            <a:r>
              <a:rPr lang="en-US"/>
              <a:t>Click to edit Master text styles</a:t>
            </a:r>
          </a:p>
          <a:p>
            <a:pPr marL="257123" lvl="1" indent="-257123" algn="l" defTabSz="685629" rtl="0" eaLnBrk="1" latinLnBrk="0" hangingPunct="1">
              <a:lnSpc>
                <a:spcPct val="110000"/>
              </a:lnSpc>
              <a:spcBef>
                <a:spcPts val="225"/>
              </a:spcBef>
            </a:pPr>
            <a:r>
              <a:rPr lang="en-US"/>
              <a:t>Second level</a:t>
            </a:r>
          </a:p>
          <a:p>
            <a:pPr marL="257123" lvl="2" indent="-257123" algn="l" defTabSz="685629" rtl="0" eaLnBrk="1" latinLnBrk="0" hangingPunct="1">
              <a:lnSpc>
                <a:spcPct val="110000"/>
              </a:lnSpc>
              <a:spcBef>
                <a:spcPts val="225"/>
              </a:spcBef>
            </a:pPr>
            <a:r>
              <a:rPr lang="en-US"/>
              <a:t>Third level</a:t>
            </a:r>
          </a:p>
        </p:txBody>
      </p:sp>
      <p:sp>
        <p:nvSpPr>
          <p:cNvPr id="8" name="Text Placeholder 2">
            <a:extLst>
              <a:ext uri="{FF2B5EF4-FFF2-40B4-BE49-F238E27FC236}">
                <a16:creationId xmlns:a16="http://schemas.microsoft.com/office/drawing/2014/main" id="{5EF42849-DE58-A637-B663-CB6753E7BB76}"/>
              </a:ext>
            </a:extLst>
          </p:cNvPr>
          <p:cNvSpPr>
            <a:spLocks noGrp="1"/>
          </p:cNvSpPr>
          <p:nvPr>
            <p:ph type="body" sz="quarter" idx="37"/>
          </p:nvPr>
        </p:nvSpPr>
        <p:spPr>
          <a:xfrm>
            <a:off x="594403" y="3754396"/>
            <a:ext cx="3674326" cy="846180"/>
          </a:xfrm>
          <a:prstGeom prst="rect">
            <a:avLst/>
          </a:prstGeom>
        </p:spPr>
        <p:txBody>
          <a:bodyPr/>
          <a:lstStyle>
            <a:lvl1pPr marL="0" marR="0" indent="0" algn="l" defTabSz="685629" rtl="0" eaLnBrk="1" fontAlgn="auto" latinLnBrk="0" hangingPunct="1">
              <a:lnSpc>
                <a:spcPct val="90000"/>
              </a:lnSpc>
              <a:spcBef>
                <a:spcPts val="750"/>
              </a:spcBef>
              <a:spcAft>
                <a:spcPts val="0"/>
              </a:spcAft>
              <a:buClrTx/>
              <a:buSzTx/>
              <a:buFont typeface="Arial" panose="020B0604020202020204" pitchFamily="34" charset="0"/>
              <a:buNone/>
              <a:tabLst/>
              <a:defRPr lang="en-US" sz="1500" b="0" i="0" kern="1200" dirty="0" smtClean="0">
                <a:solidFill>
                  <a:schemeClr val="tx1"/>
                </a:solidFill>
                <a:latin typeface="Oracle Sans Tab" panose="020B0503020204020204" pitchFamily="34" charset="0"/>
                <a:ea typeface="+mn-ea"/>
                <a:cs typeface="Oracle Sans Tab" panose="020B0503020204020204" pitchFamily="34" charset="0"/>
              </a:defRPr>
            </a:lvl1pPr>
            <a:lvl2pPr marL="0" marR="0" indent="0" algn="l" defTabSz="685629" rtl="0" eaLnBrk="1" fontAlgn="auto" latinLnBrk="0" hangingPunct="1">
              <a:lnSpc>
                <a:spcPct val="90000"/>
              </a:lnSpc>
              <a:spcBef>
                <a:spcPts val="375"/>
              </a:spcBef>
              <a:spcAft>
                <a:spcPts val="0"/>
              </a:spcAft>
              <a:buClrTx/>
              <a:buSzTx/>
              <a:buFont typeface="Arial" panose="020B0604020202020204" pitchFamily="34" charset="0"/>
              <a:buNone/>
              <a:tabLst/>
              <a:defRPr lang="en-US" sz="1350" b="0" i="0" kern="1200" dirty="0" smtClean="0">
                <a:solidFill>
                  <a:schemeClr val="tx1"/>
                </a:solidFill>
                <a:latin typeface="Oracle Sans Tab" panose="020B0503020204020204" pitchFamily="34" charset="0"/>
                <a:ea typeface="+mn-ea"/>
                <a:cs typeface="Oracle Sans Tab" panose="020B0503020204020204" pitchFamily="34" charset="0"/>
              </a:defRPr>
            </a:lvl2pPr>
            <a:lvl3pPr marL="89875" marR="0" indent="0" algn="l" defTabSz="685629" rtl="0" eaLnBrk="1" fontAlgn="auto" latinLnBrk="0" hangingPunct="1">
              <a:lnSpc>
                <a:spcPct val="90000"/>
              </a:lnSpc>
              <a:spcBef>
                <a:spcPts val="375"/>
              </a:spcBef>
              <a:spcAft>
                <a:spcPts val="0"/>
              </a:spcAft>
              <a:buClrTx/>
              <a:buSzTx/>
              <a:buFont typeface="Arial" panose="020B0604020202020204" pitchFamily="34" charset="0"/>
              <a:buNone/>
              <a:tabLst/>
              <a:defRPr lang="en-US" sz="1200" b="0" i="0" kern="1200" dirty="0" smtClean="0">
                <a:solidFill>
                  <a:schemeClr val="tx1"/>
                </a:solidFill>
                <a:latin typeface="Oracle Sans Tab" panose="020B0503020204020204" pitchFamily="34" charset="0"/>
                <a:ea typeface="+mn-ea"/>
                <a:cs typeface="Oracle Sans Tab" panose="020B0503020204020204" pitchFamily="34" charset="0"/>
              </a:defRPr>
            </a:lvl3pPr>
          </a:lstStyle>
          <a:p>
            <a:pPr marL="257123" lvl="0" indent="-257123" algn="l" defTabSz="685629" rtl="0" eaLnBrk="1" latinLnBrk="0" hangingPunct="1">
              <a:lnSpc>
                <a:spcPct val="110000"/>
              </a:lnSpc>
              <a:spcBef>
                <a:spcPts val="225"/>
              </a:spcBef>
            </a:pPr>
            <a:r>
              <a:rPr lang="en-US"/>
              <a:t>Click to edit Master text styles</a:t>
            </a:r>
          </a:p>
          <a:p>
            <a:pPr marL="257123" lvl="1" indent="-257123" algn="l" defTabSz="685629" rtl="0" eaLnBrk="1" latinLnBrk="0" hangingPunct="1">
              <a:lnSpc>
                <a:spcPct val="110000"/>
              </a:lnSpc>
              <a:spcBef>
                <a:spcPts val="225"/>
              </a:spcBef>
            </a:pPr>
            <a:r>
              <a:rPr lang="en-US"/>
              <a:t>Second level</a:t>
            </a:r>
          </a:p>
          <a:p>
            <a:pPr marL="257123" lvl="2" indent="-257123" algn="l" defTabSz="685629" rtl="0" eaLnBrk="1" latinLnBrk="0" hangingPunct="1">
              <a:lnSpc>
                <a:spcPct val="110000"/>
              </a:lnSpc>
              <a:spcBef>
                <a:spcPts val="225"/>
              </a:spcBef>
            </a:pPr>
            <a:r>
              <a:rPr lang="en-US"/>
              <a:t>Third level</a:t>
            </a:r>
          </a:p>
        </p:txBody>
      </p:sp>
      <p:sp>
        <p:nvSpPr>
          <p:cNvPr id="20" name="Picture Placeholder 17">
            <a:extLst>
              <a:ext uri="{FF2B5EF4-FFF2-40B4-BE49-F238E27FC236}">
                <a16:creationId xmlns:a16="http://schemas.microsoft.com/office/drawing/2014/main" id="{445E1E13-5767-FE9A-C855-C6FD3055FC6A}"/>
              </a:ext>
            </a:extLst>
          </p:cNvPr>
          <p:cNvSpPr>
            <a:spLocks noGrp="1"/>
          </p:cNvSpPr>
          <p:nvPr>
            <p:ph type="pic" sz="quarter" idx="36"/>
          </p:nvPr>
        </p:nvSpPr>
        <p:spPr>
          <a:xfrm>
            <a:off x="4571702" y="4092828"/>
            <a:ext cx="2164416" cy="1050673"/>
          </a:xfrm>
          <a:prstGeom prst="rect">
            <a:avLst/>
          </a:prstGeom>
        </p:spPr>
        <p:txBody>
          <a:bodyPr anchor="ctr"/>
          <a:lstStyle>
            <a:lvl1pPr marL="0" indent="0" algn="ctr">
              <a:buNone/>
              <a:defRPr>
                <a:solidFill>
                  <a:schemeClr val="accent1"/>
                </a:solidFill>
              </a:defRPr>
            </a:lvl1pPr>
          </a:lstStyle>
          <a:p>
            <a:r>
              <a:rPr lang="en-US"/>
              <a:t>Click icon to add picture</a:t>
            </a:r>
            <a:endParaRPr lang="en-US" dirty="0"/>
          </a:p>
        </p:txBody>
      </p:sp>
      <p:sp>
        <p:nvSpPr>
          <p:cNvPr id="19" name="Picture Placeholder 17">
            <a:extLst>
              <a:ext uri="{FF2B5EF4-FFF2-40B4-BE49-F238E27FC236}">
                <a16:creationId xmlns:a16="http://schemas.microsoft.com/office/drawing/2014/main" id="{128E96FD-9D3F-692F-EB8E-C1CA80E5D55D}"/>
              </a:ext>
            </a:extLst>
          </p:cNvPr>
          <p:cNvSpPr>
            <a:spLocks noGrp="1"/>
          </p:cNvSpPr>
          <p:nvPr>
            <p:ph type="pic" sz="quarter" idx="35"/>
          </p:nvPr>
        </p:nvSpPr>
        <p:spPr>
          <a:xfrm>
            <a:off x="4571702" y="2044780"/>
            <a:ext cx="2164416" cy="1996552"/>
          </a:xfrm>
          <a:prstGeom prst="rect">
            <a:avLst/>
          </a:prstGeom>
        </p:spPr>
        <p:txBody>
          <a:bodyPr anchor="ctr"/>
          <a:lstStyle>
            <a:lvl1pPr marL="0" indent="0" algn="ctr">
              <a:buNone/>
              <a:defRPr>
                <a:solidFill>
                  <a:schemeClr val="accent1"/>
                </a:solidFill>
              </a:defRPr>
            </a:lvl1pPr>
          </a:lstStyle>
          <a:p>
            <a:r>
              <a:rPr lang="en-US"/>
              <a:t>Click icon to add picture</a:t>
            </a:r>
            <a:endParaRPr lang="en-US" dirty="0"/>
          </a:p>
        </p:txBody>
      </p:sp>
      <p:sp>
        <p:nvSpPr>
          <p:cNvPr id="18" name="Picture Placeholder 17">
            <a:extLst>
              <a:ext uri="{FF2B5EF4-FFF2-40B4-BE49-F238E27FC236}">
                <a16:creationId xmlns:a16="http://schemas.microsoft.com/office/drawing/2014/main" id="{17CD157F-D3C9-1E3B-56AC-86F51CBDA2C5}"/>
              </a:ext>
            </a:extLst>
          </p:cNvPr>
          <p:cNvSpPr>
            <a:spLocks noGrp="1"/>
          </p:cNvSpPr>
          <p:nvPr>
            <p:ph type="pic" sz="quarter" idx="34"/>
          </p:nvPr>
        </p:nvSpPr>
        <p:spPr>
          <a:xfrm>
            <a:off x="4571702" y="-1"/>
            <a:ext cx="2164416" cy="1996552"/>
          </a:xfrm>
          <a:prstGeom prst="rect">
            <a:avLst/>
          </a:prstGeom>
        </p:spPr>
        <p:txBody>
          <a:bodyPr anchor="ctr"/>
          <a:lstStyle>
            <a:lvl1pPr marL="0" indent="0" algn="ctr">
              <a:buNone/>
              <a:defRPr>
                <a:solidFill>
                  <a:schemeClr val="accent1"/>
                </a:solidFill>
              </a:defRPr>
            </a:lvl1pPr>
          </a:lstStyle>
          <a:p>
            <a:r>
              <a:rPr lang="en-US"/>
              <a:t>Click icon to add picture</a:t>
            </a:r>
            <a:endParaRPr lang="en-US" dirty="0"/>
          </a:p>
        </p:txBody>
      </p:sp>
      <p:sp>
        <p:nvSpPr>
          <p:cNvPr id="11" name="Picture Placeholder 10">
            <a:extLst>
              <a:ext uri="{FF2B5EF4-FFF2-40B4-BE49-F238E27FC236}">
                <a16:creationId xmlns:a16="http://schemas.microsoft.com/office/drawing/2014/main" id="{D9A0A2C7-B129-2C84-4EC5-9BE7DAA226FD}"/>
              </a:ext>
            </a:extLst>
          </p:cNvPr>
          <p:cNvSpPr>
            <a:spLocks noGrp="1"/>
          </p:cNvSpPr>
          <p:nvPr>
            <p:ph type="pic" sz="quarter" idx="33"/>
          </p:nvPr>
        </p:nvSpPr>
        <p:spPr>
          <a:xfrm>
            <a:off x="6787004" y="3092054"/>
            <a:ext cx="2356996" cy="2051447"/>
          </a:xfrm>
          <a:prstGeom prst="rect">
            <a:avLst/>
          </a:prstGeom>
        </p:spPr>
        <p:txBody>
          <a:bodyPr anchor="ctr"/>
          <a:lstStyle>
            <a:lvl1pPr marL="0" indent="0" algn="ctr">
              <a:buNone/>
              <a:defRPr>
                <a:solidFill>
                  <a:schemeClr val="accent1"/>
                </a:solidFill>
              </a:defRPr>
            </a:lvl1pPr>
          </a:lstStyle>
          <a:p>
            <a:r>
              <a:rPr lang="en-US"/>
              <a:t>Click icon to add picture</a:t>
            </a:r>
          </a:p>
        </p:txBody>
      </p:sp>
      <p:sp>
        <p:nvSpPr>
          <p:cNvPr id="9" name="Picture Placeholder 8">
            <a:extLst>
              <a:ext uri="{FF2B5EF4-FFF2-40B4-BE49-F238E27FC236}">
                <a16:creationId xmlns:a16="http://schemas.microsoft.com/office/drawing/2014/main" id="{1E2386B7-272F-BDAB-2DCD-298558469EDB}"/>
              </a:ext>
            </a:extLst>
          </p:cNvPr>
          <p:cNvSpPr>
            <a:spLocks noGrp="1"/>
          </p:cNvSpPr>
          <p:nvPr>
            <p:ph type="pic" sz="quarter" idx="32"/>
          </p:nvPr>
        </p:nvSpPr>
        <p:spPr>
          <a:xfrm>
            <a:off x="6786848" y="1"/>
            <a:ext cx="2357153" cy="3045422"/>
          </a:xfrm>
          <a:prstGeom prst="rect">
            <a:avLst/>
          </a:prstGeom>
        </p:spPr>
        <p:txBody>
          <a:bodyPr anchor="ctr"/>
          <a:lstStyle>
            <a:lvl1pPr marL="0" indent="0" algn="ctr">
              <a:buNone/>
              <a:defRPr>
                <a:solidFill>
                  <a:schemeClr val="accent1"/>
                </a:solidFill>
              </a:defRPr>
            </a:lvl1pPr>
          </a:lstStyle>
          <a:p>
            <a:r>
              <a:rPr lang="en-US"/>
              <a:t>Click icon to add picture</a:t>
            </a:r>
            <a:endParaRPr lang="en-US" dirty="0"/>
          </a:p>
        </p:txBody>
      </p:sp>
      <p:sp>
        <p:nvSpPr>
          <p:cNvPr id="2" name="Slide Number Placeholder 5">
            <a:extLst>
              <a:ext uri="{FF2B5EF4-FFF2-40B4-BE49-F238E27FC236}">
                <a16:creationId xmlns:a16="http://schemas.microsoft.com/office/drawing/2014/main" id="{FBD94B30-BCEE-59B6-7AE0-7786317741C5}"/>
              </a:ext>
            </a:extLst>
          </p:cNvPr>
          <p:cNvSpPr>
            <a:spLocks noGrp="1"/>
          </p:cNvSpPr>
          <p:nvPr>
            <p:ph type="sldNum" sz="quarter" idx="40"/>
          </p:nvPr>
        </p:nvSpPr>
        <p:spPr>
          <a:xfrm>
            <a:off x="571500" y="4817745"/>
            <a:ext cx="274320" cy="274320"/>
          </a:xfrm>
        </p:spPr>
        <p:txBody>
          <a:bodyPr/>
          <a:lstStyle>
            <a:lvl1pPr>
              <a:defRPr>
                <a:solidFill>
                  <a:srgbClr val="8B8580"/>
                </a:solidFill>
              </a:defRPr>
            </a:lvl1pPr>
          </a:lstStyle>
          <a:p>
            <a:fld id="{345D60D9-5372-5F40-9443-0F9AE5BDC3C8}" type="slidenum">
              <a:rPr lang="en-US" smtClean="0"/>
              <a:pPr/>
              <a:t>‹#›</a:t>
            </a:fld>
            <a:endParaRPr lang="en-US" dirty="0"/>
          </a:p>
        </p:txBody>
      </p:sp>
      <p:sp>
        <p:nvSpPr>
          <p:cNvPr id="6" name="Footer Placeholder 4">
            <a:extLst>
              <a:ext uri="{FF2B5EF4-FFF2-40B4-BE49-F238E27FC236}">
                <a16:creationId xmlns:a16="http://schemas.microsoft.com/office/drawing/2014/main" id="{D39C8B0E-97D7-991C-2025-14272B07B525}"/>
              </a:ext>
            </a:extLst>
          </p:cNvPr>
          <p:cNvSpPr>
            <a:spLocks noGrp="1"/>
          </p:cNvSpPr>
          <p:nvPr>
            <p:ph type="ftr" sz="quarter" idx="39"/>
          </p:nvPr>
        </p:nvSpPr>
        <p:spPr>
          <a:xfrm>
            <a:off x="845820" y="4817984"/>
            <a:ext cx="4309034" cy="273844"/>
          </a:xfrm>
        </p:spPr>
        <p:txBody>
          <a:bodyPr/>
          <a:lstStyle>
            <a:lvl1pPr>
              <a:defRPr>
                <a:solidFill>
                  <a:srgbClr val="8B8580"/>
                </a:solidFill>
              </a:defRPr>
            </a:lvl1pPr>
          </a:lstStyle>
          <a:p>
            <a:r>
              <a:rPr lang="en-US"/>
              <a:t>Copyright © 2025, Oracle and/or its affiliates |  Confidential: Internal/Restricted/Highly Restricted</a:t>
            </a:r>
            <a:endParaRPr lang="en-US" dirty="0"/>
          </a:p>
        </p:txBody>
      </p:sp>
      <p:sp>
        <p:nvSpPr>
          <p:cNvPr id="12" name="Date Placeholder 3">
            <a:extLst>
              <a:ext uri="{FF2B5EF4-FFF2-40B4-BE49-F238E27FC236}">
                <a16:creationId xmlns:a16="http://schemas.microsoft.com/office/drawing/2014/main" id="{CB7D4F94-59C8-86AE-466F-98696039DFD2}"/>
              </a:ext>
            </a:extLst>
          </p:cNvPr>
          <p:cNvSpPr>
            <a:spLocks noGrp="1"/>
          </p:cNvSpPr>
          <p:nvPr>
            <p:ph type="dt" sz="half" idx="41"/>
          </p:nvPr>
        </p:nvSpPr>
        <p:spPr>
          <a:xfrm>
            <a:off x="5154854" y="4819203"/>
            <a:ext cx="2057400" cy="272625"/>
          </a:xfrm>
        </p:spPr>
        <p:txBody>
          <a:bodyPr/>
          <a:lstStyle>
            <a:lvl1pPr>
              <a:defRPr>
                <a:solidFill>
                  <a:srgbClr val="8B8580"/>
                </a:solidFill>
              </a:defRPr>
            </a:lvl1pPr>
          </a:lstStyle>
          <a:p>
            <a:r>
              <a:rPr lang="en-US"/>
              <a:t>[Date]</a:t>
            </a:r>
            <a:endParaRPr lang="en-US" dirty="0"/>
          </a:p>
        </p:txBody>
      </p:sp>
    </p:spTree>
    <p:extLst>
      <p:ext uri="{BB962C8B-B14F-4D97-AF65-F5344CB8AC3E}">
        <p14:creationId xmlns:p14="http://schemas.microsoft.com/office/powerpoint/2010/main" val="2696754884"/>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Photo Collage + Content Dark">
    <p:bg>
      <p:bgRef idx="1001">
        <a:schemeClr val="bg2"/>
      </p:bgRef>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E9CD95A-1265-2999-4C85-664DC8CE8978}"/>
              </a:ext>
            </a:extLst>
          </p:cNvPr>
          <p:cNvSpPr>
            <a:spLocks noGrp="1"/>
          </p:cNvSpPr>
          <p:nvPr>
            <p:ph type="title" hasCustomPrompt="1"/>
          </p:nvPr>
        </p:nvSpPr>
        <p:spPr>
          <a:xfrm>
            <a:off x="576657" y="136802"/>
            <a:ext cx="3721027" cy="617220"/>
          </a:xfrm>
        </p:spPr>
        <p:txBody>
          <a:bodyPr/>
          <a:lstStyle>
            <a:lvl1pPr>
              <a:defRPr b="1" i="0">
                <a:latin typeface="Oracle Sans Tab" panose="020B0503020204020204" pitchFamily="34" charset="0"/>
                <a:cs typeface="Oracle Sans Tab" panose="020B0503020204020204" pitchFamily="34" charset="0"/>
              </a:defRPr>
            </a:lvl1pPr>
          </a:lstStyle>
          <a:p>
            <a:r>
              <a:rPr lang="en-US" dirty="0"/>
              <a:t>Title</a:t>
            </a:r>
          </a:p>
        </p:txBody>
      </p:sp>
      <p:sp>
        <p:nvSpPr>
          <p:cNvPr id="3" name="Text Placeholder 2">
            <a:extLst>
              <a:ext uri="{FF2B5EF4-FFF2-40B4-BE49-F238E27FC236}">
                <a16:creationId xmlns:a16="http://schemas.microsoft.com/office/drawing/2014/main" id="{A12F5E0A-F774-0941-0246-D4704DBA0B25}"/>
              </a:ext>
            </a:extLst>
          </p:cNvPr>
          <p:cNvSpPr>
            <a:spLocks noGrp="1"/>
          </p:cNvSpPr>
          <p:nvPr>
            <p:ph type="body" sz="quarter" idx="29"/>
          </p:nvPr>
        </p:nvSpPr>
        <p:spPr>
          <a:xfrm>
            <a:off x="594403" y="1313754"/>
            <a:ext cx="3674326" cy="1057804"/>
          </a:xfrm>
          <a:prstGeom prst="rect">
            <a:avLst/>
          </a:prstGeom>
        </p:spPr>
        <p:txBody>
          <a:bodyPr/>
          <a:lstStyle>
            <a:lvl1pPr marL="0" marR="0" indent="0" algn="l" defTabSz="685629" rtl="0" eaLnBrk="1" fontAlgn="auto" latinLnBrk="0" hangingPunct="1">
              <a:lnSpc>
                <a:spcPct val="90000"/>
              </a:lnSpc>
              <a:spcBef>
                <a:spcPts val="750"/>
              </a:spcBef>
              <a:spcAft>
                <a:spcPts val="0"/>
              </a:spcAft>
              <a:buClrTx/>
              <a:buSzTx/>
              <a:buFont typeface="Arial" panose="020B0604020202020204" pitchFamily="34" charset="0"/>
              <a:buNone/>
              <a:tabLst/>
              <a:defRPr lang="en-US" sz="1500" b="0" i="0" kern="1200" dirty="0" smtClean="0">
                <a:solidFill>
                  <a:schemeClr val="tx1"/>
                </a:solidFill>
                <a:latin typeface="Oracle Sans Tab" panose="020B0503020204020204" pitchFamily="34" charset="0"/>
                <a:ea typeface="+mn-ea"/>
                <a:cs typeface="Oracle Sans Tab" panose="020B0503020204020204" pitchFamily="34" charset="0"/>
              </a:defRPr>
            </a:lvl1pPr>
            <a:lvl2pPr marL="0" marR="0" indent="0" algn="l" defTabSz="685629" rtl="0" eaLnBrk="1" fontAlgn="auto" latinLnBrk="0" hangingPunct="1">
              <a:lnSpc>
                <a:spcPct val="90000"/>
              </a:lnSpc>
              <a:spcBef>
                <a:spcPts val="375"/>
              </a:spcBef>
              <a:spcAft>
                <a:spcPts val="0"/>
              </a:spcAft>
              <a:buClrTx/>
              <a:buSzTx/>
              <a:buFont typeface="Arial" panose="020B0604020202020204" pitchFamily="34" charset="0"/>
              <a:buNone/>
              <a:tabLst/>
              <a:defRPr lang="en-US" sz="1350" b="0" i="0" kern="1200" dirty="0" smtClean="0">
                <a:solidFill>
                  <a:schemeClr val="tx1"/>
                </a:solidFill>
                <a:latin typeface="Oracle Sans Tab" panose="020B0503020204020204" pitchFamily="34" charset="0"/>
                <a:ea typeface="+mn-ea"/>
                <a:cs typeface="Oracle Sans Tab" panose="020B0503020204020204" pitchFamily="34" charset="0"/>
              </a:defRPr>
            </a:lvl2pPr>
            <a:lvl3pPr marL="89875" marR="0" indent="0" algn="l" defTabSz="685629" rtl="0" eaLnBrk="1" fontAlgn="auto" latinLnBrk="0" hangingPunct="1">
              <a:lnSpc>
                <a:spcPct val="90000"/>
              </a:lnSpc>
              <a:spcBef>
                <a:spcPts val="375"/>
              </a:spcBef>
              <a:spcAft>
                <a:spcPts val="0"/>
              </a:spcAft>
              <a:buClrTx/>
              <a:buSzTx/>
              <a:buFont typeface="Arial" panose="020B0604020202020204" pitchFamily="34" charset="0"/>
              <a:buNone/>
              <a:tabLst/>
              <a:defRPr lang="en-US" sz="1200" b="0" i="0" kern="1200" dirty="0" smtClean="0">
                <a:solidFill>
                  <a:schemeClr val="tx1"/>
                </a:solidFill>
                <a:latin typeface="Oracle Sans Tab" panose="020B0503020204020204" pitchFamily="34" charset="0"/>
                <a:ea typeface="+mn-ea"/>
                <a:cs typeface="Oracle Sans Tab" panose="020B0503020204020204" pitchFamily="34" charset="0"/>
              </a:defRPr>
            </a:lvl3pPr>
          </a:lstStyle>
          <a:p>
            <a:pPr marL="257123" lvl="0" indent="-257123" algn="l" defTabSz="685629" rtl="0" eaLnBrk="1" latinLnBrk="0" hangingPunct="1">
              <a:lnSpc>
                <a:spcPct val="110000"/>
              </a:lnSpc>
              <a:spcBef>
                <a:spcPts val="225"/>
              </a:spcBef>
            </a:pPr>
            <a:r>
              <a:rPr lang="en-US"/>
              <a:t>Click to edit Master text styles</a:t>
            </a:r>
          </a:p>
          <a:p>
            <a:pPr marL="257123" lvl="1" indent="-257123" algn="l" defTabSz="685629" rtl="0" eaLnBrk="1" latinLnBrk="0" hangingPunct="1">
              <a:lnSpc>
                <a:spcPct val="110000"/>
              </a:lnSpc>
              <a:spcBef>
                <a:spcPts val="225"/>
              </a:spcBef>
            </a:pPr>
            <a:r>
              <a:rPr lang="en-US"/>
              <a:t>Second level</a:t>
            </a:r>
          </a:p>
          <a:p>
            <a:pPr marL="257123" lvl="2" indent="-257123" algn="l" defTabSz="685629" rtl="0" eaLnBrk="1" latinLnBrk="0" hangingPunct="1">
              <a:lnSpc>
                <a:spcPct val="110000"/>
              </a:lnSpc>
              <a:spcBef>
                <a:spcPts val="225"/>
              </a:spcBef>
            </a:pPr>
            <a:r>
              <a:rPr lang="en-US"/>
              <a:t>Third level</a:t>
            </a:r>
          </a:p>
        </p:txBody>
      </p:sp>
      <p:sp>
        <p:nvSpPr>
          <p:cNvPr id="10" name="Text Placeholder 2">
            <a:extLst>
              <a:ext uri="{FF2B5EF4-FFF2-40B4-BE49-F238E27FC236}">
                <a16:creationId xmlns:a16="http://schemas.microsoft.com/office/drawing/2014/main" id="{FB6C8AB0-7757-DF1D-9CCE-4510B7276134}"/>
              </a:ext>
            </a:extLst>
          </p:cNvPr>
          <p:cNvSpPr>
            <a:spLocks noGrp="1"/>
          </p:cNvSpPr>
          <p:nvPr>
            <p:ph type="body" sz="quarter" idx="38"/>
          </p:nvPr>
        </p:nvSpPr>
        <p:spPr>
          <a:xfrm>
            <a:off x="594403" y="2534074"/>
            <a:ext cx="3674326" cy="1057804"/>
          </a:xfrm>
          <a:prstGeom prst="rect">
            <a:avLst/>
          </a:prstGeom>
        </p:spPr>
        <p:txBody>
          <a:bodyPr/>
          <a:lstStyle>
            <a:lvl1pPr marL="0" marR="0" indent="0" algn="l" defTabSz="685629" rtl="0" eaLnBrk="1" fontAlgn="auto" latinLnBrk="0" hangingPunct="1">
              <a:lnSpc>
                <a:spcPct val="90000"/>
              </a:lnSpc>
              <a:spcBef>
                <a:spcPts val="750"/>
              </a:spcBef>
              <a:spcAft>
                <a:spcPts val="0"/>
              </a:spcAft>
              <a:buClrTx/>
              <a:buSzTx/>
              <a:buFont typeface="Arial" panose="020B0604020202020204" pitchFamily="34" charset="0"/>
              <a:buNone/>
              <a:tabLst/>
              <a:defRPr lang="en-US" sz="1500" b="0" i="0" kern="1200" dirty="0" smtClean="0">
                <a:solidFill>
                  <a:schemeClr val="tx1"/>
                </a:solidFill>
                <a:latin typeface="Oracle Sans Tab" panose="020B0503020204020204" pitchFamily="34" charset="0"/>
                <a:ea typeface="+mn-ea"/>
                <a:cs typeface="Oracle Sans Tab" panose="020B0503020204020204" pitchFamily="34" charset="0"/>
              </a:defRPr>
            </a:lvl1pPr>
            <a:lvl2pPr marL="0" marR="0" indent="0" algn="l" defTabSz="685629" rtl="0" eaLnBrk="1" fontAlgn="auto" latinLnBrk="0" hangingPunct="1">
              <a:lnSpc>
                <a:spcPct val="90000"/>
              </a:lnSpc>
              <a:spcBef>
                <a:spcPts val="375"/>
              </a:spcBef>
              <a:spcAft>
                <a:spcPts val="0"/>
              </a:spcAft>
              <a:buClrTx/>
              <a:buSzTx/>
              <a:buFont typeface="Arial" panose="020B0604020202020204" pitchFamily="34" charset="0"/>
              <a:buNone/>
              <a:tabLst/>
              <a:defRPr lang="en-US" sz="1350" b="0" i="0" kern="1200" dirty="0" smtClean="0">
                <a:solidFill>
                  <a:schemeClr val="tx1"/>
                </a:solidFill>
                <a:latin typeface="Oracle Sans Tab" panose="020B0503020204020204" pitchFamily="34" charset="0"/>
                <a:ea typeface="+mn-ea"/>
                <a:cs typeface="Oracle Sans Tab" panose="020B0503020204020204" pitchFamily="34" charset="0"/>
              </a:defRPr>
            </a:lvl2pPr>
            <a:lvl3pPr marL="89875" marR="0" indent="0" algn="l" defTabSz="685629" rtl="0" eaLnBrk="1" fontAlgn="auto" latinLnBrk="0" hangingPunct="1">
              <a:lnSpc>
                <a:spcPct val="90000"/>
              </a:lnSpc>
              <a:spcBef>
                <a:spcPts val="375"/>
              </a:spcBef>
              <a:spcAft>
                <a:spcPts val="0"/>
              </a:spcAft>
              <a:buClrTx/>
              <a:buSzTx/>
              <a:buFont typeface="Arial" panose="020B0604020202020204" pitchFamily="34" charset="0"/>
              <a:buNone/>
              <a:tabLst/>
              <a:defRPr lang="en-US" sz="1200" b="0" i="0" kern="1200" dirty="0" smtClean="0">
                <a:solidFill>
                  <a:schemeClr val="tx1"/>
                </a:solidFill>
                <a:latin typeface="Oracle Sans Tab" panose="020B0503020204020204" pitchFamily="34" charset="0"/>
                <a:ea typeface="+mn-ea"/>
                <a:cs typeface="Oracle Sans Tab" panose="020B0503020204020204" pitchFamily="34" charset="0"/>
              </a:defRPr>
            </a:lvl3pPr>
          </a:lstStyle>
          <a:p>
            <a:pPr marL="257123" lvl="0" indent="-257123" algn="l" defTabSz="685629" rtl="0" eaLnBrk="1" latinLnBrk="0" hangingPunct="1">
              <a:lnSpc>
                <a:spcPct val="110000"/>
              </a:lnSpc>
              <a:spcBef>
                <a:spcPts val="225"/>
              </a:spcBef>
            </a:pPr>
            <a:r>
              <a:rPr lang="en-US"/>
              <a:t>Click to edit Master text styles</a:t>
            </a:r>
          </a:p>
          <a:p>
            <a:pPr marL="257123" lvl="1" indent="-257123" algn="l" defTabSz="685629" rtl="0" eaLnBrk="1" latinLnBrk="0" hangingPunct="1">
              <a:lnSpc>
                <a:spcPct val="110000"/>
              </a:lnSpc>
              <a:spcBef>
                <a:spcPts val="225"/>
              </a:spcBef>
            </a:pPr>
            <a:r>
              <a:rPr lang="en-US"/>
              <a:t>Second level</a:t>
            </a:r>
          </a:p>
          <a:p>
            <a:pPr marL="257123" lvl="2" indent="-257123" algn="l" defTabSz="685629" rtl="0" eaLnBrk="1" latinLnBrk="0" hangingPunct="1">
              <a:lnSpc>
                <a:spcPct val="110000"/>
              </a:lnSpc>
              <a:spcBef>
                <a:spcPts val="225"/>
              </a:spcBef>
            </a:pPr>
            <a:r>
              <a:rPr lang="en-US"/>
              <a:t>Third level</a:t>
            </a:r>
          </a:p>
        </p:txBody>
      </p:sp>
      <p:sp>
        <p:nvSpPr>
          <p:cNvPr id="8" name="Text Placeholder 2">
            <a:extLst>
              <a:ext uri="{FF2B5EF4-FFF2-40B4-BE49-F238E27FC236}">
                <a16:creationId xmlns:a16="http://schemas.microsoft.com/office/drawing/2014/main" id="{5EF42849-DE58-A637-B663-CB6753E7BB76}"/>
              </a:ext>
            </a:extLst>
          </p:cNvPr>
          <p:cNvSpPr>
            <a:spLocks noGrp="1"/>
          </p:cNvSpPr>
          <p:nvPr>
            <p:ph type="body" sz="quarter" idx="37"/>
          </p:nvPr>
        </p:nvSpPr>
        <p:spPr>
          <a:xfrm>
            <a:off x="594403" y="3754396"/>
            <a:ext cx="3674326" cy="846180"/>
          </a:xfrm>
          <a:prstGeom prst="rect">
            <a:avLst/>
          </a:prstGeom>
        </p:spPr>
        <p:txBody>
          <a:bodyPr/>
          <a:lstStyle>
            <a:lvl1pPr marL="0" marR="0" indent="0" algn="l" defTabSz="685629" rtl="0" eaLnBrk="1" fontAlgn="auto" latinLnBrk="0" hangingPunct="1">
              <a:lnSpc>
                <a:spcPct val="90000"/>
              </a:lnSpc>
              <a:spcBef>
                <a:spcPts val="750"/>
              </a:spcBef>
              <a:spcAft>
                <a:spcPts val="0"/>
              </a:spcAft>
              <a:buClrTx/>
              <a:buSzTx/>
              <a:buFont typeface="Arial" panose="020B0604020202020204" pitchFamily="34" charset="0"/>
              <a:buNone/>
              <a:tabLst/>
              <a:defRPr lang="en-US" sz="1500" b="0" i="0" kern="1200" dirty="0" smtClean="0">
                <a:solidFill>
                  <a:schemeClr val="tx1"/>
                </a:solidFill>
                <a:latin typeface="Oracle Sans Tab" panose="020B0503020204020204" pitchFamily="34" charset="0"/>
                <a:ea typeface="+mn-ea"/>
                <a:cs typeface="Oracle Sans Tab" panose="020B0503020204020204" pitchFamily="34" charset="0"/>
              </a:defRPr>
            </a:lvl1pPr>
            <a:lvl2pPr marL="0" marR="0" indent="0" algn="l" defTabSz="685629" rtl="0" eaLnBrk="1" fontAlgn="auto" latinLnBrk="0" hangingPunct="1">
              <a:lnSpc>
                <a:spcPct val="90000"/>
              </a:lnSpc>
              <a:spcBef>
                <a:spcPts val="375"/>
              </a:spcBef>
              <a:spcAft>
                <a:spcPts val="0"/>
              </a:spcAft>
              <a:buClrTx/>
              <a:buSzTx/>
              <a:buFont typeface="Arial" panose="020B0604020202020204" pitchFamily="34" charset="0"/>
              <a:buNone/>
              <a:tabLst/>
              <a:defRPr lang="en-US" sz="1350" b="0" i="0" kern="1200" dirty="0" smtClean="0">
                <a:solidFill>
                  <a:schemeClr val="tx1"/>
                </a:solidFill>
                <a:latin typeface="Oracle Sans Tab" panose="020B0503020204020204" pitchFamily="34" charset="0"/>
                <a:ea typeface="+mn-ea"/>
                <a:cs typeface="Oracle Sans Tab" panose="020B0503020204020204" pitchFamily="34" charset="0"/>
              </a:defRPr>
            </a:lvl2pPr>
            <a:lvl3pPr marL="89875" marR="0" indent="0" algn="l" defTabSz="685629" rtl="0" eaLnBrk="1" fontAlgn="auto" latinLnBrk="0" hangingPunct="1">
              <a:lnSpc>
                <a:spcPct val="90000"/>
              </a:lnSpc>
              <a:spcBef>
                <a:spcPts val="375"/>
              </a:spcBef>
              <a:spcAft>
                <a:spcPts val="0"/>
              </a:spcAft>
              <a:buClrTx/>
              <a:buSzTx/>
              <a:buFont typeface="Arial" panose="020B0604020202020204" pitchFamily="34" charset="0"/>
              <a:buNone/>
              <a:tabLst/>
              <a:defRPr lang="en-US" sz="1200" b="0" i="0" kern="1200" dirty="0" smtClean="0">
                <a:solidFill>
                  <a:schemeClr val="tx1"/>
                </a:solidFill>
                <a:latin typeface="Oracle Sans Tab" panose="020B0503020204020204" pitchFamily="34" charset="0"/>
                <a:ea typeface="+mn-ea"/>
                <a:cs typeface="Oracle Sans Tab" panose="020B0503020204020204" pitchFamily="34" charset="0"/>
              </a:defRPr>
            </a:lvl3pPr>
          </a:lstStyle>
          <a:p>
            <a:pPr marL="257123" lvl="0" indent="-257123" algn="l" defTabSz="685629" rtl="0" eaLnBrk="1" latinLnBrk="0" hangingPunct="1">
              <a:lnSpc>
                <a:spcPct val="110000"/>
              </a:lnSpc>
              <a:spcBef>
                <a:spcPts val="225"/>
              </a:spcBef>
            </a:pPr>
            <a:r>
              <a:rPr lang="en-US"/>
              <a:t>Click to edit Master text styles</a:t>
            </a:r>
          </a:p>
          <a:p>
            <a:pPr marL="257123" lvl="1" indent="-257123" algn="l" defTabSz="685629" rtl="0" eaLnBrk="1" latinLnBrk="0" hangingPunct="1">
              <a:lnSpc>
                <a:spcPct val="110000"/>
              </a:lnSpc>
              <a:spcBef>
                <a:spcPts val="225"/>
              </a:spcBef>
            </a:pPr>
            <a:r>
              <a:rPr lang="en-US"/>
              <a:t>Second level</a:t>
            </a:r>
          </a:p>
          <a:p>
            <a:pPr marL="257123" lvl="2" indent="-257123" algn="l" defTabSz="685629" rtl="0" eaLnBrk="1" latinLnBrk="0" hangingPunct="1">
              <a:lnSpc>
                <a:spcPct val="110000"/>
              </a:lnSpc>
              <a:spcBef>
                <a:spcPts val="225"/>
              </a:spcBef>
            </a:pPr>
            <a:r>
              <a:rPr lang="en-US"/>
              <a:t>Third level</a:t>
            </a:r>
          </a:p>
        </p:txBody>
      </p:sp>
      <p:sp>
        <p:nvSpPr>
          <p:cNvPr id="20" name="Picture Placeholder 17">
            <a:extLst>
              <a:ext uri="{FF2B5EF4-FFF2-40B4-BE49-F238E27FC236}">
                <a16:creationId xmlns:a16="http://schemas.microsoft.com/office/drawing/2014/main" id="{445E1E13-5767-FE9A-C855-C6FD3055FC6A}"/>
              </a:ext>
            </a:extLst>
          </p:cNvPr>
          <p:cNvSpPr>
            <a:spLocks noGrp="1"/>
          </p:cNvSpPr>
          <p:nvPr>
            <p:ph type="pic" sz="quarter" idx="36"/>
          </p:nvPr>
        </p:nvSpPr>
        <p:spPr>
          <a:xfrm>
            <a:off x="4571702" y="4092828"/>
            <a:ext cx="2164416" cy="1050673"/>
          </a:xfrm>
          <a:prstGeom prst="rect">
            <a:avLst/>
          </a:prstGeom>
        </p:spPr>
        <p:txBody>
          <a:bodyPr anchor="ctr"/>
          <a:lstStyle>
            <a:lvl1pPr marL="0" indent="0" algn="ctr">
              <a:buNone/>
              <a:defRPr>
                <a:solidFill>
                  <a:srgbClr val="AEA8A2"/>
                </a:solidFill>
              </a:defRPr>
            </a:lvl1pPr>
          </a:lstStyle>
          <a:p>
            <a:r>
              <a:rPr lang="en-US"/>
              <a:t>Click icon to add picture</a:t>
            </a:r>
            <a:endParaRPr lang="en-US" dirty="0"/>
          </a:p>
        </p:txBody>
      </p:sp>
      <p:sp>
        <p:nvSpPr>
          <p:cNvPr id="19" name="Picture Placeholder 17">
            <a:extLst>
              <a:ext uri="{FF2B5EF4-FFF2-40B4-BE49-F238E27FC236}">
                <a16:creationId xmlns:a16="http://schemas.microsoft.com/office/drawing/2014/main" id="{128E96FD-9D3F-692F-EB8E-C1CA80E5D55D}"/>
              </a:ext>
            </a:extLst>
          </p:cNvPr>
          <p:cNvSpPr>
            <a:spLocks noGrp="1"/>
          </p:cNvSpPr>
          <p:nvPr>
            <p:ph type="pic" sz="quarter" idx="35"/>
          </p:nvPr>
        </p:nvSpPr>
        <p:spPr>
          <a:xfrm>
            <a:off x="4571702" y="2044780"/>
            <a:ext cx="2164416" cy="1996552"/>
          </a:xfrm>
          <a:prstGeom prst="rect">
            <a:avLst/>
          </a:prstGeom>
        </p:spPr>
        <p:txBody>
          <a:bodyPr anchor="ctr"/>
          <a:lstStyle>
            <a:lvl1pPr marL="0" indent="0" algn="ctr">
              <a:buNone/>
              <a:defRPr>
                <a:solidFill>
                  <a:srgbClr val="AEA8A2"/>
                </a:solidFill>
              </a:defRPr>
            </a:lvl1pPr>
          </a:lstStyle>
          <a:p>
            <a:r>
              <a:rPr lang="en-US"/>
              <a:t>Click icon to add picture</a:t>
            </a:r>
            <a:endParaRPr lang="en-US" dirty="0"/>
          </a:p>
        </p:txBody>
      </p:sp>
      <p:sp>
        <p:nvSpPr>
          <p:cNvPr id="18" name="Picture Placeholder 17">
            <a:extLst>
              <a:ext uri="{FF2B5EF4-FFF2-40B4-BE49-F238E27FC236}">
                <a16:creationId xmlns:a16="http://schemas.microsoft.com/office/drawing/2014/main" id="{17CD157F-D3C9-1E3B-56AC-86F51CBDA2C5}"/>
              </a:ext>
            </a:extLst>
          </p:cNvPr>
          <p:cNvSpPr>
            <a:spLocks noGrp="1"/>
          </p:cNvSpPr>
          <p:nvPr>
            <p:ph type="pic" sz="quarter" idx="34"/>
          </p:nvPr>
        </p:nvSpPr>
        <p:spPr>
          <a:xfrm>
            <a:off x="4571702" y="-1"/>
            <a:ext cx="2164416" cy="1996552"/>
          </a:xfrm>
          <a:prstGeom prst="rect">
            <a:avLst/>
          </a:prstGeom>
        </p:spPr>
        <p:txBody>
          <a:bodyPr anchor="ctr"/>
          <a:lstStyle>
            <a:lvl1pPr marL="0" indent="0" algn="ctr">
              <a:buNone/>
              <a:defRPr>
                <a:solidFill>
                  <a:srgbClr val="AEA8A2"/>
                </a:solidFill>
              </a:defRPr>
            </a:lvl1pPr>
          </a:lstStyle>
          <a:p>
            <a:r>
              <a:rPr lang="en-US"/>
              <a:t>Click icon to add picture</a:t>
            </a:r>
            <a:endParaRPr lang="en-US" dirty="0"/>
          </a:p>
        </p:txBody>
      </p:sp>
      <p:sp>
        <p:nvSpPr>
          <p:cNvPr id="11" name="Picture Placeholder 10">
            <a:extLst>
              <a:ext uri="{FF2B5EF4-FFF2-40B4-BE49-F238E27FC236}">
                <a16:creationId xmlns:a16="http://schemas.microsoft.com/office/drawing/2014/main" id="{D9A0A2C7-B129-2C84-4EC5-9BE7DAA226FD}"/>
              </a:ext>
            </a:extLst>
          </p:cNvPr>
          <p:cNvSpPr>
            <a:spLocks noGrp="1"/>
          </p:cNvSpPr>
          <p:nvPr>
            <p:ph type="pic" sz="quarter" idx="33"/>
          </p:nvPr>
        </p:nvSpPr>
        <p:spPr>
          <a:xfrm>
            <a:off x="6787004" y="3092054"/>
            <a:ext cx="2356996" cy="2051447"/>
          </a:xfrm>
          <a:prstGeom prst="rect">
            <a:avLst/>
          </a:prstGeom>
        </p:spPr>
        <p:txBody>
          <a:bodyPr anchor="ctr"/>
          <a:lstStyle>
            <a:lvl1pPr marL="0" indent="0" algn="ctr">
              <a:buNone/>
              <a:defRPr>
                <a:solidFill>
                  <a:srgbClr val="AEA8A2"/>
                </a:solidFill>
              </a:defRPr>
            </a:lvl1pPr>
          </a:lstStyle>
          <a:p>
            <a:r>
              <a:rPr lang="en-US"/>
              <a:t>Click icon to add picture</a:t>
            </a:r>
          </a:p>
        </p:txBody>
      </p:sp>
      <p:sp>
        <p:nvSpPr>
          <p:cNvPr id="9" name="Picture Placeholder 8">
            <a:extLst>
              <a:ext uri="{FF2B5EF4-FFF2-40B4-BE49-F238E27FC236}">
                <a16:creationId xmlns:a16="http://schemas.microsoft.com/office/drawing/2014/main" id="{1E2386B7-272F-BDAB-2DCD-298558469EDB}"/>
              </a:ext>
            </a:extLst>
          </p:cNvPr>
          <p:cNvSpPr>
            <a:spLocks noGrp="1"/>
          </p:cNvSpPr>
          <p:nvPr>
            <p:ph type="pic" sz="quarter" idx="32"/>
          </p:nvPr>
        </p:nvSpPr>
        <p:spPr>
          <a:xfrm>
            <a:off x="6786848" y="1"/>
            <a:ext cx="2357153" cy="3045422"/>
          </a:xfrm>
          <a:prstGeom prst="rect">
            <a:avLst/>
          </a:prstGeom>
        </p:spPr>
        <p:txBody>
          <a:bodyPr anchor="ctr"/>
          <a:lstStyle>
            <a:lvl1pPr marL="0" indent="0" algn="ctr">
              <a:buNone/>
              <a:defRPr>
                <a:solidFill>
                  <a:srgbClr val="AEA8A2"/>
                </a:solidFill>
              </a:defRPr>
            </a:lvl1pPr>
          </a:lstStyle>
          <a:p>
            <a:r>
              <a:rPr lang="en-US"/>
              <a:t>Click icon to add picture</a:t>
            </a:r>
            <a:endParaRPr lang="en-US" dirty="0"/>
          </a:p>
        </p:txBody>
      </p:sp>
      <p:sp>
        <p:nvSpPr>
          <p:cNvPr id="2" name="Slide Number Placeholder 5">
            <a:extLst>
              <a:ext uri="{FF2B5EF4-FFF2-40B4-BE49-F238E27FC236}">
                <a16:creationId xmlns:a16="http://schemas.microsoft.com/office/drawing/2014/main" id="{FBD94B30-BCEE-59B6-7AE0-7786317741C5}"/>
              </a:ext>
            </a:extLst>
          </p:cNvPr>
          <p:cNvSpPr>
            <a:spLocks noGrp="1"/>
          </p:cNvSpPr>
          <p:nvPr>
            <p:ph type="sldNum" sz="quarter" idx="40"/>
          </p:nvPr>
        </p:nvSpPr>
        <p:spPr>
          <a:xfrm>
            <a:off x="571500" y="4817745"/>
            <a:ext cx="274320" cy="27432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6" name="Footer Placeholder 4">
            <a:extLst>
              <a:ext uri="{FF2B5EF4-FFF2-40B4-BE49-F238E27FC236}">
                <a16:creationId xmlns:a16="http://schemas.microsoft.com/office/drawing/2014/main" id="{D39C8B0E-97D7-991C-2025-14272B07B525}"/>
              </a:ext>
            </a:extLst>
          </p:cNvPr>
          <p:cNvSpPr>
            <a:spLocks noGrp="1"/>
          </p:cNvSpPr>
          <p:nvPr>
            <p:ph type="ftr" sz="quarter" idx="39"/>
          </p:nvPr>
        </p:nvSpPr>
        <p:spPr>
          <a:xfrm>
            <a:off x="845820" y="4817984"/>
            <a:ext cx="4309034" cy="273844"/>
          </a:xfrm>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12" name="Date Placeholder 3">
            <a:extLst>
              <a:ext uri="{FF2B5EF4-FFF2-40B4-BE49-F238E27FC236}">
                <a16:creationId xmlns:a16="http://schemas.microsoft.com/office/drawing/2014/main" id="{CB7D4F94-59C8-86AE-466F-98696039DFD2}"/>
              </a:ext>
            </a:extLst>
          </p:cNvPr>
          <p:cNvSpPr>
            <a:spLocks noGrp="1"/>
          </p:cNvSpPr>
          <p:nvPr>
            <p:ph type="dt" sz="half" idx="41"/>
          </p:nvPr>
        </p:nvSpPr>
        <p:spPr>
          <a:xfrm>
            <a:off x="5154854" y="4819203"/>
            <a:ext cx="2057400" cy="272625"/>
          </a:xfrm>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518511984"/>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PHOTO_Full Slide">
    <p:bg>
      <p:bgRef idx="1001">
        <a:schemeClr val="bg2"/>
      </p:bgRef>
    </p:bg>
    <p:spTree>
      <p:nvGrpSpPr>
        <p:cNvPr id="1" name=""/>
        <p:cNvGrpSpPr/>
        <p:nvPr/>
      </p:nvGrpSpPr>
      <p:grpSpPr>
        <a:xfrm>
          <a:off x="0" y="0"/>
          <a:ext cx="0" cy="0"/>
          <a:chOff x="0" y="0"/>
          <a:chExt cx="0" cy="0"/>
        </a:xfrm>
      </p:grpSpPr>
      <p:sp>
        <p:nvSpPr>
          <p:cNvPr id="5" name="Slide Number Placeholder 7" hidden="1">
            <a:extLst>
              <a:ext uri="{FF2B5EF4-FFF2-40B4-BE49-F238E27FC236}">
                <a16:creationId xmlns:a16="http://schemas.microsoft.com/office/drawing/2014/main" id="{B0BD77A1-77CB-B876-21BC-3E357707FB00}"/>
              </a:ext>
            </a:extLst>
          </p:cNvPr>
          <p:cNvSpPr>
            <a:spLocks noGrp="1"/>
          </p:cNvSpPr>
          <p:nvPr>
            <p:ph type="sldNum" sz="quarter" idx="17"/>
          </p:nvPr>
        </p:nvSpPr>
        <p:spPr>
          <a:xfrm>
            <a:off x="571500" y="4821478"/>
            <a:ext cx="274320" cy="274320"/>
          </a:xfrm>
          <a:prstGeom prst="rect">
            <a:avLst/>
          </a:prstGeom>
        </p:spPr>
        <p:txBody>
          <a:bodyPr/>
          <a:lstStyle/>
          <a:p>
            <a:fld id="{345D60D9-5372-5F40-9443-0F9AE5BDC3C8}" type="slidenum">
              <a:rPr lang="en-US" smtClean="0"/>
              <a:pPr/>
              <a:t>‹#›</a:t>
            </a:fld>
            <a:endParaRPr lang="en-US" dirty="0"/>
          </a:p>
        </p:txBody>
      </p:sp>
      <p:sp>
        <p:nvSpPr>
          <p:cNvPr id="7" name="Footer Placeholder 6" hidden="1">
            <a:extLst>
              <a:ext uri="{FF2B5EF4-FFF2-40B4-BE49-F238E27FC236}">
                <a16:creationId xmlns:a16="http://schemas.microsoft.com/office/drawing/2014/main" id="{361D4689-E747-22B9-8A23-5E8372B62E14}"/>
              </a:ext>
            </a:extLst>
          </p:cNvPr>
          <p:cNvSpPr>
            <a:spLocks noGrp="1"/>
          </p:cNvSpPr>
          <p:nvPr>
            <p:ph type="ftr" sz="quarter" idx="16"/>
          </p:nvPr>
        </p:nvSpPr>
        <p:spPr>
          <a:xfrm>
            <a:off x="845820" y="4821717"/>
            <a:ext cx="3925311" cy="273844"/>
          </a:xfrm>
          <a:prstGeom prst="rect">
            <a:avLst/>
          </a:prstGeom>
        </p:spPr>
        <p:txBody>
          <a:bodyPr/>
          <a:lstStyle/>
          <a:p>
            <a:r>
              <a:rPr lang="en-US"/>
              <a:t>Copyright © 2025, Oracle and/or its affiliates |  Confidential: Internal/Restricted/Highly Restricted</a:t>
            </a:r>
            <a:endParaRPr lang="en-US" dirty="0"/>
          </a:p>
        </p:txBody>
      </p:sp>
      <p:sp>
        <p:nvSpPr>
          <p:cNvPr id="2" name="Picture Placeholder 1">
            <a:extLst>
              <a:ext uri="{FF2B5EF4-FFF2-40B4-BE49-F238E27FC236}">
                <a16:creationId xmlns:a16="http://schemas.microsoft.com/office/drawing/2014/main" id="{5170667F-B06C-96EB-B8A5-00675DC62804}"/>
              </a:ext>
            </a:extLst>
          </p:cNvPr>
          <p:cNvSpPr>
            <a:spLocks noGrp="1"/>
          </p:cNvSpPr>
          <p:nvPr>
            <p:ph type="pic" sz="quarter" idx="13"/>
          </p:nvPr>
        </p:nvSpPr>
        <p:spPr>
          <a:xfrm>
            <a:off x="0" y="0"/>
            <a:ext cx="9144000" cy="5143500"/>
          </a:xfrm>
        </p:spPr>
        <p:txBody>
          <a:bodyPr anchor="ctr"/>
          <a:lstStyle>
            <a:lvl1pPr algn="ctr">
              <a:defRPr/>
            </a:lvl1pPr>
          </a:lstStyle>
          <a:p>
            <a:r>
              <a:rPr lang="en-US"/>
              <a:t>Click icon to add picture</a:t>
            </a:r>
          </a:p>
        </p:txBody>
      </p:sp>
    </p:spTree>
    <p:extLst>
      <p:ext uri="{BB962C8B-B14F-4D97-AF65-F5344CB8AC3E}">
        <p14:creationId xmlns:p14="http://schemas.microsoft.com/office/powerpoint/2010/main" val="877405441"/>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Dark 2 Images and Content">
    <p:bg>
      <p:bgRef idx="1001">
        <a:schemeClr val="bg2"/>
      </p:bgRef>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A536DA1B-D096-01B8-6B79-C6DBB456A7CA}"/>
              </a:ext>
            </a:extLst>
          </p:cNvPr>
          <p:cNvSpPr>
            <a:spLocks noGrp="1"/>
          </p:cNvSpPr>
          <p:nvPr>
            <p:ph type="title" hasCustomPrompt="1"/>
          </p:nvPr>
        </p:nvSpPr>
        <p:spPr>
          <a:xfrm>
            <a:off x="576656" y="136802"/>
            <a:ext cx="8003286" cy="617220"/>
          </a:xfrm>
        </p:spPr>
        <p:txBody>
          <a:bodyPr/>
          <a:lstStyle>
            <a:lvl1pPr>
              <a:defRPr b="1" i="0">
                <a:solidFill>
                  <a:schemeClr val="tx1"/>
                </a:solidFill>
                <a:latin typeface="Oracle Sans Tab" panose="020B0503020204020204" pitchFamily="34" charset="0"/>
                <a:cs typeface="Oracle Sans Tab" panose="020B0503020204020204" pitchFamily="34" charset="0"/>
              </a:defRPr>
            </a:lvl1pPr>
          </a:lstStyle>
          <a:p>
            <a:r>
              <a:rPr lang="en-US" dirty="0"/>
              <a:t>Title</a:t>
            </a:r>
          </a:p>
        </p:txBody>
      </p:sp>
      <p:sp>
        <p:nvSpPr>
          <p:cNvPr id="4" name="Text Placeholder 5">
            <a:extLst>
              <a:ext uri="{FF2B5EF4-FFF2-40B4-BE49-F238E27FC236}">
                <a16:creationId xmlns:a16="http://schemas.microsoft.com/office/drawing/2014/main" id="{5359DD48-7CB8-3699-CA89-9D72DAA6B0BF}"/>
              </a:ext>
            </a:extLst>
          </p:cNvPr>
          <p:cNvSpPr>
            <a:spLocks noGrp="1"/>
          </p:cNvSpPr>
          <p:nvPr>
            <p:ph type="body" sz="quarter" idx="29"/>
          </p:nvPr>
        </p:nvSpPr>
        <p:spPr>
          <a:xfrm>
            <a:off x="594404" y="3326122"/>
            <a:ext cx="3712610" cy="968574"/>
          </a:xfrm>
        </p:spPr>
        <p:txBody>
          <a:bodyPr/>
          <a:lstStyle>
            <a:lvl1pPr>
              <a:defRPr>
                <a:solidFill>
                  <a:schemeClr val="tx1"/>
                </a:solidFill>
              </a:defRPr>
            </a:lvl1pPr>
            <a:lvl2pPr>
              <a:defRPr>
                <a:solidFill>
                  <a:schemeClr val="tx1"/>
                </a:solidFill>
              </a:defRPr>
            </a:lvl2pPr>
            <a:lvl3pPr>
              <a:defRPr>
                <a:solidFill>
                  <a:schemeClr val="tx1"/>
                </a:solidFill>
              </a:defRPr>
            </a:lvl3pPr>
          </a:lstStyle>
          <a:p>
            <a:pPr lvl="0"/>
            <a:r>
              <a:rPr lang="en-US"/>
              <a:t>Click to edit Master text styles</a:t>
            </a:r>
          </a:p>
          <a:p>
            <a:pPr lvl="1"/>
            <a:r>
              <a:rPr lang="en-US"/>
              <a:t>Second level</a:t>
            </a:r>
          </a:p>
          <a:p>
            <a:pPr lvl="2"/>
            <a:r>
              <a:rPr lang="en-US"/>
              <a:t>Third level</a:t>
            </a:r>
          </a:p>
        </p:txBody>
      </p:sp>
      <p:sp>
        <p:nvSpPr>
          <p:cNvPr id="6" name="Picture Placeholder 12">
            <a:extLst>
              <a:ext uri="{FF2B5EF4-FFF2-40B4-BE49-F238E27FC236}">
                <a16:creationId xmlns:a16="http://schemas.microsoft.com/office/drawing/2014/main" id="{5C4A9BEF-054B-38A2-DDC6-DD7D3B185912}"/>
              </a:ext>
            </a:extLst>
          </p:cNvPr>
          <p:cNvSpPr>
            <a:spLocks noGrp="1"/>
          </p:cNvSpPr>
          <p:nvPr>
            <p:ph type="pic" sz="quarter" idx="26" hasCustomPrompt="1"/>
          </p:nvPr>
        </p:nvSpPr>
        <p:spPr>
          <a:xfrm>
            <a:off x="596784" y="1212429"/>
            <a:ext cx="3693443" cy="1997059"/>
          </a:xfrm>
          <a:solidFill>
            <a:schemeClr val="bg1">
              <a:alpha val="10000"/>
            </a:schemeClr>
          </a:solidFill>
        </p:spPr>
        <p:txBody>
          <a:bodyPr vert="horz" lIns="91440" tIns="45720" rIns="91440" bIns="45720" rtlCol="0" anchor="ctr" anchorCtr="0">
            <a:normAutofit/>
          </a:bodyPr>
          <a:lstStyle>
            <a:lvl1pPr>
              <a:defRPr lang="en-US">
                <a:solidFill>
                  <a:schemeClr val="tx1"/>
                </a:solidFill>
              </a:defRPr>
            </a:lvl1pPr>
          </a:lstStyle>
          <a:p>
            <a:pPr lvl="0" algn="ctr"/>
            <a:r>
              <a:rPr lang="en-US"/>
              <a:t>Image</a:t>
            </a:r>
          </a:p>
        </p:txBody>
      </p:sp>
      <p:sp>
        <p:nvSpPr>
          <p:cNvPr id="5" name="Text Placeholder 7">
            <a:extLst>
              <a:ext uri="{FF2B5EF4-FFF2-40B4-BE49-F238E27FC236}">
                <a16:creationId xmlns:a16="http://schemas.microsoft.com/office/drawing/2014/main" id="{346E39F9-D43F-04FC-3023-F53553A4056D}"/>
              </a:ext>
            </a:extLst>
          </p:cNvPr>
          <p:cNvSpPr>
            <a:spLocks noGrp="1"/>
          </p:cNvSpPr>
          <p:nvPr>
            <p:ph type="body" sz="quarter" idx="30"/>
          </p:nvPr>
        </p:nvSpPr>
        <p:spPr>
          <a:xfrm>
            <a:off x="4836634" y="3314702"/>
            <a:ext cx="3693560" cy="960239"/>
          </a:xfrm>
        </p:spPr>
        <p:txBody>
          <a:bodyPr/>
          <a:lstStyle>
            <a:lvl1pPr>
              <a:defRPr>
                <a:solidFill>
                  <a:schemeClr val="tx1"/>
                </a:solidFill>
              </a:defRPr>
            </a:lvl1pPr>
            <a:lvl2pPr>
              <a:defRPr>
                <a:solidFill>
                  <a:schemeClr val="tx1"/>
                </a:solidFill>
              </a:defRPr>
            </a:lvl2pPr>
            <a:lvl3pPr>
              <a:defRPr>
                <a:solidFill>
                  <a:schemeClr val="tx1"/>
                </a:solidFill>
              </a:defRPr>
            </a:lvl3pPr>
          </a:lstStyle>
          <a:p>
            <a:pPr lvl="0"/>
            <a:r>
              <a:rPr lang="en-US"/>
              <a:t>Click to edit Master text styles</a:t>
            </a:r>
          </a:p>
          <a:p>
            <a:pPr lvl="1"/>
            <a:r>
              <a:rPr lang="en-US"/>
              <a:t>Second level</a:t>
            </a:r>
          </a:p>
          <a:p>
            <a:pPr lvl="2"/>
            <a:r>
              <a:rPr lang="en-US"/>
              <a:t>Third level</a:t>
            </a:r>
          </a:p>
        </p:txBody>
      </p:sp>
      <p:sp>
        <p:nvSpPr>
          <p:cNvPr id="9" name="Picture Placeholder 12">
            <a:extLst>
              <a:ext uri="{FF2B5EF4-FFF2-40B4-BE49-F238E27FC236}">
                <a16:creationId xmlns:a16="http://schemas.microsoft.com/office/drawing/2014/main" id="{32FA574C-02E7-4456-3CFF-3AD988229D69}"/>
              </a:ext>
            </a:extLst>
          </p:cNvPr>
          <p:cNvSpPr>
            <a:spLocks noGrp="1"/>
          </p:cNvSpPr>
          <p:nvPr>
            <p:ph type="pic" sz="quarter" idx="27" hasCustomPrompt="1"/>
          </p:nvPr>
        </p:nvSpPr>
        <p:spPr>
          <a:xfrm>
            <a:off x="4808607" y="1201008"/>
            <a:ext cx="3693443" cy="1997059"/>
          </a:xfrm>
          <a:solidFill>
            <a:schemeClr val="bg1">
              <a:alpha val="10000"/>
            </a:schemeClr>
          </a:solidFill>
        </p:spPr>
        <p:txBody>
          <a:bodyPr vert="horz" lIns="91440" tIns="45720" rIns="91440" bIns="45720" rtlCol="0" anchor="ctr" anchorCtr="0">
            <a:normAutofit/>
          </a:bodyPr>
          <a:lstStyle>
            <a:lvl1pPr>
              <a:defRPr lang="en-US">
                <a:solidFill>
                  <a:schemeClr val="tx1"/>
                </a:solidFill>
              </a:defRPr>
            </a:lvl1pPr>
          </a:lstStyle>
          <a:p>
            <a:pPr lvl="0" algn="ctr"/>
            <a:r>
              <a:rPr lang="en-US"/>
              <a:t>Image</a:t>
            </a:r>
          </a:p>
        </p:txBody>
      </p:sp>
      <p:sp>
        <p:nvSpPr>
          <p:cNvPr id="8" name="Slide Number Placeholder 7">
            <a:extLst>
              <a:ext uri="{FF2B5EF4-FFF2-40B4-BE49-F238E27FC236}">
                <a16:creationId xmlns:a16="http://schemas.microsoft.com/office/drawing/2014/main" id="{3C49485D-F762-1381-7479-D37FDB46F388}"/>
              </a:ext>
            </a:extLst>
          </p:cNvPr>
          <p:cNvSpPr>
            <a:spLocks noGrp="1"/>
          </p:cNvSpPr>
          <p:nvPr>
            <p:ph type="sldNum" sz="quarter" idx="17"/>
          </p:nvPr>
        </p:nvSpPr>
        <p:spPr>
          <a:xfrm>
            <a:off x="571500" y="4817745"/>
            <a:ext cx="274320" cy="27432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10" name="Footer Placeholder 6">
            <a:extLst>
              <a:ext uri="{FF2B5EF4-FFF2-40B4-BE49-F238E27FC236}">
                <a16:creationId xmlns:a16="http://schemas.microsoft.com/office/drawing/2014/main" id="{844C26A1-8F6A-0142-2190-64BD165AA6D8}"/>
              </a:ext>
            </a:extLst>
          </p:cNvPr>
          <p:cNvSpPr>
            <a:spLocks noGrp="1"/>
          </p:cNvSpPr>
          <p:nvPr>
            <p:ph type="ftr" sz="quarter" idx="16"/>
          </p:nvPr>
        </p:nvSpPr>
        <p:spPr>
          <a:xfrm>
            <a:off x="845820" y="4817984"/>
            <a:ext cx="4309034" cy="273844"/>
          </a:xfrm>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11" name="Date Placeholder 4">
            <a:extLst>
              <a:ext uri="{FF2B5EF4-FFF2-40B4-BE49-F238E27FC236}">
                <a16:creationId xmlns:a16="http://schemas.microsoft.com/office/drawing/2014/main" id="{2699964F-7EAE-A02B-DAAA-5083B3377FE4}"/>
              </a:ext>
            </a:extLst>
          </p:cNvPr>
          <p:cNvSpPr>
            <a:spLocks noGrp="1"/>
          </p:cNvSpPr>
          <p:nvPr>
            <p:ph type="dt" sz="half" idx="15"/>
          </p:nvPr>
        </p:nvSpPr>
        <p:spPr>
          <a:xfrm>
            <a:off x="5154854" y="4819203"/>
            <a:ext cx="2057400" cy="272625"/>
          </a:xfrm>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3881198027"/>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Light 2 Images and Content">
    <p:bg>
      <p:bgRef idx="1001">
        <a:schemeClr val="bg2"/>
      </p:bgRef>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FD4E609-9037-8285-A36E-039E71F8B03C}"/>
              </a:ext>
            </a:extLst>
          </p:cNvPr>
          <p:cNvSpPr>
            <a:spLocks noGrp="1"/>
          </p:cNvSpPr>
          <p:nvPr>
            <p:ph type="title" hasCustomPrompt="1"/>
          </p:nvPr>
        </p:nvSpPr>
        <p:spPr>
          <a:xfrm>
            <a:off x="576656" y="136802"/>
            <a:ext cx="8003286" cy="617220"/>
          </a:xfrm>
        </p:spPr>
        <p:txBody>
          <a:bodyPr/>
          <a:lstStyle>
            <a:lvl1pPr>
              <a:defRPr b="1" i="0">
                <a:latin typeface="Oracle Sans Tab" panose="020B0503020204020204" pitchFamily="34" charset="0"/>
                <a:cs typeface="Oracle Sans Tab" panose="020B0503020204020204" pitchFamily="34" charset="0"/>
              </a:defRPr>
            </a:lvl1pPr>
          </a:lstStyle>
          <a:p>
            <a:r>
              <a:rPr lang="en-US" dirty="0"/>
              <a:t>Title</a:t>
            </a:r>
          </a:p>
        </p:txBody>
      </p:sp>
      <p:sp>
        <p:nvSpPr>
          <p:cNvPr id="8" name="Text Placeholder 5">
            <a:extLst>
              <a:ext uri="{FF2B5EF4-FFF2-40B4-BE49-F238E27FC236}">
                <a16:creationId xmlns:a16="http://schemas.microsoft.com/office/drawing/2014/main" id="{AE8171D6-A364-A377-FFE9-3F53F16263EA}"/>
              </a:ext>
            </a:extLst>
          </p:cNvPr>
          <p:cNvSpPr>
            <a:spLocks noGrp="1"/>
          </p:cNvSpPr>
          <p:nvPr>
            <p:ph type="body" sz="quarter" idx="29"/>
          </p:nvPr>
        </p:nvSpPr>
        <p:spPr>
          <a:xfrm>
            <a:off x="594404" y="3326122"/>
            <a:ext cx="3712610" cy="968574"/>
          </a:xfrm>
        </p:spPr>
        <p:txBody>
          <a:bodyPr/>
          <a:lstStyle/>
          <a:p>
            <a:pPr lvl="0"/>
            <a:r>
              <a:rPr lang="en-US"/>
              <a:t>Click to edit Master text styles</a:t>
            </a:r>
          </a:p>
          <a:p>
            <a:pPr lvl="1"/>
            <a:r>
              <a:rPr lang="en-US"/>
              <a:t>Second level</a:t>
            </a:r>
          </a:p>
          <a:p>
            <a:pPr lvl="2"/>
            <a:r>
              <a:rPr lang="en-US"/>
              <a:t>Third level</a:t>
            </a:r>
          </a:p>
        </p:txBody>
      </p:sp>
      <p:sp>
        <p:nvSpPr>
          <p:cNvPr id="12" name="Picture Placeholder 12">
            <a:extLst>
              <a:ext uri="{FF2B5EF4-FFF2-40B4-BE49-F238E27FC236}">
                <a16:creationId xmlns:a16="http://schemas.microsoft.com/office/drawing/2014/main" id="{90ACCFB3-5B0B-D6E2-D2BA-F70E9C22E3F7}"/>
              </a:ext>
            </a:extLst>
          </p:cNvPr>
          <p:cNvSpPr>
            <a:spLocks noGrp="1"/>
          </p:cNvSpPr>
          <p:nvPr>
            <p:ph type="pic" sz="quarter" idx="26" hasCustomPrompt="1"/>
          </p:nvPr>
        </p:nvSpPr>
        <p:spPr>
          <a:xfrm>
            <a:off x="596784" y="1212429"/>
            <a:ext cx="3693443" cy="1997059"/>
          </a:xfrm>
          <a:solidFill>
            <a:schemeClr val="bg1">
              <a:alpha val="10000"/>
            </a:schemeClr>
          </a:solidFill>
        </p:spPr>
        <p:txBody>
          <a:bodyPr vert="horz" lIns="91440" tIns="45720" rIns="91440" bIns="45720" rtlCol="0" anchor="ctr" anchorCtr="0">
            <a:normAutofit/>
          </a:bodyPr>
          <a:lstStyle>
            <a:lvl1pPr>
              <a:defRPr lang="en-US">
                <a:solidFill>
                  <a:schemeClr val="tx1"/>
                </a:solidFill>
              </a:defRPr>
            </a:lvl1pPr>
          </a:lstStyle>
          <a:p>
            <a:pPr lvl="0" algn="ctr"/>
            <a:r>
              <a:rPr lang="en-US" dirty="0"/>
              <a:t>Image</a:t>
            </a:r>
          </a:p>
        </p:txBody>
      </p:sp>
      <p:sp>
        <p:nvSpPr>
          <p:cNvPr id="11" name="Text Placeholder 7">
            <a:extLst>
              <a:ext uri="{FF2B5EF4-FFF2-40B4-BE49-F238E27FC236}">
                <a16:creationId xmlns:a16="http://schemas.microsoft.com/office/drawing/2014/main" id="{79E2D9AD-B603-1F6B-F5F3-92A71334B474}"/>
              </a:ext>
            </a:extLst>
          </p:cNvPr>
          <p:cNvSpPr>
            <a:spLocks noGrp="1"/>
          </p:cNvSpPr>
          <p:nvPr>
            <p:ph type="body" sz="quarter" idx="30"/>
          </p:nvPr>
        </p:nvSpPr>
        <p:spPr>
          <a:xfrm>
            <a:off x="4836634" y="3314702"/>
            <a:ext cx="3693560" cy="960239"/>
          </a:xfrm>
        </p:spPr>
        <p:txBody>
          <a:bodyPr/>
          <a:lstStyle/>
          <a:p>
            <a:pPr lvl="0"/>
            <a:r>
              <a:rPr lang="en-US"/>
              <a:t>Click to edit Master text styles</a:t>
            </a:r>
          </a:p>
          <a:p>
            <a:pPr lvl="1"/>
            <a:r>
              <a:rPr lang="en-US"/>
              <a:t>Second level</a:t>
            </a:r>
          </a:p>
          <a:p>
            <a:pPr lvl="2"/>
            <a:r>
              <a:rPr lang="en-US"/>
              <a:t>Third level</a:t>
            </a:r>
          </a:p>
        </p:txBody>
      </p:sp>
      <p:sp>
        <p:nvSpPr>
          <p:cNvPr id="13" name="Picture Placeholder 12">
            <a:extLst>
              <a:ext uri="{FF2B5EF4-FFF2-40B4-BE49-F238E27FC236}">
                <a16:creationId xmlns:a16="http://schemas.microsoft.com/office/drawing/2014/main" id="{AE9BE660-418D-B00B-4919-F18A26E7CECF}"/>
              </a:ext>
            </a:extLst>
          </p:cNvPr>
          <p:cNvSpPr>
            <a:spLocks noGrp="1"/>
          </p:cNvSpPr>
          <p:nvPr>
            <p:ph type="pic" sz="quarter" idx="27" hasCustomPrompt="1"/>
          </p:nvPr>
        </p:nvSpPr>
        <p:spPr>
          <a:xfrm>
            <a:off x="4808607" y="1201008"/>
            <a:ext cx="3693443" cy="1997059"/>
          </a:xfrm>
          <a:solidFill>
            <a:schemeClr val="bg1">
              <a:alpha val="10000"/>
            </a:schemeClr>
          </a:solidFill>
        </p:spPr>
        <p:txBody>
          <a:bodyPr vert="horz" lIns="91440" tIns="45720" rIns="91440" bIns="45720" rtlCol="0" anchor="ctr" anchorCtr="0">
            <a:normAutofit/>
          </a:bodyPr>
          <a:lstStyle>
            <a:lvl1pPr>
              <a:defRPr lang="en-US">
                <a:solidFill>
                  <a:schemeClr val="tx1"/>
                </a:solidFill>
              </a:defRPr>
            </a:lvl1pPr>
          </a:lstStyle>
          <a:p>
            <a:pPr lvl="0" algn="ctr"/>
            <a:r>
              <a:rPr lang="en-US" dirty="0"/>
              <a:t>Image</a:t>
            </a:r>
          </a:p>
        </p:txBody>
      </p:sp>
      <p:sp>
        <p:nvSpPr>
          <p:cNvPr id="4" name="Slide Number Placeholder 5">
            <a:extLst>
              <a:ext uri="{FF2B5EF4-FFF2-40B4-BE49-F238E27FC236}">
                <a16:creationId xmlns:a16="http://schemas.microsoft.com/office/drawing/2014/main" id="{7567E54F-7B19-8851-B67D-202FB9AC1D6A}"/>
              </a:ext>
            </a:extLst>
          </p:cNvPr>
          <p:cNvSpPr>
            <a:spLocks noGrp="1"/>
          </p:cNvSpPr>
          <p:nvPr>
            <p:ph type="sldNum" sz="quarter" idx="40"/>
          </p:nvPr>
        </p:nvSpPr>
        <p:spPr>
          <a:xfrm>
            <a:off x="571500" y="4817745"/>
            <a:ext cx="274320" cy="274320"/>
          </a:xfrm>
        </p:spPr>
        <p:txBody>
          <a:bodyPr/>
          <a:lstStyle>
            <a:lvl1pPr>
              <a:defRPr>
                <a:solidFill>
                  <a:srgbClr val="8B8580"/>
                </a:solidFill>
              </a:defRPr>
            </a:lvl1pPr>
          </a:lstStyle>
          <a:p>
            <a:fld id="{345D60D9-5372-5F40-9443-0F9AE5BDC3C8}" type="slidenum">
              <a:rPr lang="en-US" smtClean="0"/>
              <a:pPr/>
              <a:t>‹#›</a:t>
            </a:fld>
            <a:endParaRPr lang="en-US" dirty="0"/>
          </a:p>
        </p:txBody>
      </p:sp>
      <p:sp>
        <p:nvSpPr>
          <p:cNvPr id="5" name="Footer Placeholder 4">
            <a:extLst>
              <a:ext uri="{FF2B5EF4-FFF2-40B4-BE49-F238E27FC236}">
                <a16:creationId xmlns:a16="http://schemas.microsoft.com/office/drawing/2014/main" id="{A1778B27-DEA8-9A30-4AED-960974FB3EBC}"/>
              </a:ext>
            </a:extLst>
          </p:cNvPr>
          <p:cNvSpPr>
            <a:spLocks noGrp="1"/>
          </p:cNvSpPr>
          <p:nvPr>
            <p:ph type="ftr" sz="quarter" idx="39"/>
          </p:nvPr>
        </p:nvSpPr>
        <p:spPr>
          <a:xfrm>
            <a:off x="845820" y="4817984"/>
            <a:ext cx="4309034" cy="273844"/>
          </a:xfrm>
        </p:spPr>
        <p:txBody>
          <a:bodyPr/>
          <a:lstStyle>
            <a:lvl1pPr>
              <a:defRPr>
                <a:solidFill>
                  <a:srgbClr val="8B8580"/>
                </a:solidFill>
              </a:defRPr>
            </a:lvl1pPr>
          </a:lstStyle>
          <a:p>
            <a:r>
              <a:rPr lang="en-US"/>
              <a:t>Copyright © 2025, Oracle and/or its affiliates |  Confidential: Internal/Restricted/Highly Restricted</a:t>
            </a:r>
            <a:endParaRPr lang="en-US" dirty="0"/>
          </a:p>
        </p:txBody>
      </p:sp>
      <p:sp>
        <p:nvSpPr>
          <p:cNvPr id="6" name="Date Placeholder 3">
            <a:extLst>
              <a:ext uri="{FF2B5EF4-FFF2-40B4-BE49-F238E27FC236}">
                <a16:creationId xmlns:a16="http://schemas.microsoft.com/office/drawing/2014/main" id="{333856E5-8C5E-2CF5-6E7E-97C9C55734DC}"/>
              </a:ext>
            </a:extLst>
          </p:cNvPr>
          <p:cNvSpPr>
            <a:spLocks noGrp="1"/>
          </p:cNvSpPr>
          <p:nvPr>
            <p:ph type="dt" sz="half" idx="38"/>
          </p:nvPr>
        </p:nvSpPr>
        <p:spPr>
          <a:xfrm>
            <a:off x="5154854" y="4819203"/>
            <a:ext cx="2057400" cy="272625"/>
          </a:xfrm>
        </p:spPr>
        <p:txBody>
          <a:bodyPr/>
          <a:lstStyle>
            <a:lvl1pPr>
              <a:defRPr>
                <a:solidFill>
                  <a:srgbClr val="8B8580"/>
                </a:solidFill>
              </a:defRPr>
            </a:lvl1pPr>
          </a:lstStyle>
          <a:p>
            <a:r>
              <a:rPr lang="en-US"/>
              <a:t>[Date]</a:t>
            </a:r>
            <a:endParaRPr lang="en-US" dirty="0"/>
          </a:p>
        </p:txBody>
      </p:sp>
    </p:spTree>
    <p:extLst>
      <p:ext uri="{BB962C8B-B14F-4D97-AF65-F5344CB8AC3E}">
        <p14:creationId xmlns:p14="http://schemas.microsoft.com/office/powerpoint/2010/main" val="128433275"/>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Light - Bold Statement with Photo half">
    <p:bg>
      <p:bgRef idx="1001">
        <a:schemeClr val="bg2"/>
      </p:bgRef>
    </p:bg>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BBB52B87-4D2F-759F-F825-1D8452D5364F}"/>
              </a:ext>
            </a:extLst>
          </p:cNvPr>
          <p:cNvSpPr>
            <a:spLocks noGrp="1"/>
          </p:cNvSpPr>
          <p:nvPr>
            <p:ph type="sldNum" sz="quarter" idx="40"/>
          </p:nvPr>
        </p:nvSpPr>
        <p:spPr>
          <a:xfrm>
            <a:off x="571500" y="4817745"/>
            <a:ext cx="274320" cy="274320"/>
          </a:xfrm>
        </p:spPr>
        <p:txBody>
          <a:bodyPr/>
          <a:lstStyle>
            <a:lvl1pPr>
              <a:defRPr>
                <a:solidFill>
                  <a:srgbClr val="8B8580"/>
                </a:solidFill>
              </a:defRPr>
            </a:lvl1pPr>
          </a:lstStyle>
          <a:p>
            <a:fld id="{345D60D9-5372-5F40-9443-0F9AE5BDC3C8}" type="slidenum">
              <a:rPr lang="en-US" smtClean="0"/>
              <a:pPr/>
              <a:t>‹#›</a:t>
            </a:fld>
            <a:endParaRPr lang="en-US" dirty="0"/>
          </a:p>
        </p:txBody>
      </p:sp>
      <p:sp>
        <p:nvSpPr>
          <p:cNvPr id="5" name="Footer Placeholder 4">
            <a:extLst>
              <a:ext uri="{FF2B5EF4-FFF2-40B4-BE49-F238E27FC236}">
                <a16:creationId xmlns:a16="http://schemas.microsoft.com/office/drawing/2014/main" id="{911B1AB9-997E-5411-2C56-8A3EC02DD499}"/>
              </a:ext>
            </a:extLst>
          </p:cNvPr>
          <p:cNvSpPr>
            <a:spLocks noGrp="1"/>
          </p:cNvSpPr>
          <p:nvPr>
            <p:ph type="ftr" sz="quarter" idx="39"/>
          </p:nvPr>
        </p:nvSpPr>
        <p:spPr>
          <a:xfrm>
            <a:off x="845820" y="4817984"/>
            <a:ext cx="4309034" cy="273844"/>
          </a:xfrm>
        </p:spPr>
        <p:txBody>
          <a:bodyPr/>
          <a:lstStyle>
            <a:lvl1pPr>
              <a:defRPr>
                <a:solidFill>
                  <a:srgbClr val="8B8580"/>
                </a:solidFill>
              </a:defRPr>
            </a:lvl1pPr>
          </a:lstStyle>
          <a:p>
            <a:r>
              <a:rPr lang="en-US"/>
              <a:t>Copyright © 2025, Oracle and/or its affiliates |  Confidential: Internal/Restricted/Highly Restricted</a:t>
            </a:r>
            <a:endParaRPr lang="en-US" dirty="0"/>
          </a:p>
        </p:txBody>
      </p:sp>
      <p:sp>
        <p:nvSpPr>
          <p:cNvPr id="6" name="Date Placeholder 3">
            <a:extLst>
              <a:ext uri="{FF2B5EF4-FFF2-40B4-BE49-F238E27FC236}">
                <a16:creationId xmlns:a16="http://schemas.microsoft.com/office/drawing/2014/main" id="{434C0960-AEC7-0B85-1E58-B54E51F0ECD4}"/>
              </a:ext>
            </a:extLst>
          </p:cNvPr>
          <p:cNvSpPr>
            <a:spLocks noGrp="1"/>
          </p:cNvSpPr>
          <p:nvPr>
            <p:ph type="dt" sz="half" idx="41"/>
          </p:nvPr>
        </p:nvSpPr>
        <p:spPr>
          <a:xfrm>
            <a:off x="5154854" y="4819203"/>
            <a:ext cx="2057400" cy="272625"/>
          </a:xfrm>
        </p:spPr>
        <p:txBody>
          <a:bodyPr/>
          <a:lstStyle>
            <a:lvl1pPr>
              <a:defRPr>
                <a:solidFill>
                  <a:srgbClr val="8B8580"/>
                </a:solidFill>
              </a:defRPr>
            </a:lvl1pPr>
          </a:lstStyle>
          <a:p>
            <a:r>
              <a:rPr lang="en-US"/>
              <a:t>[Date]</a:t>
            </a:r>
            <a:endParaRPr lang="en-US" dirty="0"/>
          </a:p>
        </p:txBody>
      </p:sp>
      <p:sp>
        <p:nvSpPr>
          <p:cNvPr id="4" name="Picture Placeholder 17">
            <a:extLst>
              <a:ext uri="{FF2B5EF4-FFF2-40B4-BE49-F238E27FC236}">
                <a16:creationId xmlns:a16="http://schemas.microsoft.com/office/drawing/2014/main" id="{E05D35C0-2DAC-3332-CC0D-3198C85F0FCC}"/>
              </a:ext>
            </a:extLst>
          </p:cNvPr>
          <p:cNvSpPr>
            <a:spLocks noGrp="1"/>
          </p:cNvSpPr>
          <p:nvPr>
            <p:ph type="pic" sz="quarter" idx="11" hasCustomPrompt="1"/>
          </p:nvPr>
        </p:nvSpPr>
        <p:spPr>
          <a:xfrm>
            <a:off x="4572000" y="0"/>
            <a:ext cx="4572000" cy="5143500"/>
          </a:xfrm>
          <a:solidFill>
            <a:schemeClr val="tx1"/>
          </a:solidFill>
        </p:spPr>
        <p:txBody>
          <a:bodyPr lIns="72000" tIns="72000" rIns="0"/>
          <a:lstStyle>
            <a:lvl1pPr algn="ctr">
              <a:defRPr sz="1050" b="0" i="0">
                <a:solidFill>
                  <a:schemeClr val="bg1"/>
                </a:solidFill>
                <a:latin typeface="Oracle Sans Light" panose="020B0403020204020204" pitchFamily="34" charset="0"/>
                <a:cs typeface="Oracle Sans Light" panose="020B0403020204020204" pitchFamily="34" charset="0"/>
              </a:defRPr>
            </a:lvl1pPr>
          </a:lstStyle>
          <a:p>
            <a:r>
              <a:rPr lang="en-US" dirty="0"/>
              <a:t>Click icon to add illustration</a:t>
            </a:r>
          </a:p>
        </p:txBody>
      </p:sp>
      <p:sp>
        <p:nvSpPr>
          <p:cNvPr id="2" name="Title 1">
            <a:extLst>
              <a:ext uri="{FF2B5EF4-FFF2-40B4-BE49-F238E27FC236}">
                <a16:creationId xmlns:a16="http://schemas.microsoft.com/office/drawing/2014/main" id="{EBB5018F-8341-A0A7-3798-BB6D386BF6AE}"/>
              </a:ext>
            </a:extLst>
          </p:cNvPr>
          <p:cNvSpPr>
            <a:spLocks noGrp="1"/>
          </p:cNvSpPr>
          <p:nvPr>
            <p:ph type="title"/>
          </p:nvPr>
        </p:nvSpPr>
        <p:spPr>
          <a:xfrm>
            <a:off x="576657" y="2263140"/>
            <a:ext cx="3446710" cy="617220"/>
          </a:xfrm>
        </p:spPr>
        <p:txBody>
          <a:bodyPr anchor="ctr"/>
          <a:lstStyle>
            <a:lvl1pPr>
              <a:defRPr>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3334744543"/>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Mission Statement">
    <p:spTree>
      <p:nvGrpSpPr>
        <p:cNvPr id="1" name=""/>
        <p:cNvGrpSpPr/>
        <p:nvPr/>
      </p:nvGrpSpPr>
      <p:grpSpPr>
        <a:xfrm>
          <a:off x="0" y="0"/>
          <a:ext cx="0" cy="0"/>
          <a:chOff x="0" y="0"/>
          <a:chExt cx="0" cy="0"/>
        </a:xfrm>
      </p:grpSpPr>
      <p:pic>
        <p:nvPicPr>
          <p:cNvPr id="4" name="Illustration">
            <a:extLst>
              <a:ext uri="{FF2B5EF4-FFF2-40B4-BE49-F238E27FC236}">
                <a16:creationId xmlns:a16="http://schemas.microsoft.com/office/drawing/2014/main" id="{7F6A0B0D-9890-B044-B4D0-946D1FDB962D}"/>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bwMode="invGray">
          <a:xfrm>
            <a:off x="0" y="0"/>
            <a:ext cx="9144000" cy="5143500"/>
          </a:xfrm>
          <a:prstGeom prst="rect">
            <a:avLst/>
          </a:prstGeom>
        </p:spPr>
      </p:pic>
      <p:sp>
        <p:nvSpPr>
          <p:cNvPr id="5" name="TextBox 4">
            <a:extLst>
              <a:ext uri="{FF2B5EF4-FFF2-40B4-BE49-F238E27FC236}">
                <a16:creationId xmlns:a16="http://schemas.microsoft.com/office/drawing/2014/main" id="{1138CAED-6966-416F-96DE-48D3061CAD63}"/>
              </a:ext>
            </a:extLst>
          </p:cNvPr>
          <p:cNvSpPr txBox="1"/>
          <p:nvPr userDrawn="1"/>
        </p:nvSpPr>
        <p:spPr>
          <a:xfrm>
            <a:off x="576657" y="1371601"/>
            <a:ext cx="4805433" cy="1709501"/>
          </a:xfrm>
          <a:prstGeom prst="rect">
            <a:avLst/>
          </a:prstGeom>
        </p:spPr>
        <p:txBody>
          <a:bodyPr vert="horz" lIns="0" tIns="0" rIns="0" bIns="0" rtlCol="0" anchor="b">
            <a:noAutofit/>
          </a:bodyPr>
          <a:lstStyle>
            <a:lvl1pPr>
              <a:lnSpc>
                <a:spcPct val="100000"/>
              </a:lnSpc>
              <a:spcBef>
                <a:spcPct val="0"/>
              </a:spcBef>
              <a:buNone/>
              <a:defRPr lang="en-US" sz="3000" b="0" i="0" baseline="0" dirty="0">
                <a:latin typeface="+mj-lt"/>
                <a:cs typeface="+mj-cs"/>
              </a:defRPr>
            </a:lvl1pPr>
          </a:lstStyle>
          <a:p>
            <a:pPr lvl="0"/>
            <a:r>
              <a:rPr lang="en-US" sz="2250" b="0" i="0" dirty="0">
                <a:latin typeface="Oracle Sans Tab" panose="020B0503020204020204" pitchFamily="34" charset="0"/>
              </a:rPr>
              <a:t>Our mission is to help people see data in new ways, discover insights,</a:t>
            </a:r>
            <a:br>
              <a:rPr lang="en-US" sz="2250" b="0" i="0" dirty="0">
                <a:latin typeface="Oracle Sans Tab" panose="020B0503020204020204" pitchFamily="34" charset="0"/>
              </a:rPr>
            </a:br>
            <a:r>
              <a:rPr lang="en-US" sz="2250" b="0" i="0" dirty="0">
                <a:latin typeface="Oracle Sans Tab" panose="020B0503020204020204" pitchFamily="34" charset="0"/>
              </a:rPr>
              <a:t>unlock endless possibilities.</a:t>
            </a:r>
          </a:p>
        </p:txBody>
      </p:sp>
    </p:spTree>
    <p:extLst>
      <p:ext uri="{BB962C8B-B14F-4D97-AF65-F5344CB8AC3E}">
        <p14:creationId xmlns:p14="http://schemas.microsoft.com/office/powerpoint/2010/main" val="3502868713"/>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p:cSld name="Light - Closing Slide">
    <p:spTree>
      <p:nvGrpSpPr>
        <p:cNvPr id="1" name=""/>
        <p:cNvGrpSpPr/>
        <p:nvPr/>
      </p:nvGrpSpPr>
      <p:grpSpPr>
        <a:xfrm>
          <a:off x="0" y="0"/>
          <a:ext cx="0" cy="0"/>
          <a:chOff x="0" y="0"/>
          <a:chExt cx="0" cy="0"/>
        </a:xfrm>
      </p:grpSpPr>
      <p:pic>
        <p:nvPicPr>
          <p:cNvPr id="2" name="Oracle Logo" descr="Oracle Logo">
            <a:extLst>
              <a:ext uri="{FF2B5EF4-FFF2-40B4-BE49-F238E27FC236}">
                <a16:creationId xmlns:a16="http://schemas.microsoft.com/office/drawing/2014/main" id="{65E5B106-857C-3950-B28D-EF7037F2162A}"/>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invGray">
          <a:xfrm>
            <a:off x="3032876" y="2248725"/>
            <a:ext cx="3078248" cy="646052"/>
          </a:xfrm>
          <a:prstGeom prst="rect">
            <a:avLst/>
          </a:prstGeom>
        </p:spPr>
      </p:pic>
    </p:spTree>
    <p:extLst>
      <p:ext uri="{BB962C8B-B14F-4D97-AF65-F5344CB8AC3E}">
        <p14:creationId xmlns:p14="http://schemas.microsoft.com/office/powerpoint/2010/main" val="2562137220"/>
      </p:ext>
    </p:extLst>
  </p:cSld>
  <p:clrMapOvr>
    <a:masterClrMapping/>
  </p:clrMapOvr>
  <p:transition>
    <p:fade/>
  </p:transition>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p:cSld name="Dark - Closing Slide">
    <p:bg>
      <p:bgRef idx="1001">
        <a:schemeClr val="bg1"/>
      </p:bgRef>
    </p:bg>
    <p:spTree>
      <p:nvGrpSpPr>
        <p:cNvPr id="1" name=""/>
        <p:cNvGrpSpPr/>
        <p:nvPr/>
      </p:nvGrpSpPr>
      <p:grpSpPr>
        <a:xfrm>
          <a:off x="0" y="0"/>
          <a:ext cx="0" cy="0"/>
          <a:chOff x="0" y="0"/>
          <a:chExt cx="0" cy="0"/>
        </a:xfrm>
      </p:grpSpPr>
      <p:pic>
        <p:nvPicPr>
          <p:cNvPr id="4" name="Oracle Logo" descr="Oracle Logo">
            <a:extLst>
              <a:ext uri="{FF2B5EF4-FFF2-40B4-BE49-F238E27FC236}">
                <a16:creationId xmlns:a16="http://schemas.microsoft.com/office/drawing/2014/main" id="{11C3E469-1A28-4EAE-BB94-ADAB90F021AE}"/>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invGray">
          <a:xfrm>
            <a:off x="3032876" y="2248725"/>
            <a:ext cx="3078248" cy="646052"/>
          </a:xfrm>
          <a:prstGeom prst="rect">
            <a:avLst/>
          </a:prstGeom>
        </p:spPr>
      </p:pic>
    </p:spTree>
    <p:extLst>
      <p:ext uri="{BB962C8B-B14F-4D97-AF65-F5344CB8AC3E}">
        <p14:creationId xmlns:p14="http://schemas.microsoft.com/office/powerpoint/2010/main" val="3192313896"/>
      </p:ext>
    </p:extLst>
  </p:cSld>
  <p:clrMapOvr>
    <a:overrideClrMapping bg1="dk1" tx1="lt1" bg2="dk2" tx2="lt2" accent1="accent1" accent2="accent2" accent3="accent3" accent4="accent4" accent5="accent5" accent6="accent6" hlink="hlink" folHlink="folHlink"/>
  </p:clrMapOvr>
  <p:transition>
    <p:fade/>
  </p:transition>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63" Type="http://schemas.openxmlformats.org/officeDocument/2006/relationships/slideLayout" Target="../slideLayouts/slideLayout63.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61" Type="http://schemas.openxmlformats.org/officeDocument/2006/relationships/slideLayout" Target="../slideLayouts/slideLayout6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image" Target="../media/image1.emf"/><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theme" Target="../theme/theme1.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76.xml"/><Relationship Id="rId18" Type="http://schemas.openxmlformats.org/officeDocument/2006/relationships/slideLayout" Target="../slideLayouts/slideLayout81.xml"/><Relationship Id="rId26" Type="http://schemas.openxmlformats.org/officeDocument/2006/relationships/slideLayout" Target="../slideLayouts/slideLayout89.xml"/><Relationship Id="rId39" Type="http://schemas.openxmlformats.org/officeDocument/2006/relationships/slideLayout" Target="../slideLayouts/slideLayout102.xml"/><Relationship Id="rId21" Type="http://schemas.openxmlformats.org/officeDocument/2006/relationships/slideLayout" Target="../slideLayouts/slideLayout84.xml"/><Relationship Id="rId34" Type="http://schemas.openxmlformats.org/officeDocument/2006/relationships/slideLayout" Target="../slideLayouts/slideLayout97.xml"/><Relationship Id="rId42" Type="http://schemas.openxmlformats.org/officeDocument/2006/relationships/slideLayout" Target="../slideLayouts/slideLayout105.xml"/><Relationship Id="rId47" Type="http://schemas.openxmlformats.org/officeDocument/2006/relationships/slideLayout" Target="../slideLayouts/slideLayout110.xml"/><Relationship Id="rId50" Type="http://schemas.openxmlformats.org/officeDocument/2006/relationships/slideLayout" Target="../slideLayouts/slideLayout113.xml"/><Relationship Id="rId55" Type="http://schemas.openxmlformats.org/officeDocument/2006/relationships/slideLayout" Target="../slideLayouts/slideLayout118.xml"/><Relationship Id="rId63" Type="http://schemas.openxmlformats.org/officeDocument/2006/relationships/slideLayout" Target="../slideLayouts/slideLayout126.xml"/><Relationship Id="rId7" Type="http://schemas.openxmlformats.org/officeDocument/2006/relationships/slideLayout" Target="../slideLayouts/slideLayout70.xml"/><Relationship Id="rId2" Type="http://schemas.openxmlformats.org/officeDocument/2006/relationships/slideLayout" Target="../slideLayouts/slideLayout65.xml"/><Relationship Id="rId16" Type="http://schemas.openxmlformats.org/officeDocument/2006/relationships/slideLayout" Target="../slideLayouts/slideLayout79.xml"/><Relationship Id="rId20" Type="http://schemas.openxmlformats.org/officeDocument/2006/relationships/slideLayout" Target="../slideLayouts/slideLayout83.xml"/><Relationship Id="rId29" Type="http://schemas.openxmlformats.org/officeDocument/2006/relationships/slideLayout" Target="../slideLayouts/slideLayout92.xml"/><Relationship Id="rId41" Type="http://schemas.openxmlformats.org/officeDocument/2006/relationships/slideLayout" Target="../slideLayouts/slideLayout104.xml"/><Relationship Id="rId54" Type="http://schemas.openxmlformats.org/officeDocument/2006/relationships/slideLayout" Target="../slideLayouts/slideLayout117.xml"/><Relationship Id="rId62" Type="http://schemas.openxmlformats.org/officeDocument/2006/relationships/slideLayout" Target="../slideLayouts/slideLayout125.xml"/><Relationship Id="rId1" Type="http://schemas.openxmlformats.org/officeDocument/2006/relationships/slideLayout" Target="../slideLayouts/slideLayout64.xml"/><Relationship Id="rId6" Type="http://schemas.openxmlformats.org/officeDocument/2006/relationships/slideLayout" Target="../slideLayouts/slideLayout69.xml"/><Relationship Id="rId11" Type="http://schemas.openxmlformats.org/officeDocument/2006/relationships/slideLayout" Target="../slideLayouts/slideLayout74.xml"/><Relationship Id="rId24" Type="http://schemas.openxmlformats.org/officeDocument/2006/relationships/slideLayout" Target="../slideLayouts/slideLayout87.xml"/><Relationship Id="rId32" Type="http://schemas.openxmlformats.org/officeDocument/2006/relationships/slideLayout" Target="../slideLayouts/slideLayout95.xml"/><Relationship Id="rId37" Type="http://schemas.openxmlformats.org/officeDocument/2006/relationships/slideLayout" Target="../slideLayouts/slideLayout100.xml"/><Relationship Id="rId40" Type="http://schemas.openxmlformats.org/officeDocument/2006/relationships/slideLayout" Target="../slideLayouts/slideLayout103.xml"/><Relationship Id="rId45" Type="http://schemas.openxmlformats.org/officeDocument/2006/relationships/slideLayout" Target="../slideLayouts/slideLayout108.xml"/><Relationship Id="rId53" Type="http://schemas.openxmlformats.org/officeDocument/2006/relationships/slideLayout" Target="../slideLayouts/slideLayout116.xml"/><Relationship Id="rId58" Type="http://schemas.openxmlformats.org/officeDocument/2006/relationships/slideLayout" Target="../slideLayouts/slideLayout121.xml"/><Relationship Id="rId5" Type="http://schemas.openxmlformats.org/officeDocument/2006/relationships/slideLayout" Target="../slideLayouts/slideLayout68.xml"/><Relationship Id="rId15" Type="http://schemas.openxmlformats.org/officeDocument/2006/relationships/slideLayout" Target="../slideLayouts/slideLayout78.xml"/><Relationship Id="rId23" Type="http://schemas.openxmlformats.org/officeDocument/2006/relationships/slideLayout" Target="../slideLayouts/slideLayout86.xml"/><Relationship Id="rId28" Type="http://schemas.openxmlformats.org/officeDocument/2006/relationships/slideLayout" Target="../slideLayouts/slideLayout91.xml"/><Relationship Id="rId36" Type="http://schemas.openxmlformats.org/officeDocument/2006/relationships/slideLayout" Target="../slideLayouts/slideLayout99.xml"/><Relationship Id="rId49" Type="http://schemas.openxmlformats.org/officeDocument/2006/relationships/slideLayout" Target="../slideLayouts/slideLayout112.xml"/><Relationship Id="rId57" Type="http://schemas.openxmlformats.org/officeDocument/2006/relationships/slideLayout" Target="../slideLayouts/slideLayout120.xml"/><Relationship Id="rId61" Type="http://schemas.openxmlformats.org/officeDocument/2006/relationships/slideLayout" Target="../slideLayouts/slideLayout124.xml"/><Relationship Id="rId10" Type="http://schemas.openxmlformats.org/officeDocument/2006/relationships/slideLayout" Target="../slideLayouts/slideLayout73.xml"/><Relationship Id="rId19" Type="http://schemas.openxmlformats.org/officeDocument/2006/relationships/slideLayout" Target="../slideLayouts/slideLayout82.xml"/><Relationship Id="rId31" Type="http://schemas.openxmlformats.org/officeDocument/2006/relationships/slideLayout" Target="../slideLayouts/slideLayout94.xml"/><Relationship Id="rId44" Type="http://schemas.openxmlformats.org/officeDocument/2006/relationships/slideLayout" Target="../slideLayouts/slideLayout107.xml"/><Relationship Id="rId52" Type="http://schemas.openxmlformats.org/officeDocument/2006/relationships/slideLayout" Target="../slideLayouts/slideLayout115.xml"/><Relationship Id="rId60" Type="http://schemas.openxmlformats.org/officeDocument/2006/relationships/slideLayout" Target="../slideLayouts/slideLayout123.xml"/><Relationship Id="rId65" Type="http://schemas.openxmlformats.org/officeDocument/2006/relationships/image" Target="../media/image1.emf"/><Relationship Id="rId4" Type="http://schemas.openxmlformats.org/officeDocument/2006/relationships/slideLayout" Target="../slideLayouts/slideLayout67.xml"/><Relationship Id="rId9" Type="http://schemas.openxmlformats.org/officeDocument/2006/relationships/slideLayout" Target="../slideLayouts/slideLayout72.xml"/><Relationship Id="rId14" Type="http://schemas.openxmlformats.org/officeDocument/2006/relationships/slideLayout" Target="../slideLayouts/slideLayout77.xml"/><Relationship Id="rId22" Type="http://schemas.openxmlformats.org/officeDocument/2006/relationships/slideLayout" Target="../slideLayouts/slideLayout85.xml"/><Relationship Id="rId27" Type="http://schemas.openxmlformats.org/officeDocument/2006/relationships/slideLayout" Target="../slideLayouts/slideLayout90.xml"/><Relationship Id="rId30" Type="http://schemas.openxmlformats.org/officeDocument/2006/relationships/slideLayout" Target="../slideLayouts/slideLayout93.xml"/><Relationship Id="rId35" Type="http://schemas.openxmlformats.org/officeDocument/2006/relationships/slideLayout" Target="../slideLayouts/slideLayout98.xml"/><Relationship Id="rId43" Type="http://schemas.openxmlformats.org/officeDocument/2006/relationships/slideLayout" Target="../slideLayouts/slideLayout106.xml"/><Relationship Id="rId48" Type="http://schemas.openxmlformats.org/officeDocument/2006/relationships/slideLayout" Target="../slideLayouts/slideLayout111.xml"/><Relationship Id="rId56" Type="http://schemas.openxmlformats.org/officeDocument/2006/relationships/slideLayout" Target="../slideLayouts/slideLayout119.xml"/><Relationship Id="rId64" Type="http://schemas.openxmlformats.org/officeDocument/2006/relationships/theme" Target="../theme/theme2.xml"/><Relationship Id="rId8" Type="http://schemas.openxmlformats.org/officeDocument/2006/relationships/slideLayout" Target="../slideLayouts/slideLayout71.xml"/><Relationship Id="rId51" Type="http://schemas.openxmlformats.org/officeDocument/2006/relationships/slideLayout" Target="../slideLayouts/slideLayout114.xml"/><Relationship Id="rId3" Type="http://schemas.openxmlformats.org/officeDocument/2006/relationships/slideLayout" Target="../slideLayouts/slideLayout66.xml"/><Relationship Id="rId12" Type="http://schemas.openxmlformats.org/officeDocument/2006/relationships/slideLayout" Target="../slideLayouts/slideLayout75.xml"/><Relationship Id="rId17" Type="http://schemas.openxmlformats.org/officeDocument/2006/relationships/slideLayout" Target="../slideLayouts/slideLayout80.xml"/><Relationship Id="rId25" Type="http://schemas.openxmlformats.org/officeDocument/2006/relationships/slideLayout" Target="../slideLayouts/slideLayout88.xml"/><Relationship Id="rId33" Type="http://schemas.openxmlformats.org/officeDocument/2006/relationships/slideLayout" Target="../slideLayouts/slideLayout96.xml"/><Relationship Id="rId38" Type="http://schemas.openxmlformats.org/officeDocument/2006/relationships/slideLayout" Target="../slideLayouts/slideLayout101.xml"/><Relationship Id="rId46" Type="http://schemas.openxmlformats.org/officeDocument/2006/relationships/slideLayout" Target="../slideLayouts/slideLayout109.xml"/><Relationship Id="rId59" Type="http://schemas.openxmlformats.org/officeDocument/2006/relationships/slideLayout" Target="../slideLayouts/slideLayout1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8A70F255-3C2A-4AC7-8935-184146E3B6D6}"/>
              </a:ext>
            </a:extLst>
          </p:cNvPr>
          <p:cNvSpPr>
            <a:spLocks noGrp="1"/>
          </p:cNvSpPr>
          <p:nvPr>
            <p:ph type="title"/>
          </p:nvPr>
        </p:nvSpPr>
        <p:spPr>
          <a:xfrm>
            <a:off x="576656" y="136802"/>
            <a:ext cx="8003286" cy="617220"/>
          </a:xfrm>
          <a:prstGeom prst="rect">
            <a:avLst/>
          </a:prstGeom>
        </p:spPr>
        <p:txBody>
          <a:bodyPr vert="horz" lIns="0" tIns="0" rIns="0" bIns="0" rtlCol="0" anchor="b">
            <a:noAutofit/>
          </a:bodyPr>
          <a:lstStyle/>
          <a:p>
            <a:pPr marL="0" lvl="0" indent="0">
              <a:spcBef>
                <a:spcPts val="750"/>
              </a:spcBef>
              <a:buFont typeface="Arial" panose="020B0604020202020204" pitchFamily="34" charset="0"/>
            </a:pPr>
            <a:r>
              <a:rPr lang="en-US" dirty="0"/>
              <a:t>Title</a:t>
            </a:r>
          </a:p>
        </p:txBody>
      </p:sp>
      <p:sp>
        <p:nvSpPr>
          <p:cNvPr id="4" name="Text Field">
            <a:extLst>
              <a:ext uri="{FF2B5EF4-FFF2-40B4-BE49-F238E27FC236}">
                <a16:creationId xmlns:a16="http://schemas.microsoft.com/office/drawing/2014/main" id="{E46619B6-A626-4CDA-96E2-B94F4637C628}"/>
              </a:ext>
            </a:extLst>
          </p:cNvPr>
          <p:cNvSpPr>
            <a:spLocks noGrp="1"/>
          </p:cNvSpPr>
          <p:nvPr>
            <p:ph type="body" idx="1"/>
          </p:nvPr>
        </p:nvSpPr>
        <p:spPr>
          <a:xfrm>
            <a:off x="576656" y="1200150"/>
            <a:ext cx="8003286" cy="3386138"/>
          </a:xfrm>
          <a:prstGeom prst="rect">
            <a:avLst/>
          </a:prstGeom>
          <a:noFill/>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Slide Number">
            <a:extLst>
              <a:ext uri="{FF2B5EF4-FFF2-40B4-BE49-F238E27FC236}">
                <a16:creationId xmlns:a16="http://schemas.microsoft.com/office/drawing/2014/main" id="{08A3F6CD-49F4-D74B-8C7F-D6CA71EFB13B}"/>
              </a:ext>
            </a:extLst>
          </p:cNvPr>
          <p:cNvSpPr>
            <a:spLocks noGrp="1"/>
          </p:cNvSpPr>
          <p:nvPr>
            <p:ph type="sldNum" sz="quarter" idx="4"/>
          </p:nvPr>
        </p:nvSpPr>
        <p:spPr>
          <a:xfrm>
            <a:off x="571500" y="4817745"/>
            <a:ext cx="274320" cy="274320"/>
          </a:xfrm>
          <a:prstGeom prst="rect">
            <a:avLst/>
          </a:prstGeom>
        </p:spPr>
        <p:txBody>
          <a:bodyPr vert="horz" lIns="0" tIns="0" rIns="0" bIns="0" rtlCol="0" anchor="ctr"/>
          <a:lstStyle>
            <a:lvl1pPr algn="l">
              <a:defRPr sz="675">
                <a:solidFill>
                  <a:srgbClr val="8B8580"/>
                </a:solidFill>
              </a:defRPr>
            </a:lvl1pPr>
          </a:lstStyle>
          <a:p>
            <a:fld id="{345D60D9-5372-5F40-9443-0F9AE5BDC3C8}" type="slidenum">
              <a:rPr lang="en-US" smtClean="0"/>
              <a:pPr/>
              <a:t>‹#›</a:t>
            </a:fld>
            <a:endParaRPr lang="en-US" dirty="0"/>
          </a:p>
        </p:txBody>
      </p:sp>
      <p:sp>
        <p:nvSpPr>
          <p:cNvPr id="18" name="Footer">
            <a:extLst>
              <a:ext uri="{FF2B5EF4-FFF2-40B4-BE49-F238E27FC236}">
                <a16:creationId xmlns:a16="http://schemas.microsoft.com/office/drawing/2014/main" id="{8E003242-6B91-1949-A5CA-15BA57A045C9}"/>
              </a:ext>
            </a:extLst>
          </p:cNvPr>
          <p:cNvSpPr>
            <a:spLocks noGrp="1"/>
          </p:cNvSpPr>
          <p:nvPr>
            <p:ph type="ftr" sz="quarter" idx="3"/>
          </p:nvPr>
        </p:nvSpPr>
        <p:spPr>
          <a:xfrm>
            <a:off x="845820" y="4817984"/>
            <a:ext cx="4309034" cy="273844"/>
          </a:xfrm>
          <a:prstGeom prst="rect">
            <a:avLst/>
          </a:prstGeom>
        </p:spPr>
        <p:txBody>
          <a:bodyPr vert="horz" lIns="0" tIns="0" rIns="0" bIns="0" rtlCol="0" anchor="ctr"/>
          <a:lstStyle>
            <a:lvl1pPr algn="l">
              <a:defRPr sz="675">
                <a:solidFill>
                  <a:srgbClr val="8B8580"/>
                </a:solidFill>
              </a:defRPr>
            </a:lvl1pPr>
          </a:lstStyle>
          <a:p>
            <a:r>
              <a:rPr lang="en-US"/>
              <a:t>Copyright © 2025, Oracle and/or its affiliates |  Confidential: Internal/Restricted/Highly Restricted</a:t>
            </a:r>
            <a:endParaRPr lang="en-US" dirty="0"/>
          </a:p>
        </p:txBody>
      </p:sp>
      <p:sp>
        <p:nvSpPr>
          <p:cNvPr id="20" name="Date">
            <a:extLst>
              <a:ext uri="{FF2B5EF4-FFF2-40B4-BE49-F238E27FC236}">
                <a16:creationId xmlns:a16="http://schemas.microsoft.com/office/drawing/2014/main" id="{65BA88F5-EF53-415B-8446-19188BE675D3}"/>
              </a:ext>
            </a:extLst>
          </p:cNvPr>
          <p:cNvSpPr>
            <a:spLocks noGrp="1"/>
          </p:cNvSpPr>
          <p:nvPr>
            <p:ph type="dt" sz="half" idx="2"/>
          </p:nvPr>
        </p:nvSpPr>
        <p:spPr>
          <a:xfrm>
            <a:off x="5154854" y="4819203"/>
            <a:ext cx="2057400" cy="272625"/>
          </a:xfrm>
          <a:prstGeom prst="rect">
            <a:avLst/>
          </a:prstGeom>
        </p:spPr>
        <p:txBody>
          <a:bodyPr vert="horz" lIns="0" tIns="0" rIns="0" bIns="0" rtlCol="0" anchor="ctr"/>
          <a:lstStyle>
            <a:lvl1pPr>
              <a:defRPr lang="en-US" sz="675" smtClean="0">
                <a:solidFill>
                  <a:srgbClr val="8B8580"/>
                </a:solidFill>
              </a:defRPr>
            </a:lvl1pPr>
          </a:lstStyle>
          <a:p>
            <a:r>
              <a:rPr lang="en-US"/>
              <a:t>[Date]</a:t>
            </a:r>
            <a:endParaRPr lang="en-US" dirty="0"/>
          </a:p>
        </p:txBody>
      </p:sp>
      <p:pic>
        <p:nvPicPr>
          <p:cNvPr id="3" name="OTag" descr="A small square in Oracle Red with the Oracle logo in the center in white">
            <a:extLst>
              <a:ext uri="{FF2B5EF4-FFF2-40B4-BE49-F238E27FC236}">
                <a16:creationId xmlns:a16="http://schemas.microsoft.com/office/drawing/2014/main" id="{775A8D6B-AAED-949C-F702-A8E8C8F069BA}"/>
              </a:ext>
              <a:ext uri="{C183D7F6-B498-43B3-948B-1728B52AA6E4}">
                <adec:decorative xmlns:adec="http://schemas.microsoft.com/office/drawing/2017/decorative" val="0"/>
              </a:ext>
            </a:extLst>
          </p:cNvPr>
          <p:cNvPicPr>
            <a:picLocks noChangeAspect="1"/>
          </p:cNvPicPr>
          <p:nvPr userDrawn="1"/>
        </p:nvPicPr>
        <p:blipFill>
          <a:blip r:embed="rId65" cstate="email">
            <a:extLst>
              <a:ext uri="{28A0092B-C50C-407E-A947-70E740481C1C}">
                <a14:useLocalDpi xmlns:a14="http://schemas.microsoft.com/office/drawing/2010/main"/>
              </a:ext>
            </a:extLst>
          </a:blip>
          <a:stretch>
            <a:fillRect/>
          </a:stretch>
        </p:blipFill>
        <p:spPr>
          <a:xfrm>
            <a:off x="8554212" y="4848606"/>
            <a:ext cx="294894" cy="294894"/>
          </a:xfrm>
          <a:prstGeom prst="rect">
            <a:avLst/>
          </a:prstGeom>
        </p:spPr>
      </p:pic>
    </p:spTree>
    <p:extLst>
      <p:ext uri="{BB962C8B-B14F-4D97-AF65-F5344CB8AC3E}">
        <p14:creationId xmlns:p14="http://schemas.microsoft.com/office/powerpoint/2010/main" val="503062333"/>
      </p:ext>
    </p:extLst>
  </p:cSld>
  <p:clrMap bg1="lt1" tx1="dk1" bg2="lt2" tx2="dk2" accent1="accent1" accent2="accent2" accent3="accent3" accent4="accent4" accent5="accent5" accent6="accent6" hlink="hlink" folHlink="folHlink"/>
  <p:sldLayoutIdLst>
    <p:sldLayoutId id="2147484331" r:id="rId1"/>
    <p:sldLayoutId id="2147484332" r:id="rId2"/>
    <p:sldLayoutId id="2147484333" r:id="rId3"/>
    <p:sldLayoutId id="2147484334" r:id="rId4"/>
    <p:sldLayoutId id="2147484335" r:id="rId5"/>
    <p:sldLayoutId id="2147484336" r:id="rId6"/>
    <p:sldLayoutId id="2147484337" r:id="rId7"/>
    <p:sldLayoutId id="2147484338" r:id="rId8"/>
    <p:sldLayoutId id="2147484339" r:id="rId9"/>
    <p:sldLayoutId id="2147484340" r:id="rId10"/>
    <p:sldLayoutId id="2147484341" r:id="rId11"/>
    <p:sldLayoutId id="2147484342" r:id="rId12"/>
    <p:sldLayoutId id="2147484344" r:id="rId13"/>
    <p:sldLayoutId id="2147484345" r:id="rId14"/>
    <p:sldLayoutId id="2147484346" r:id="rId15"/>
    <p:sldLayoutId id="2147484347" r:id="rId16"/>
    <p:sldLayoutId id="2147484348" r:id="rId17"/>
    <p:sldLayoutId id="2147484349" r:id="rId18"/>
    <p:sldLayoutId id="2147484350" r:id="rId19"/>
    <p:sldLayoutId id="2147484351" r:id="rId20"/>
    <p:sldLayoutId id="2147484352" r:id="rId21"/>
    <p:sldLayoutId id="2147484353" r:id="rId22"/>
    <p:sldLayoutId id="2147484354" r:id="rId23"/>
    <p:sldLayoutId id="2147484355" r:id="rId24"/>
    <p:sldLayoutId id="2147484356" r:id="rId25"/>
    <p:sldLayoutId id="2147484357" r:id="rId26"/>
    <p:sldLayoutId id="2147484358" r:id="rId27"/>
    <p:sldLayoutId id="2147484359" r:id="rId28"/>
    <p:sldLayoutId id="2147484360" r:id="rId29"/>
    <p:sldLayoutId id="2147484361" r:id="rId30"/>
    <p:sldLayoutId id="2147484362" r:id="rId31"/>
    <p:sldLayoutId id="2147484363" r:id="rId32"/>
    <p:sldLayoutId id="2147484364" r:id="rId33"/>
    <p:sldLayoutId id="2147484365" r:id="rId34"/>
    <p:sldLayoutId id="2147484366" r:id="rId35"/>
    <p:sldLayoutId id="2147484367" r:id="rId36"/>
    <p:sldLayoutId id="2147484368" r:id="rId37"/>
    <p:sldLayoutId id="2147484369" r:id="rId38"/>
    <p:sldLayoutId id="2147484370" r:id="rId39"/>
    <p:sldLayoutId id="2147484371" r:id="rId40"/>
    <p:sldLayoutId id="2147484372" r:id="rId41"/>
    <p:sldLayoutId id="2147484373" r:id="rId42"/>
    <p:sldLayoutId id="2147484374" r:id="rId43"/>
    <p:sldLayoutId id="2147484375" r:id="rId44"/>
    <p:sldLayoutId id="2147484376" r:id="rId45"/>
    <p:sldLayoutId id="2147484377" r:id="rId46"/>
    <p:sldLayoutId id="2147484378" r:id="rId47"/>
    <p:sldLayoutId id="2147484379" r:id="rId48"/>
    <p:sldLayoutId id="2147484380" r:id="rId49"/>
    <p:sldLayoutId id="2147484381" r:id="rId50"/>
    <p:sldLayoutId id="2147484382" r:id="rId51"/>
    <p:sldLayoutId id="2147484383" r:id="rId52"/>
    <p:sldLayoutId id="2147484384" r:id="rId53"/>
    <p:sldLayoutId id="2147484385" r:id="rId54"/>
    <p:sldLayoutId id="2147484386" r:id="rId55"/>
    <p:sldLayoutId id="2147484387" r:id="rId56"/>
    <p:sldLayoutId id="2147484388" r:id="rId57"/>
    <p:sldLayoutId id="2147484390" r:id="rId58"/>
    <p:sldLayoutId id="2147484391" r:id="rId59"/>
    <p:sldLayoutId id="2147484392" r:id="rId60"/>
    <p:sldLayoutId id="2147484393" r:id="rId61"/>
    <p:sldLayoutId id="2147484394" r:id="rId62"/>
    <p:sldLayoutId id="2147484396" r:id="rId63"/>
  </p:sldLayoutIdLst>
  <p:transition>
    <p:fade/>
  </p:transition>
  <p:hf hdr="0" dt="0"/>
  <p:txStyles>
    <p:titleStyle>
      <a:lvl1pPr algn="l" defTabSz="685800" rtl="0" eaLnBrk="1" latinLnBrk="0" hangingPunct="1">
        <a:lnSpc>
          <a:spcPct val="95000"/>
        </a:lnSpc>
        <a:spcBef>
          <a:spcPct val="0"/>
        </a:spcBef>
        <a:buNone/>
        <a:defRPr lang="en-US" sz="1800" b="1" i="0" kern="1200" baseline="0" dirty="0">
          <a:solidFill>
            <a:schemeClr val="tx1"/>
          </a:solidFill>
          <a:latin typeface="+mn-lt"/>
          <a:ea typeface="+mn-ea"/>
          <a:cs typeface="+mj-cs"/>
        </a:defRPr>
      </a:lvl1pPr>
    </p:titleStyle>
    <p:bodyStyle>
      <a:lvl1pPr marL="0" marR="0" indent="0" algn="l" defTabSz="685800" rtl="0" eaLnBrk="1" fontAlgn="auto" latinLnBrk="0" hangingPunct="1">
        <a:lnSpc>
          <a:spcPct val="95000"/>
        </a:lnSpc>
        <a:spcBef>
          <a:spcPts val="450"/>
        </a:spcBef>
        <a:spcAft>
          <a:spcPts val="0"/>
        </a:spcAft>
        <a:buClrTx/>
        <a:buSzTx/>
        <a:buFont typeface="System Font Regular"/>
        <a:buNone/>
        <a:tabLst/>
        <a:defRPr sz="1350" b="0" i="0" kern="1200">
          <a:solidFill>
            <a:schemeClr val="tx1"/>
          </a:solidFill>
          <a:latin typeface="+mn-lt"/>
          <a:ea typeface="+mn-ea"/>
          <a:cs typeface="Oracle Sans Tab Light" panose="020B0403020204020204"/>
        </a:defRPr>
      </a:lvl1pPr>
      <a:lvl2pPr marL="274320" marR="0" indent="-137160" algn="l" defTabSz="685800" rtl="0" eaLnBrk="1" fontAlgn="auto" latinLnBrk="0" hangingPunct="1">
        <a:lnSpc>
          <a:spcPct val="95000"/>
        </a:lnSpc>
        <a:spcBef>
          <a:spcPts val="450"/>
        </a:spcBef>
        <a:spcAft>
          <a:spcPts val="0"/>
        </a:spcAft>
        <a:buClrTx/>
        <a:buSzPct val="100000"/>
        <a:buFont typeface="Arial" panose="020B0604020202020204" pitchFamily="34" charset="0"/>
        <a:buChar char="•"/>
        <a:tabLst/>
        <a:defRPr sz="1350" b="0" i="0" kern="1200">
          <a:solidFill>
            <a:schemeClr val="tx1"/>
          </a:solidFill>
          <a:latin typeface="+mn-lt"/>
          <a:ea typeface="+mn-ea"/>
          <a:cs typeface="Oracle Sans Tab Light" panose="020B0403020204020204"/>
        </a:defRPr>
      </a:lvl2pPr>
      <a:lvl3pPr marL="410766" marR="0" indent="-136922" algn="l" defTabSz="685800" rtl="0" eaLnBrk="1" fontAlgn="auto" latinLnBrk="0" hangingPunct="1">
        <a:lnSpc>
          <a:spcPct val="95000"/>
        </a:lnSpc>
        <a:spcBef>
          <a:spcPts val="300"/>
        </a:spcBef>
        <a:spcAft>
          <a:spcPts val="0"/>
        </a:spcAft>
        <a:buClrTx/>
        <a:buSzPct val="100000"/>
        <a:buFont typeface="Arial" panose="020B0604020202020204" pitchFamily="34" charset="0"/>
        <a:buChar char="•"/>
        <a:tabLst/>
        <a:defRPr sz="1200" kern="1200">
          <a:solidFill>
            <a:schemeClr val="tx1"/>
          </a:solidFill>
          <a:latin typeface="Oracle Sans Tab Light" panose="020B0403020204020204"/>
          <a:ea typeface="+mn-ea"/>
          <a:cs typeface="Oracle Sans Tab Light" panose="020B0403020204020204"/>
        </a:defRPr>
      </a:lvl3pPr>
      <a:lvl4pPr marL="547688" marR="0" indent="-136922" algn="l" defTabSz="685800" rtl="0" eaLnBrk="1" fontAlgn="auto" latinLnBrk="0" hangingPunct="1">
        <a:lnSpc>
          <a:spcPct val="95000"/>
        </a:lnSpc>
        <a:spcBef>
          <a:spcPts val="300"/>
        </a:spcBef>
        <a:spcAft>
          <a:spcPts val="0"/>
        </a:spcAft>
        <a:buClrTx/>
        <a:buSzPct val="100000"/>
        <a:buFont typeface="Arial" panose="020B0604020202020204" pitchFamily="34" charset="0"/>
        <a:buChar char="•"/>
        <a:tabLst/>
        <a:defRPr sz="1050" kern="1200">
          <a:solidFill>
            <a:schemeClr val="tx1"/>
          </a:solidFill>
          <a:latin typeface="Oracle Sans Tab Light" panose="020B0403020204020204"/>
          <a:ea typeface="+mn-ea"/>
          <a:cs typeface="Oracle Sans Tab Light" panose="020B0403020204020204"/>
        </a:defRPr>
      </a:lvl4pPr>
      <a:lvl5pPr marL="685800" marR="0" indent="-137160" algn="l" defTabSz="685800" rtl="0" eaLnBrk="1" fontAlgn="auto" latinLnBrk="0" hangingPunct="1">
        <a:lnSpc>
          <a:spcPct val="95000"/>
        </a:lnSpc>
        <a:spcBef>
          <a:spcPts val="300"/>
        </a:spcBef>
        <a:spcAft>
          <a:spcPts val="0"/>
        </a:spcAft>
        <a:buClrTx/>
        <a:buSzTx/>
        <a:buFont typeface="Oracle Sans Tab Light" panose="020B0403020204020204" pitchFamily="34" charset="0"/>
        <a:buChar char="•"/>
        <a:tabLst/>
        <a:defRPr sz="900" kern="1200">
          <a:solidFill>
            <a:schemeClr val="tx1"/>
          </a:solidFill>
          <a:latin typeface="Oracle Sans Tab Light" panose="020B0403020204020204"/>
          <a:ea typeface="+mn-ea"/>
          <a:cs typeface="Oracle Sans Tab Light" panose="020B0403020204020204"/>
        </a:defRPr>
      </a:lvl5pPr>
      <a:lvl6pPr marL="822960" indent="-137160" algn="l" defTabSz="685800" rtl="0" eaLnBrk="1" latinLnBrk="0" hangingPunct="1">
        <a:lnSpc>
          <a:spcPct val="95000"/>
        </a:lnSpc>
        <a:spcBef>
          <a:spcPts val="300"/>
        </a:spcBef>
        <a:spcAft>
          <a:spcPts val="0"/>
        </a:spcAft>
        <a:buSzPct val="100000"/>
        <a:buFont typeface="Arial" panose="020B0604020202020204" pitchFamily="34" charset="0"/>
        <a:buChar char="•"/>
        <a:defRPr sz="900" b="0" i="0" kern="1200">
          <a:solidFill>
            <a:schemeClr val="tx1"/>
          </a:solidFill>
          <a:latin typeface="Oracle Sans Light" panose="020B0403020204020204" pitchFamily="34" charset="0"/>
          <a:ea typeface="+mn-ea"/>
          <a:cs typeface="Oracle Sans Light" panose="020B0403020204020204" pitchFamily="34" charset="0"/>
        </a:defRPr>
      </a:lvl6pPr>
      <a:lvl7pPr marL="960120" indent="-137160" algn="l" defTabSz="685800" rtl="0" eaLnBrk="1" latinLnBrk="0" hangingPunct="1">
        <a:lnSpc>
          <a:spcPct val="95000"/>
        </a:lnSpc>
        <a:spcBef>
          <a:spcPts val="300"/>
        </a:spcBef>
        <a:spcAft>
          <a:spcPts val="0"/>
        </a:spcAft>
        <a:buFont typeface="Arial" panose="020B0604020202020204" pitchFamily="34" charset="0"/>
        <a:buChar char="•"/>
        <a:defRPr sz="900" b="0" i="0" kern="1200">
          <a:solidFill>
            <a:schemeClr val="tx1"/>
          </a:solidFill>
          <a:latin typeface="Oracle Sans Light" panose="020B0403020204020204" pitchFamily="34" charset="0"/>
          <a:ea typeface="+mn-ea"/>
          <a:cs typeface="Oracle Sans Light" panose="020B0403020204020204" pitchFamily="34" charset="0"/>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orient="horz" pos="1008">
          <p15:clr>
            <a:srgbClr val="5ACBF0"/>
          </p15:clr>
        </p15:guide>
        <p15:guide id="4" orient="horz" pos="3852">
          <p15:clr>
            <a:srgbClr val="F26B43"/>
          </p15:clr>
        </p15:guide>
        <p15:guide id="5" pos="480">
          <p15:clr>
            <a:srgbClr val="F26B43"/>
          </p15:clr>
        </p15:guide>
        <p15:guide id="6" orient="horz" pos="795">
          <p15:clr>
            <a:srgbClr val="F26B43"/>
          </p15:clr>
        </p15:guide>
        <p15:guide id="7" orient="horz" pos="590">
          <p15:clr>
            <a:srgbClr val="F26B43"/>
          </p15:clr>
        </p15:guide>
        <p15:guide id="8" pos="7212">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8A70F255-3C2A-4AC7-8935-184146E3B6D6}"/>
              </a:ext>
            </a:extLst>
          </p:cNvPr>
          <p:cNvSpPr>
            <a:spLocks noGrp="1"/>
          </p:cNvSpPr>
          <p:nvPr>
            <p:ph type="title"/>
          </p:nvPr>
        </p:nvSpPr>
        <p:spPr>
          <a:xfrm>
            <a:off x="576656" y="136802"/>
            <a:ext cx="8003286" cy="617220"/>
          </a:xfrm>
          <a:prstGeom prst="rect">
            <a:avLst/>
          </a:prstGeom>
        </p:spPr>
        <p:txBody>
          <a:bodyPr vert="horz" lIns="0" tIns="0" rIns="0" bIns="0" rtlCol="0" anchor="b">
            <a:noAutofit/>
          </a:bodyPr>
          <a:lstStyle/>
          <a:p>
            <a:pPr marL="0" lvl="0" indent="0">
              <a:spcBef>
                <a:spcPts val="750"/>
              </a:spcBef>
              <a:buFont typeface="Arial" panose="020B0604020202020204" pitchFamily="34" charset="0"/>
            </a:pPr>
            <a:r>
              <a:rPr lang="en-US" dirty="0"/>
              <a:t>Title</a:t>
            </a:r>
          </a:p>
        </p:txBody>
      </p:sp>
      <p:sp>
        <p:nvSpPr>
          <p:cNvPr id="4" name="Text Field">
            <a:extLst>
              <a:ext uri="{FF2B5EF4-FFF2-40B4-BE49-F238E27FC236}">
                <a16:creationId xmlns:a16="http://schemas.microsoft.com/office/drawing/2014/main" id="{E46619B6-A626-4CDA-96E2-B94F4637C628}"/>
              </a:ext>
            </a:extLst>
          </p:cNvPr>
          <p:cNvSpPr>
            <a:spLocks noGrp="1"/>
          </p:cNvSpPr>
          <p:nvPr>
            <p:ph type="body" idx="1"/>
          </p:nvPr>
        </p:nvSpPr>
        <p:spPr>
          <a:xfrm>
            <a:off x="576656" y="1200150"/>
            <a:ext cx="8003286" cy="3386138"/>
          </a:xfrm>
          <a:prstGeom prst="rect">
            <a:avLst/>
          </a:prstGeom>
          <a:noFill/>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Slide Number">
            <a:extLst>
              <a:ext uri="{FF2B5EF4-FFF2-40B4-BE49-F238E27FC236}">
                <a16:creationId xmlns:a16="http://schemas.microsoft.com/office/drawing/2014/main" id="{08A3F6CD-49F4-D74B-8C7F-D6CA71EFB13B}"/>
              </a:ext>
            </a:extLst>
          </p:cNvPr>
          <p:cNvSpPr>
            <a:spLocks noGrp="1"/>
          </p:cNvSpPr>
          <p:nvPr>
            <p:ph type="sldNum" sz="quarter" idx="4"/>
          </p:nvPr>
        </p:nvSpPr>
        <p:spPr>
          <a:xfrm>
            <a:off x="571500" y="4817745"/>
            <a:ext cx="274320" cy="274320"/>
          </a:xfrm>
          <a:prstGeom prst="rect">
            <a:avLst/>
          </a:prstGeom>
        </p:spPr>
        <p:txBody>
          <a:bodyPr vert="horz" lIns="0" tIns="0" rIns="0" bIns="0" rtlCol="0" anchor="ctr"/>
          <a:lstStyle>
            <a:lvl1pPr algn="l">
              <a:defRPr sz="675">
                <a:solidFill>
                  <a:srgbClr val="8B8580"/>
                </a:solidFill>
              </a:defRPr>
            </a:lvl1pPr>
          </a:lstStyle>
          <a:p>
            <a:fld id="{345D60D9-5372-5F40-9443-0F9AE5BDC3C8}" type="slidenum">
              <a:rPr lang="en-US" smtClean="0"/>
              <a:pPr/>
              <a:t>‹#›</a:t>
            </a:fld>
            <a:endParaRPr lang="en-US" dirty="0"/>
          </a:p>
        </p:txBody>
      </p:sp>
      <p:sp>
        <p:nvSpPr>
          <p:cNvPr id="18" name="Footer">
            <a:extLst>
              <a:ext uri="{FF2B5EF4-FFF2-40B4-BE49-F238E27FC236}">
                <a16:creationId xmlns:a16="http://schemas.microsoft.com/office/drawing/2014/main" id="{8E003242-6B91-1949-A5CA-15BA57A045C9}"/>
              </a:ext>
            </a:extLst>
          </p:cNvPr>
          <p:cNvSpPr>
            <a:spLocks noGrp="1"/>
          </p:cNvSpPr>
          <p:nvPr>
            <p:ph type="ftr" sz="quarter" idx="3"/>
          </p:nvPr>
        </p:nvSpPr>
        <p:spPr>
          <a:xfrm>
            <a:off x="845820" y="4817984"/>
            <a:ext cx="4309034" cy="273844"/>
          </a:xfrm>
          <a:prstGeom prst="rect">
            <a:avLst/>
          </a:prstGeom>
        </p:spPr>
        <p:txBody>
          <a:bodyPr vert="horz" lIns="0" tIns="0" rIns="0" bIns="0" rtlCol="0" anchor="ctr"/>
          <a:lstStyle>
            <a:lvl1pPr algn="l">
              <a:defRPr sz="675">
                <a:solidFill>
                  <a:srgbClr val="8B8580"/>
                </a:solidFill>
              </a:defRPr>
            </a:lvl1pPr>
          </a:lstStyle>
          <a:p>
            <a:r>
              <a:rPr lang="en-US"/>
              <a:t>Copyright © 2025, Oracle and/or its affiliates |  Confidential: Internal/Restricted/Highly Restricted</a:t>
            </a:r>
            <a:endParaRPr lang="en-US" dirty="0"/>
          </a:p>
        </p:txBody>
      </p:sp>
      <p:sp>
        <p:nvSpPr>
          <p:cNvPr id="20" name="Date">
            <a:extLst>
              <a:ext uri="{FF2B5EF4-FFF2-40B4-BE49-F238E27FC236}">
                <a16:creationId xmlns:a16="http://schemas.microsoft.com/office/drawing/2014/main" id="{65BA88F5-EF53-415B-8446-19188BE675D3}"/>
              </a:ext>
            </a:extLst>
          </p:cNvPr>
          <p:cNvSpPr>
            <a:spLocks noGrp="1"/>
          </p:cNvSpPr>
          <p:nvPr>
            <p:ph type="dt" sz="half" idx="2"/>
          </p:nvPr>
        </p:nvSpPr>
        <p:spPr>
          <a:xfrm>
            <a:off x="5154854" y="4819203"/>
            <a:ext cx="2057400" cy="272625"/>
          </a:xfrm>
          <a:prstGeom prst="rect">
            <a:avLst/>
          </a:prstGeom>
        </p:spPr>
        <p:txBody>
          <a:bodyPr vert="horz" lIns="0" tIns="0" rIns="0" bIns="0" rtlCol="0" anchor="ctr"/>
          <a:lstStyle>
            <a:lvl1pPr>
              <a:defRPr lang="en-US" sz="675" smtClean="0">
                <a:solidFill>
                  <a:srgbClr val="8B8580"/>
                </a:solidFill>
              </a:defRPr>
            </a:lvl1pPr>
          </a:lstStyle>
          <a:p>
            <a:r>
              <a:rPr lang="en-US"/>
              <a:t>[Date]</a:t>
            </a:r>
            <a:endParaRPr lang="en-US" dirty="0"/>
          </a:p>
        </p:txBody>
      </p:sp>
      <p:pic>
        <p:nvPicPr>
          <p:cNvPr id="3" name="OTag" descr="A small square in Oracle Red with the Oracle logo in the center in white">
            <a:extLst>
              <a:ext uri="{FF2B5EF4-FFF2-40B4-BE49-F238E27FC236}">
                <a16:creationId xmlns:a16="http://schemas.microsoft.com/office/drawing/2014/main" id="{775A8D6B-AAED-949C-F702-A8E8C8F069BA}"/>
              </a:ext>
              <a:ext uri="{C183D7F6-B498-43B3-948B-1728B52AA6E4}">
                <adec:decorative xmlns:adec="http://schemas.microsoft.com/office/drawing/2017/decorative" val="0"/>
              </a:ext>
            </a:extLst>
          </p:cNvPr>
          <p:cNvPicPr>
            <a:picLocks noChangeAspect="1"/>
          </p:cNvPicPr>
          <p:nvPr userDrawn="1"/>
        </p:nvPicPr>
        <p:blipFill>
          <a:blip r:embed="rId65" cstate="email">
            <a:extLst>
              <a:ext uri="{28A0092B-C50C-407E-A947-70E740481C1C}">
                <a14:useLocalDpi xmlns:a14="http://schemas.microsoft.com/office/drawing/2010/main"/>
              </a:ext>
            </a:extLst>
          </a:blip>
          <a:stretch>
            <a:fillRect/>
          </a:stretch>
        </p:blipFill>
        <p:spPr>
          <a:xfrm>
            <a:off x="8554212" y="4848606"/>
            <a:ext cx="294894" cy="294894"/>
          </a:xfrm>
          <a:prstGeom prst="rect">
            <a:avLst/>
          </a:prstGeom>
        </p:spPr>
      </p:pic>
    </p:spTree>
    <p:extLst>
      <p:ext uri="{BB962C8B-B14F-4D97-AF65-F5344CB8AC3E}">
        <p14:creationId xmlns:p14="http://schemas.microsoft.com/office/powerpoint/2010/main" val="1746205922"/>
      </p:ext>
    </p:extLst>
  </p:cSld>
  <p:clrMap bg1="lt1" tx1="dk1" bg2="lt2" tx2="dk2" accent1="accent1" accent2="accent2" accent3="accent3" accent4="accent4" accent5="accent5" accent6="accent6" hlink="hlink" folHlink="folHlink"/>
  <p:sldLayoutIdLst>
    <p:sldLayoutId id="2147484398" r:id="rId1"/>
    <p:sldLayoutId id="2147484399" r:id="rId2"/>
    <p:sldLayoutId id="2147484400" r:id="rId3"/>
    <p:sldLayoutId id="2147484401" r:id="rId4"/>
    <p:sldLayoutId id="2147484402" r:id="rId5"/>
    <p:sldLayoutId id="2147484403" r:id="rId6"/>
    <p:sldLayoutId id="2147484404" r:id="rId7"/>
    <p:sldLayoutId id="2147484405" r:id="rId8"/>
    <p:sldLayoutId id="2147484406" r:id="rId9"/>
    <p:sldLayoutId id="2147484407" r:id="rId10"/>
    <p:sldLayoutId id="2147484408" r:id="rId11"/>
    <p:sldLayoutId id="2147484409" r:id="rId12"/>
    <p:sldLayoutId id="2147484410" r:id="rId13"/>
    <p:sldLayoutId id="2147484411" r:id="rId14"/>
    <p:sldLayoutId id="2147484412" r:id="rId15"/>
    <p:sldLayoutId id="2147484413" r:id="rId16"/>
    <p:sldLayoutId id="2147484414" r:id="rId17"/>
    <p:sldLayoutId id="2147484415" r:id="rId18"/>
    <p:sldLayoutId id="2147484416" r:id="rId19"/>
    <p:sldLayoutId id="2147484417" r:id="rId20"/>
    <p:sldLayoutId id="2147484418" r:id="rId21"/>
    <p:sldLayoutId id="2147484419" r:id="rId22"/>
    <p:sldLayoutId id="2147484420" r:id="rId23"/>
    <p:sldLayoutId id="2147484421" r:id="rId24"/>
    <p:sldLayoutId id="2147484422" r:id="rId25"/>
    <p:sldLayoutId id="2147484423" r:id="rId26"/>
    <p:sldLayoutId id="2147484424" r:id="rId27"/>
    <p:sldLayoutId id="2147484425" r:id="rId28"/>
    <p:sldLayoutId id="2147484426" r:id="rId29"/>
    <p:sldLayoutId id="2147484427" r:id="rId30"/>
    <p:sldLayoutId id="2147484428" r:id="rId31"/>
    <p:sldLayoutId id="2147484429" r:id="rId32"/>
    <p:sldLayoutId id="2147484430" r:id="rId33"/>
    <p:sldLayoutId id="2147484431" r:id="rId34"/>
    <p:sldLayoutId id="2147484432" r:id="rId35"/>
    <p:sldLayoutId id="2147484433" r:id="rId36"/>
    <p:sldLayoutId id="2147484434" r:id="rId37"/>
    <p:sldLayoutId id="2147484435" r:id="rId38"/>
    <p:sldLayoutId id="2147484436" r:id="rId39"/>
    <p:sldLayoutId id="2147484437" r:id="rId40"/>
    <p:sldLayoutId id="2147484438" r:id="rId41"/>
    <p:sldLayoutId id="2147484439" r:id="rId42"/>
    <p:sldLayoutId id="2147484440" r:id="rId43"/>
    <p:sldLayoutId id="2147484441" r:id="rId44"/>
    <p:sldLayoutId id="2147484442" r:id="rId45"/>
    <p:sldLayoutId id="2147484443" r:id="rId46"/>
    <p:sldLayoutId id="2147484444" r:id="rId47"/>
    <p:sldLayoutId id="2147484445" r:id="rId48"/>
    <p:sldLayoutId id="2147484446" r:id="rId49"/>
    <p:sldLayoutId id="2147484447" r:id="rId50"/>
    <p:sldLayoutId id="2147484448" r:id="rId51"/>
    <p:sldLayoutId id="2147484449" r:id="rId52"/>
    <p:sldLayoutId id="2147484450" r:id="rId53"/>
    <p:sldLayoutId id="2147484451" r:id="rId54"/>
    <p:sldLayoutId id="2147484452" r:id="rId55"/>
    <p:sldLayoutId id="2147484453" r:id="rId56"/>
    <p:sldLayoutId id="2147484454" r:id="rId57"/>
    <p:sldLayoutId id="2147484455" r:id="rId58"/>
    <p:sldLayoutId id="2147484456" r:id="rId59"/>
    <p:sldLayoutId id="2147484458" r:id="rId60"/>
    <p:sldLayoutId id="2147484459" r:id="rId61"/>
    <p:sldLayoutId id="2147484460" r:id="rId62"/>
    <p:sldLayoutId id="2147484461" r:id="rId63"/>
  </p:sldLayoutIdLst>
  <p:transition>
    <p:fade/>
  </p:transition>
  <p:hf hdr="0" dt="0"/>
  <p:txStyles>
    <p:titleStyle>
      <a:lvl1pPr algn="l" defTabSz="685800" rtl="0" eaLnBrk="1" latinLnBrk="0" hangingPunct="1">
        <a:lnSpc>
          <a:spcPct val="95000"/>
        </a:lnSpc>
        <a:spcBef>
          <a:spcPct val="0"/>
        </a:spcBef>
        <a:buNone/>
        <a:defRPr lang="en-US" sz="1800" b="1" i="0" kern="1200" baseline="0" dirty="0">
          <a:solidFill>
            <a:schemeClr val="tx1"/>
          </a:solidFill>
          <a:latin typeface="+mn-lt"/>
          <a:ea typeface="+mn-ea"/>
          <a:cs typeface="+mj-cs"/>
        </a:defRPr>
      </a:lvl1pPr>
    </p:titleStyle>
    <p:bodyStyle>
      <a:lvl1pPr marL="0" marR="0" indent="0" algn="l" defTabSz="685800" rtl="0" eaLnBrk="1" fontAlgn="auto" latinLnBrk="0" hangingPunct="1">
        <a:lnSpc>
          <a:spcPct val="95000"/>
        </a:lnSpc>
        <a:spcBef>
          <a:spcPts val="450"/>
        </a:spcBef>
        <a:spcAft>
          <a:spcPts val="0"/>
        </a:spcAft>
        <a:buClrTx/>
        <a:buSzTx/>
        <a:buFont typeface="System Font Regular"/>
        <a:buNone/>
        <a:tabLst/>
        <a:defRPr sz="1350" b="0" i="0" kern="1200">
          <a:solidFill>
            <a:schemeClr val="tx1"/>
          </a:solidFill>
          <a:latin typeface="+mn-lt"/>
          <a:ea typeface="+mn-ea"/>
          <a:cs typeface="Oracle Sans Tab Light" panose="020B0403020204020204"/>
        </a:defRPr>
      </a:lvl1pPr>
      <a:lvl2pPr marL="274320" marR="0" indent="-137160" algn="l" defTabSz="685800" rtl="0" eaLnBrk="1" fontAlgn="auto" latinLnBrk="0" hangingPunct="1">
        <a:lnSpc>
          <a:spcPct val="95000"/>
        </a:lnSpc>
        <a:spcBef>
          <a:spcPts val="450"/>
        </a:spcBef>
        <a:spcAft>
          <a:spcPts val="0"/>
        </a:spcAft>
        <a:buClrTx/>
        <a:buSzPct val="100000"/>
        <a:buFont typeface="Arial" panose="020B0604020202020204" pitchFamily="34" charset="0"/>
        <a:buChar char="•"/>
        <a:tabLst/>
        <a:defRPr sz="1350" b="0" i="0" kern="1200">
          <a:solidFill>
            <a:schemeClr val="tx1"/>
          </a:solidFill>
          <a:latin typeface="+mn-lt"/>
          <a:ea typeface="+mn-ea"/>
          <a:cs typeface="Oracle Sans Tab Light" panose="020B0403020204020204"/>
        </a:defRPr>
      </a:lvl2pPr>
      <a:lvl3pPr marL="410766" marR="0" indent="-136922" algn="l" defTabSz="685800" rtl="0" eaLnBrk="1" fontAlgn="auto" latinLnBrk="0" hangingPunct="1">
        <a:lnSpc>
          <a:spcPct val="95000"/>
        </a:lnSpc>
        <a:spcBef>
          <a:spcPts val="300"/>
        </a:spcBef>
        <a:spcAft>
          <a:spcPts val="0"/>
        </a:spcAft>
        <a:buClrTx/>
        <a:buSzPct val="100000"/>
        <a:buFont typeface="Arial" panose="020B0604020202020204" pitchFamily="34" charset="0"/>
        <a:buChar char="•"/>
        <a:tabLst/>
        <a:defRPr sz="1200" kern="1200">
          <a:solidFill>
            <a:schemeClr val="tx1"/>
          </a:solidFill>
          <a:latin typeface="Oracle Sans Tab Light" panose="020B0403020204020204"/>
          <a:ea typeface="+mn-ea"/>
          <a:cs typeface="Oracle Sans Tab Light" panose="020B0403020204020204"/>
        </a:defRPr>
      </a:lvl3pPr>
      <a:lvl4pPr marL="547688" marR="0" indent="-136922" algn="l" defTabSz="685800" rtl="0" eaLnBrk="1" fontAlgn="auto" latinLnBrk="0" hangingPunct="1">
        <a:lnSpc>
          <a:spcPct val="95000"/>
        </a:lnSpc>
        <a:spcBef>
          <a:spcPts val="300"/>
        </a:spcBef>
        <a:spcAft>
          <a:spcPts val="0"/>
        </a:spcAft>
        <a:buClrTx/>
        <a:buSzPct val="100000"/>
        <a:buFont typeface="Arial" panose="020B0604020202020204" pitchFamily="34" charset="0"/>
        <a:buChar char="•"/>
        <a:tabLst/>
        <a:defRPr sz="1050" kern="1200">
          <a:solidFill>
            <a:schemeClr val="tx1"/>
          </a:solidFill>
          <a:latin typeface="Oracle Sans Tab Light" panose="020B0403020204020204"/>
          <a:ea typeface="+mn-ea"/>
          <a:cs typeface="Oracle Sans Tab Light" panose="020B0403020204020204"/>
        </a:defRPr>
      </a:lvl4pPr>
      <a:lvl5pPr marL="685800" marR="0" indent="-137160" algn="l" defTabSz="685800" rtl="0" eaLnBrk="1" fontAlgn="auto" latinLnBrk="0" hangingPunct="1">
        <a:lnSpc>
          <a:spcPct val="95000"/>
        </a:lnSpc>
        <a:spcBef>
          <a:spcPts val="300"/>
        </a:spcBef>
        <a:spcAft>
          <a:spcPts val="0"/>
        </a:spcAft>
        <a:buClrTx/>
        <a:buSzTx/>
        <a:buFont typeface="Oracle Sans Tab Light" panose="020B0403020204020204" pitchFamily="34" charset="0"/>
        <a:buChar char="•"/>
        <a:tabLst/>
        <a:defRPr sz="900" kern="1200">
          <a:solidFill>
            <a:schemeClr val="tx1"/>
          </a:solidFill>
          <a:latin typeface="Oracle Sans Tab Light" panose="020B0403020204020204"/>
          <a:ea typeface="+mn-ea"/>
          <a:cs typeface="Oracle Sans Tab Light" panose="020B0403020204020204"/>
        </a:defRPr>
      </a:lvl5pPr>
      <a:lvl6pPr marL="822960" indent="-137160" algn="l" defTabSz="685800" rtl="0" eaLnBrk="1" latinLnBrk="0" hangingPunct="1">
        <a:lnSpc>
          <a:spcPct val="95000"/>
        </a:lnSpc>
        <a:spcBef>
          <a:spcPts val="300"/>
        </a:spcBef>
        <a:spcAft>
          <a:spcPts val="0"/>
        </a:spcAft>
        <a:buSzPct val="100000"/>
        <a:buFont typeface="Arial" panose="020B0604020202020204" pitchFamily="34" charset="0"/>
        <a:buChar char="•"/>
        <a:defRPr sz="900" b="0" i="0" kern="1200">
          <a:solidFill>
            <a:schemeClr val="tx1"/>
          </a:solidFill>
          <a:latin typeface="Oracle Sans Light" panose="020B0403020204020204" pitchFamily="34" charset="0"/>
          <a:ea typeface="+mn-ea"/>
          <a:cs typeface="Oracle Sans Light" panose="020B0403020204020204" pitchFamily="34" charset="0"/>
        </a:defRPr>
      </a:lvl6pPr>
      <a:lvl7pPr marL="960120" indent="-137160" algn="l" defTabSz="685800" rtl="0" eaLnBrk="1" latinLnBrk="0" hangingPunct="1">
        <a:lnSpc>
          <a:spcPct val="95000"/>
        </a:lnSpc>
        <a:spcBef>
          <a:spcPts val="300"/>
        </a:spcBef>
        <a:spcAft>
          <a:spcPts val="0"/>
        </a:spcAft>
        <a:buFont typeface="Arial" panose="020B0604020202020204" pitchFamily="34" charset="0"/>
        <a:buChar char="•"/>
        <a:defRPr sz="900" b="0" i="0" kern="1200">
          <a:solidFill>
            <a:schemeClr val="tx1"/>
          </a:solidFill>
          <a:latin typeface="Oracle Sans Light" panose="020B0403020204020204" pitchFamily="34" charset="0"/>
          <a:ea typeface="+mn-ea"/>
          <a:cs typeface="Oracle Sans Light" panose="020B0403020204020204" pitchFamily="34" charset="0"/>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orient="horz" pos="1008">
          <p15:clr>
            <a:srgbClr val="5ACBF0"/>
          </p15:clr>
        </p15:guide>
        <p15:guide id="4" orient="horz" pos="3852">
          <p15:clr>
            <a:srgbClr val="F26B43"/>
          </p15:clr>
        </p15:guide>
        <p15:guide id="5" pos="480">
          <p15:clr>
            <a:srgbClr val="F26B43"/>
          </p15:clr>
        </p15:guide>
        <p15:guide id="6" orient="horz" pos="795">
          <p15:clr>
            <a:srgbClr val="F26B43"/>
          </p15:clr>
        </p15:guide>
        <p15:guide id="7" orient="horz" pos="590">
          <p15:clr>
            <a:srgbClr val="F26B43"/>
          </p15:clr>
        </p15:guide>
        <p15:guide id="8" pos="7212">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7.xml"/></Relationships>
</file>

<file path=ppt/slides/_rels/slide9.xml.rels><?xml version="1.0" encoding="UTF-8" standalone="yes"?>
<Relationships xmlns="http://schemas.openxmlformats.org/package/2006/relationships"><Relationship Id="rId8" Type="http://schemas.openxmlformats.org/officeDocument/2006/relationships/image" Target="../media/image45.svg"/><Relationship Id="rId13" Type="http://schemas.openxmlformats.org/officeDocument/2006/relationships/image" Target="../media/image50.png"/><Relationship Id="rId3" Type="http://schemas.openxmlformats.org/officeDocument/2006/relationships/image" Target="../media/image40.png"/><Relationship Id="rId7" Type="http://schemas.openxmlformats.org/officeDocument/2006/relationships/image" Target="../media/image44.png"/><Relationship Id="rId12" Type="http://schemas.openxmlformats.org/officeDocument/2006/relationships/image" Target="../media/image49.svg"/><Relationship Id="rId17" Type="http://schemas.openxmlformats.org/officeDocument/2006/relationships/image" Target="../media/image54.png"/><Relationship Id="rId2" Type="http://schemas.openxmlformats.org/officeDocument/2006/relationships/notesSlide" Target="../notesSlides/notesSlide9.xml"/><Relationship Id="rId16" Type="http://schemas.openxmlformats.org/officeDocument/2006/relationships/image" Target="../media/image53.svg"/><Relationship Id="rId1" Type="http://schemas.openxmlformats.org/officeDocument/2006/relationships/slideLayout" Target="../slideLayouts/slideLayout47.xml"/><Relationship Id="rId6" Type="http://schemas.openxmlformats.org/officeDocument/2006/relationships/image" Target="../media/image43.svg"/><Relationship Id="rId11" Type="http://schemas.openxmlformats.org/officeDocument/2006/relationships/image" Target="../media/image48.png"/><Relationship Id="rId5" Type="http://schemas.openxmlformats.org/officeDocument/2006/relationships/image" Target="../media/image42.png"/><Relationship Id="rId15" Type="http://schemas.openxmlformats.org/officeDocument/2006/relationships/image" Target="../media/image52.png"/><Relationship Id="rId10" Type="http://schemas.openxmlformats.org/officeDocument/2006/relationships/image" Target="../media/image47.svg"/><Relationship Id="rId4" Type="http://schemas.openxmlformats.org/officeDocument/2006/relationships/image" Target="../media/image41.svg"/><Relationship Id="rId9" Type="http://schemas.openxmlformats.org/officeDocument/2006/relationships/image" Target="../media/image46.png"/><Relationship Id="rId14" Type="http://schemas.openxmlformats.org/officeDocument/2006/relationships/image" Target="../media/image51.sv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1.xml"/></Relationships>
</file>

<file path=ppt/slides/_rels/slide12.xml.rels><?xml version="1.0" encoding="UTF-8" standalone="yes"?>
<Relationships xmlns="http://schemas.openxmlformats.org/package/2006/relationships"><Relationship Id="rId8" Type="http://schemas.openxmlformats.org/officeDocument/2006/relationships/image" Target="../media/image60.svg"/><Relationship Id="rId3" Type="http://schemas.openxmlformats.org/officeDocument/2006/relationships/image" Target="../media/image55.png"/><Relationship Id="rId7" Type="http://schemas.openxmlformats.org/officeDocument/2006/relationships/image" Target="../media/image59.png"/><Relationship Id="rId2" Type="http://schemas.openxmlformats.org/officeDocument/2006/relationships/notesSlide" Target="../notesSlides/notesSlide12.xml"/><Relationship Id="rId1" Type="http://schemas.openxmlformats.org/officeDocument/2006/relationships/slideLayout" Target="../slideLayouts/slideLayout31.xml"/><Relationship Id="rId6" Type="http://schemas.openxmlformats.org/officeDocument/2006/relationships/image" Target="../media/image58.svg"/><Relationship Id="rId5" Type="http://schemas.openxmlformats.org/officeDocument/2006/relationships/image" Target="../media/image57.png"/><Relationship Id="rId4" Type="http://schemas.openxmlformats.org/officeDocument/2006/relationships/image" Target="../media/image56.svg"/><Relationship Id="rId9" Type="http://schemas.openxmlformats.org/officeDocument/2006/relationships/image" Target="../media/image61.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0.xml"/></Relationships>
</file>

<file path=ppt/slides/_rels/slide14.xml.rels><?xml version="1.0" encoding="UTF-8" standalone="yes"?>
<Relationships xmlns="http://schemas.openxmlformats.org/package/2006/relationships"><Relationship Id="rId8" Type="http://schemas.openxmlformats.org/officeDocument/2006/relationships/image" Target="../media/image67.png"/><Relationship Id="rId3" Type="http://schemas.openxmlformats.org/officeDocument/2006/relationships/image" Target="../media/image62.png"/><Relationship Id="rId7" Type="http://schemas.openxmlformats.org/officeDocument/2006/relationships/image" Target="../media/image66.svg"/><Relationship Id="rId2" Type="http://schemas.openxmlformats.org/officeDocument/2006/relationships/notesSlide" Target="../notesSlides/notesSlide14.xml"/><Relationship Id="rId1" Type="http://schemas.openxmlformats.org/officeDocument/2006/relationships/slideLayout" Target="../slideLayouts/slideLayout47.xml"/><Relationship Id="rId6" Type="http://schemas.openxmlformats.org/officeDocument/2006/relationships/image" Target="../media/image65.png"/><Relationship Id="rId11" Type="http://schemas.openxmlformats.org/officeDocument/2006/relationships/image" Target="../media/image70.svg"/><Relationship Id="rId5" Type="http://schemas.openxmlformats.org/officeDocument/2006/relationships/image" Target="../media/image64.svg"/><Relationship Id="rId10" Type="http://schemas.openxmlformats.org/officeDocument/2006/relationships/image" Target="../media/image69.png"/><Relationship Id="rId4" Type="http://schemas.openxmlformats.org/officeDocument/2006/relationships/image" Target="../media/image63.png"/><Relationship Id="rId9" Type="http://schemas.openxmlformats.org/officeDocument/2006/relationships/image" Target="../media/image68.sv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0.xml"/></Relationships>
</file>

<file path=ppt/slides/_rels/slide16.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16.xml"/><Relationship Id="rId1" Type="http://schemas.openxmlformats.org/officeDocument/2006/relationships/slideLayout" Target="../slideLayouts/slideLayout63.xml"/></Relationships>
</file>

<file path=ppt/slides/_rels/slide17.xml.rels><?xml version="1.0" encoding="UTF-8" standalone="yes"?>
<Relationships xmlns="http://schemas.openxmlformats.org/package/2006/relationships"><Relationship Id="rId3" Type="http://schemas.openxmlformats.org/officeDocument/2006/relationships/hyperlink" Target="https://www.oracle.com/opn/secure/gtm/incentives/index.html#tab2" TargetMode="External"/><Relationship Id="rId2" Type="http://schemas.openxmlformats.org/officeDocument/2006/relationships/notesSlide" Target="../notesSlides/notesSlide17.xml"/><Relationship Id="rId1" Type="http://schemas.openxmlformats.org/officeDocument/2006/relationships/slideLayout" Target="../slideLayouts/slideLayout3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7489BC-B4AC-A8A6-D370-E760D0C950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388BF0-67E8-E635-0B92-64CE38627A59}"/>
              </a:ext>
            </a:extLst>
          </p:cNvPr>
          <p:cNvSpPr>
            <a:spLocks noGrp="1"/>
          </p:cNvSpPr>
          <p:nvPr>
            <p:ph type="ctrTitle"/>
          </p:nvPr>
        </p:nvSpPr>
        <p:spPr>
          <a:xfrm>
            <a:off x="763523" y="1748789"/>
            <a:ext cx="5349240" cy="960120"/>
          </a:xfrm>
        </p:spPr>
        <p:txBody>
          <a:bodyPr/>
          <a:lstStyle/>
          <a:p>
            <a:r>
              <a:rPr lang="en-US" dirty="0"/>
              <a:t>Oracle Partner</a:t>
            </a:r>
            <a:r>
              <a:rPr lang="hu-HU" dirty="0"/>
              <a:t> Journey</a:t>
            </a:r>
            <a:endParaRPr lang="en-US" dirty="0"/>
          </a:p>
        </p:txBody>
      </p:sp>
      <p:sp>
        <p:nvSpPr>
          <p:cNvPr id="4" name="Text Placeholder 3">
            <a:extLst>
              <a:ext uri="{FF2B5EF4-FFF2-40B4-BE49-F238E27FC236}">
                <a16:creationId xmlns:a16="http://schemas.microsoft.com/office/drawing/2014/main" id="{46F98938-030E-24E5-11BA-EF0265865423}"/>
              </a:ext>
            </a:extLst>
          </p:cNvPr>
          <p:cNvSpPr>
            <a:spLocks noGrp="1"/>
          </p:cNvSpPr>
          <p:nvPr>
            <p:ph type="body" sz="quarter" idx="35"/>
          </p:nvPr>
        </p:nvSpPr>
        <p:spPr>
          <a:xfrm>
            <a:off x="763522" y="3408427"/>
            <a:ext cx="3808478" cy="199718"/>
          </a:xfrm>
        </p:spPr>
        <p:txBody>
          <a:bodyPr/>
          <a:lstStyle/>
          <a:p>
            <a:r>
              <a:rPr lang="hu-HU" dirty="0"/>
              <a:t>Csitneki Attila</a:t>
            </a:r>
            <a:endParaRPr lang="en-US" dirty="0"/>
          </a:p>
        </p:txBody>
      </p:sp>
      <p:sp>
        <p:nvSpPr>
          <p:cNvPr id="5" name="Text Placeholder 4">
            <a:extLst>
              <a:ext uri="{FF2B5EF4-FFF2-40B4-BE49-F238E27FC236}">
                <a16:creationId xmlns:a16="http://schemas.microsoft.com/office/drawing/2014/main" id="{D9D5BFAD-6CD0-D743-B0BC-890B4209A927}"/>
              </a:ext>
            </a:extLst>
          </p:cNvPr>
          <p:cNvSpPr>
            <a:spLocks noGrp="1"/>
          </p:cNvSpPr>
          <p:nvPr>
            <p:ph type="body" sz="quarter" idx="34"/>
          </p:nvPr>
        </p:nvSpPr>
        <p:spPr>
          <a:xfrm>
            <a:off x="763522" y="3662172"/>
            <a:ext cx="3808478" cy="671386"/>
          </a:xfrm>
        </p:spPr>
        <p:txBody>
          <a:bodyPr/>
          <a:lstStyle/>
          <a:p>
            <a:pPr lvl="0"/>
            <a:r>
              <a:rPr lang="hu-HU" dirty="0"/>
              <a:t>Partner Sales Account manager</a:t>
            </a:r>
            <a:endParaRPr lang="en-US" dirty="0"/>
          </a:p>
          <a:p>
            <a:pPr lvl="0"/>
            <a:r>
              <a:rPr lang="hu-HU" dirty="0"/>
              <a:t>Alliance &amp; Channel</a:t>
            </a:r>
          </a:p>
          <a:p>
            <a:pPr lvl="0"/>
            <a:r>
              <a:rPr lang="hu-HU" dirty="0"/>
              <a:t>attila.csitneki@oracle.com</a:t>
            </a:r>
            <a:endParaRPr lang="en-US" dirty="0"/>
          </a:p>
          <a:p>
            <a:pPr lvl="0"/>
            <a:r>
              <a:rPr lang="hu-HU" dirty="0"/>
              <a:t>30. October</a:t>
            </a:r>
            <a:r>
              <a:rPr lang="en-US" dirty="0"/>
              <a:t> 2025</a:t>
            </a:r>
          </a:p>
        </p:txBody>
      </p:sp>
      <p:sp>
        <p:nvSpPr>
          <p:cNvPr id="13" name="Footer Placeholder 12">
            <a:extLst>
              <a:ext uri="{FF2B5EF4-FFF2-40B4-BE49-F238E27FC236}">
                <a16:creationId xmlns:a16="http://schemas.microsoft.com/office/drawing/2014/main" id="{D1593E3B-E25C-1041-66A7-76995E1C048A}"/>
              </a:ext>
            </a:extLst>
          </p:cNvPr>
          <p:cNvSpPr>
            <a:spLocks noGrp="1"/>
          </p:cNvSpPr>
          <p:nvPr>
            <p:ph type="ftr" sz="quarter" idx="36"/>
          </p:nvPr>
        </p:nvSpPr>
        <p:spPr>
          <a:xfrm>
            <a:off x="845820" y="5246576"/>
            <a:ext cx="4309034" cy="273844"/>
          </a:xfrm>
        </p:spPr>
        <p:txBody>
          <a:bodyPr/>
          <a:lstStyle/>
          <a:p>
            <a:pPr defTabSz="685800"/>
            <a:r>
              <a:rPr lang="en-US">
                <a:latin typeface="Oracle Sans Tab"/>
              </a:rPr>
              <a:t>Copyright © 2025, Oracle and/or its affiliates |  Confidential: Internal/Restricted/Highly Restricted</a:t>
            </a:r>
            <a:endParaRPr lang="en-US" dirty="0">
              <a:latin typeface="Oracle Sans Tab"/>
            </a:endParaRPr>
          </a:p>
        </p:txBody>
      </p:sp>
      <p:sp>
        <p:nvSpPr>
          <p:cNvPr id="14" name="Slide Number Placeholder 13">
            <a:extLst>
              <a:ext uri="{FF2B5EF4-FFF2-40B4-BE49-F238E27FC236}">
                <a16:creationId xmlns:a16="http://schemas.microsoft.com/office/drawing/2014/main" id="{955ED46F-0EB3-302F-4D79-963431731CB9}"/>
              </a:ext>
            </a:extLst>
          </p:cNvPr>
          <p:cNvSpPr>
            <a:spLocks noGrp="1"/>
          </p:cNvSpPr>
          <p:nvPr>
            <p:ph type="sldNum" sz="quarter" idx="12"/>
          </p:nvPr>
        </p:nvSpPr>
        <p:spPr>
          <a:xfrm>
            <a:off x="571500" y="5246338"/>
            <a:ext cx="274320" cy="274320"/>
          </a:xfrm>
        </p:spPr>
        <p:txBody>
          <a:bodyPr/>
          <a:lstStyle/>
          <a:p>
            <a:pPr defTabSz="685800"/>
            <a:fld id="{345D60D9-5372-5F40-9443-0F9AE5BDC3C8}" type="slidenum">
              <a:rPr lang="en-US">
                <a:latin typeface="Oracle Sans Tab"/>
              </a:rPr>
              <a:pPr defTabSz="685800"/>
              <a:t>1</a:t>
            </a:fld>
            <a:endParaRPr lang="en-US" dirty="0">
              <a:latin typeface="Oracle Sans Tab"/>
            </a:endParaRPr>
          </a:p>
        </p:txBody>
      </p:sp>
    </p:spTree>
    <p:extLst>
      <p:ext uri="{BB962C8B-B14F-4D97-AF65-F5344CB8AC3E}">
        <p14:creationId xmlns:p14="http://schemas.microsoft.com/office/powerpoint/2010/main" val="3625820301"/>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9C1EB5F-3407-DA87-7014-A63D4E78924E}"/>
              </a:ext>
            </a:extLst>
          </p:cNvPr>
          <p:cNvSpPr>
            <a:spLocks noGrp="1"/>
          </p:cNvSpPr>
          <p:nvPr>
            <p:ph type="title" idx="4294967295"/>
          </p:nvPr>
        </p:nvSpPr>
        <p:spPr>
          <a:xfrm>
            <a:off x="537930" y="248150"/>
            <a:ext cx="6103502" cy="695325"/>
          </a:xfrm>
        </p:spPr>
        <p:txBody>
          <a:bodyPr/>
          <a:lstStyle/>
          <a:p>
            <a:r>
              <a:rPr lang="en-US" sz="2400" dirty="0"/>
              <a:t>Key advantages over previous OPN program</a:t>
            </a:r>
          </a:p>
        </p:txBody>
      </p:sp>
      <p:sp>
        <p:nvSpPr>
          <p:cNvPr id="2" name="Footer Placeholder 2">
            <a:extLst>
              <a:ext uri="{FF2B5EF4-FFF2-40B4-BE49-F238E27FC236}">
                <a16:creationId xmlns:a16="http://schemas.microsoft.com/office/drawing/2014/main" id="{44164A26-BE95-D4C3-AA37-F016C4AC46AD}"/>
              </a:ext>
            </a:extLst>
          </p:cNvPr>
          <p:cNvSpPr txBox="1">
            <a:spLocks/>
          </p:cNvSpPr>
          <p:nvPr/>
        </p:nvSpPr>
        <p:spPr>
          <a:xfrm>
            <a:off x="529290" y="4869657"/>
            <a:ext cx="3769900" cy="273844"/>
          </a:xfrm>
          <a:prstGeom prst="rect">
            <a:avLst/>
          </a:prstGeom>
        </p:spPr>
        <p:txBody>
          <a:bodyPr/>
          <a:lstStyle>
            <a:defPPr>
              <a:defRPr lang="en-US"/>
            </a:defPPr>
            <a:lvl1pPr marL="0" algn="l" defTabSz="674692" rtl="0" eaLnBrk="1" latinLnBrk="0" hangingPunct="1">
              <a:defRPr sz="1328" kern="1200">
                <a:solidFill>
                  <a:schemeClr val="tx1"/>
                </a:solidFill>
                <a:latin typeface="+mn-lt"/>
                <a:ea typeface="+mn-ea"/>
                <a:cs typeface="+mn-cs"/>
              </a:defRPr>
            </a:lvl1pPr>
            <a:lvl2pPr marL="337347" algn="l" defTabSz="674692" rtl="0" eaLnBrk="1" latinLnBrk="0" hangingPunct="1">
              <a:defRPr sz="1328" kern="1200">
                <a:solidFill>
                  <a:schemeClr val="tx1"/>
                </a:solidFill>
                <a:latin typeface="+mn-lt"/>
                <a:ea typeface="+mn-ea"/>
                <a:cs typeface="+mn-cs"/>
              </a:defRPr>
            </a:lvl2pPr>
            <a:lvl3pPr marL="674692" algn="l" defTabSz="674692" rtl="0" eaLnBrk="1" latinLnBrk="0" hangingPunct="1">
              <a:defRPr sz="1328" kern="1200">
                <a:solidFill>
                  <a:schemeClr val="tx1"/>
                </a:solidFill>
                <a:latin typeface="+mn-lt"/>
                <a:ea typeface="+mn-ea"/>
                <a:cs typeface="+mn-cs"/>
              </a:defRPr>
            </a:lvl3pPr>
            <a:lvl4pPr marL="1012039" algn="l" defTabSz="674692" rtl="0" eaLnBrk="1" latinLnBrk="0" hangingPunct="1">
              <a:defRPr sz="1328" kern="1200">
                <a:solidFill>
                  <a:schemeClr val="tx1"/>
                </a:solidFill>
                <a:latin typeface="+mn-lt"/>
                <a:ea typeface="+mn-ea"/>
                <a:cs typeface="+mn-cs"/>
              </a:defRPr>
            </a:lvl4pPr>
            <a:lvl5pPr marL="1349384" algn="l" defTabSz="674692" rtl="0" eaLnBrk="1" latinLnBrk="0" hangingPunct="1">
              <a:defRPr sz="1328" kern="1200">
                <a:solidFill>
                  <a:schemeClr val="tx1"/>
                </a:solidFill>
                <a:latin typeface="+mn-lt"/>
                <a:ea typeface="+mn-ea"/>
                <a:cs typeface="+mn-cs"/>
              </a:defRPr>
            </a:lvl5pPr>
            <a:lvl6pPr marL="1686731" algn="l" defTabSz="674692" rtl="0" eaLnBrk="1" latinLnBrk="0" hangingPunct="1">
              <a:defRPr sz="1328" kern="1200">
                <a:solidFill>
                  <a:schemeClr val="tx1"/>
                </a:solidFill>
                <a:latin typeface="+mn-lt"/>
                <a:ea typeface="+mn-ea"/>
                <a:cs typeface="+mn-cs"/>
              </a:defRPr>
            </a:lvl6pPr>
            <a:lvl7pPr marL="2024077" algn="l" defTabSz="674692" rtl="0" eaLnBrk="1" latinLnBrk="0" hangingPunct="1">
              <a:defRPr sz="1328" kern="1200">
                <a:solidFill>
                  <a:schemeClr val="tx1"/>
                </a:solidFill>
                <a:latin typeface="+mn-lt"/>
                <a:ea typeface="+mn-ea"/>
                <a:cs typeface="+mn-cs"/>
              </a:defRPr>
            </a:lvl7pPr>
            <a:lvl8pPr marL="2361423" algn="l" defTabSz="674692" rtl="0" eaLnBrk="1" latinLnBrk="0" hangingPunct="1">
              <a:defRPr sz="1328" kern="1200">
                <a:solidFill>
                  <a:schemeClr val="tx1"/>
                </a:solidFill>
                <a:latin typeface="+mn-lt"/>
                <a:ea typeface="+mn-ea"/>
                <a:cs typeface="+mn-cs"/>
              </a:defRPr>
            </a:lvl8pPr>
            <a:lvl9pPr marL="2698769" algn="l" defTabSz="674692" rtl="0" eaLnBrk="1" latinLnBrk="0" hangingPunct="1">
              <a:defRPr sz="1328" kern="1200">
                <a:solidFill>
                  <a:schemeClr val="tx1"/>
                </a:solidFill>
                <a:latin typeface="+mn-lt"/>
                <a:ea typeface="+mn-ea"/>
                <a:cs typeface="+mn-cs"/>
              </a:defRPr>
            </a:lvl9pPr>
          </a:lstStyle>
          <a:p>
            <a:r>
              <a:rPr lang="en-US" sz="530" dirty="0">
                <a:latin typeface="Oracle Sans" panose="020B0503020204020204" pitchFamily="34" charset="0"/>
                <a:cs typeface="Oracle Sans" panose="020B0503020204020204" pitchFamily="34" charset="0"/>
                <a:sym typeface="Symbol" pitchFamily="2" charset="2"/>
              </a:rPr>
              <a:t>Copyright © 2025, Oracle and/or its affiliates. All rights reserved.</a:t>
            </a:r>
            <a:endParaRPr lang="en-CA" sz="530" dirty="0">
              <a:latin typeface="Oracle Sans" panose="020B0503020204020204" pitchFamily="34" charset="0"/>
              <a:cs typeface="Oracle Sans" panose="020B0503020204020204" pitchFamily="34" charset="0"/>
            </a:endParaRPr>
          </a:p>
        </p:txBody>
      </p:sp>
      <p:sp>
        <p:nvSpPr>
          <p:cNvPr id="3" name="Slide Number Placeholder 3">
            <a:extLst>
              <a:ext uri="{FF2B5EF4-FFF2-40B4-BE49-F238E27FC236}">
                <a16:creationId xmlns:a16="http://schemas.microsoft.com/office/drawing/2014/main" id="{E1049F26-A0D7-27A5-ABB7-EFD0A6C0D6B2}"/>
              </a:ext>
            </a:extLst>
          </p:cNvPr>
          <p:cNvSpPr txBox="1">
            <a:spLocks/>
          </p:cNvSpPr>
          <p:nvPr/>
        </p:nvSpPr>
        <p:spPr>
          <a:xfrm>
            <a:off x="195597" y="4869657"/>
            <a:ext cx="326888" cy="273844"/>
          </a:xfrm>
          <a:prstGeom prst="rect">
            <a:avLst/>
          </a:prstGeom>
        </p:spPr>
        <p:txBody>
          <a:bodyPr/>
          <a:lstStyle>
            <a:defPPr>
              <a:defRPr lang="en-US"/>
            </a:defPPr>
            <a:lvl1pPr marL="0" algn="l" defTabSz="674692" rtl="0" eaLnBrk="1" latinLnBrk="0" hangingPunct="1">
              <a:defRPr sz="1328" kern="1200">
                <a:solidFill>
                  <a:schemeClr val="tx1"/>
                </a:solidFill>
                <a:latin typeface="+mn-lt"/>
                <a:ea typeface="+mn-ea"/>
                <a:cs typeface="+mn-cs"/>
              </a:defRPr>
            </a:lvl1pPr>
            <a:lvl2pPr marL="337347" algn="l" defTabSz="674692" rtl="0" eaLnBrk="1" latinLnBrk="0" hangingPunct="1">
              <a:defRPr sz="1328" kern="1200">
                <a:solidFill>
                  <a:schemeClr val="tx1"/>
                </a:solidFill>
                <a:latin typeface="+mn-lt"/>
                <a:ea typeface="+mn-ea"/>
                <a:cs typeface="+mn-cs"/>
              </a:defRPr>
            </a:lvl2pPr>
            <a:lvl3pPr marL="674692" algn="l" defTabSz="674692" rtl="0" eaLnBrk="1" latinLnBrk="0" hangingPunct="1">
              <a:defRPr sz="1328" kern="1200">
                <a:solidFill>
                  <a:schemeClr val="tx1"/>
                </a:solidFill>
                <a:latin typeface="+mn-lt"/>
                <a:ea typeface="+mn-ea"/>
                <a:cs typeface="+mn-cs"/>
              </a:defRPr>
            </a:lvl3pPr>
            <a:lvl4pPr marL="1012039" algn="l" defTabSz="674692" rtl="0" eaLnBrk="1" latinLnBrk="0" hangingPunct="1">
              <a:defRPr sz="1328" kern="1200">
                <a:solidFill>
                  <a:schemeClr val="tx1"/>
                </a:solidFill>
                <a:latin typeface="+mn-lt"/>
                <a:ea typeface="+mn-ea"/>
                <a:cs typeface="+mn-cs"/>
              </a:defRPr>
            </a:lvl4pPr>
            <a:lvl5pPr marL="1349384" algn="l" defTabSz="674692" rtl="0" eaLnBrk="1" latinLnBrk="0" hangingPunct="1">
              <a:defRPr sz="1328" kern="1200">
                <a:solidFill>
                  <a:schemeClr val="tx1"/>
                </a:solidFill>
                <a:latin typeface="+mn-lt"/>
                <a:ea typeface="+mn-ea"/>
                <a:cs typeface="+mn-cs"/>
              </a:defRPr>
            </a:lvl5pPr>
            <a:lvl6pPr marL="1686731" algn="l" defTabSz="674692" rtl="0" eaLnBrk="1" latinLnBrk="0" hangingPunct="1">
              <a:defRPr sz="1328" kern="1200">
                <a:solidFill>
                  <a:schemeClr val="tx1"/>
                </a:solidFill>
                <a:latin typeface="+mn-lt"/>
                <a:ea typeface="+mn-ea"/>
                <a:cs typeface="+mn-cs"/>
              </a:defRPr>
            </a:lvl6pPr>
            <a:lvl7pPr marL="2024077" algn="l" defTabSz="674692" rtl="0" eaLnBrk="1" latinLnBrk="0" hangingPunct="1">
              <a:defRPr sz="1328" kern="1200">
                <a:solidFill>
                  <a:schemeClr val="tx1"/>
                </a:solidFill>
                <a:latin typeface="+mn-lt"/>
                <a:ea typeface="+mn-ea"/>
                <a:cs typeface="+mn-cs"/>
              </a:defRPr>
            </a:lvl7pPr>
            <a:lvl8pPr marL="2361423" algn="l" defTabSz="674692" rtl="0" eaLnBrk="1" latinLnBrk="0" hangingPunct="1">
              <a:defRPr sz="1328" kern="1200">
                <a:solidFill>
                  <a:schemeClr val="tx1"/>
                </a:solidFill>
                <a:latin typeface="+mn-lt"/>
                <a:ea typeface="+mn-ea"/>
                <a:cs typeface="+mn-cs"/>
              </a:defRPr>
            </a:lvl8pPr>
            <a:lvl9pPr marL="2698769" algn="l" defTabSz="674692" rtl="0" eaLnBrk="1" latinLnBrk="0" hangingPunct="1">
              <a:defRPr sz="1328" kern="1200">
                <a:solidFill>
                  <a:schemeClr val="tx1"/>
                </a:solidFill>
                <a:latin typeface="+mn-lt"/>
                <a:ea typeface="+mn-ea"/>
                <a:cs typeface="+mn-cs"/>
              </a:defRPr>
            </a:lvl9pPr>
          </a:lstStyle>
          <a:p>
            <a:fld id="{CFF4B978-1D82-7745-80C5-DBABA6B131D3}" type="slidenum">
              <a:rPr lang="en-US" sz="530" smtClean="0">
                <a:latin typeface="Oracle Sans" panose="020B0503020204020204" pitchFamily="34" charset="0"/>
                <a:cs typeface="Oracle Sans" panose="020B0503020204020204" pitchFamily="34" charset="0"/>
              </a:rPr>
              <a:pPr/>
              <a:t>2</a:t>
            </a:fld>
            <a:endParaRPr lang="en-US" sz="530" dirty="0">
              <a:latin typeface="Oracle Sans" panose="020B0503020204020204" pitchFamily="34" charset="0"/>
              <a:cs typeface="Oracle Sans" panose="020B0503020204020204" pitchFamily="34" charset="0"/>
            </a:endParaRPr>
          </a:p>
        </p:txBody>
      </p:sp>
      <p:graphicFrame>
        <p:nvGraphicFramePr>
          <p:cNvPr id="4" name="Content Placeholder 4">
            <a:extLst>
              <a:ext uri="{FF2B5EF4-FFF2-40B4-BE49-F238E27FC236}">
                <a16:creationId xmlns:a16="http://schemas.microsoft.com/office/drawing/2014/main" id="{425DC417-5A9B-A84E-9987-9F0C36EA3B3B}"/>
              </a:ext>
            </a:extLst>
          </p:cNvPr>
          <p:cNvGraphicFramePr>
            <a:graphicFrameLocks/>
          </p:cNvGraphicFramePr>
          <p:nvPr>
            <p:extLst>
              <p:ext uri="{D42A27DB-BD31-4B8C-83A1-F6EECF244321}">
                <p14:modId xmlns:p14="http://schemas.microsoft.com/office/powerpoint/2010/main" val="516481278"/>
              </p:ext>
            </p:extLst>
          </p:nvPr>
        </p:nvGraphicFramePr>
        <p:xfrm>
          <a:off x="359041" y="1384626"/>
          <a:ext cx="8480159" cy="2918635"/>
        </p:xfrm>
        <a:graphic>
          <a:graphicData uri="http://schemas.openxmlformats.org/drawingml/2006/table">
            <a:tbl>
              <a:tblPr firstRow="1" bandRow="1">
                <a:tableStyleId>{5C22544A-7EE6-4342-B048-85BDC9FD1C3A}</a:tableStyleId>
              </a:tblPr>
              <a:tblGrid>
                <a:gridCol w="4307326">
                  <a:extLst>
                    <a:ext uri="{9D8B030D-6E8A-4147-A177-3AD203B41FA5}">
                      <a16:colId xmlns:a16="http://schemas.microsoft.com/office/drawing/2014/main" val="898320466"/>
                    </a:ext>
                  </a:extLst>
                </a:gridCol>
                <a:gridCol w="4172833">
                  <a:extLst>
                    <a:ext uri="{9D8B030D-6E8A-4147-A177-3AD203B41FA5}">
                      <a16:colId xmlns:a16="http://schemas.microsoft.com/office/drawing/2014/main" val="2973217239"/>
                    </a:ext>
                  </a:extLst>
                </a:gridCol>
              </a:tblGrid>
              <a:tr h="220694">
                <a:tc>
                  <a:txBody>
                    <a:bodyPr/>
                    <a:lstStyle/>
                    <a:p>
                      <a:pPr algn="ctr"/>
                      <a:r>
                        <a:rPr lang="en-US" sz="1000" b="1" i="0" spc="300" dirty="0">
                          <a:solidFill>
                            <a:schemeClr val="tx1"/>
                          </a:solidFill>
                          <a:latin typeface="Oracle Sans" panose="020B0503020204020204" pitchFamily="34" charset="0"/>
                          <a:cs typeface="Oracle Sans" panose="020B0503020204020204" pitchFamily="34" charset="0"/>
                        </a:rPr>
                        <a:t>Enhanced Program</a:t>
                      </a:r>
                    </a:p>
                  </a:txBody>
                  <a:tcPr marL="274320" anchor="ctr">
                    <a:solidFill>
                      <a:schemeClr val="accent2"/>
                    </a:solidFill>
                  </a:tcPr>
                </a:tc>
                <a:tc>
                  <a:txBody>
                    <a:bodyPr/>
                    <a:lstStyle/>
                    <a:p>
                      <a:pPr algn="ctr"/>
                      <a:r>
                        <a:rPr lang="en-US" sz="1000" b="1" spc="300" dirty="0">
                          <a:solidFill>
                            <a:schemeClr val="tx1"/>
                          </a:solidFill>
                        </a:rPr>
                        <a:t>Previous Program</a:t>
                      </a:r>
                      <a:endParaRPr lang="en-US" sz="1000" b="1" i="0" spc="300" dirty="0">
                        <a:solidFill>
                          <a:schemeClr val="tx1"/>
                        </a:solidFill>
                        <a:latin typeface="Oracle Sans" panose="020B0503020204020204" pitchFamily="34" charset="0"/>
                        <a:cs typeface="Oracle Sans" panose="020B0503020204020204" pitchFamily="34" charset="0"/>
                      </a:endParaRPr>
                    </a:p>
                  </a:txBody>
                  <a:tcPr marL="274320" anchor="ctr">
                    <a:solidFill>
                      <a:schemeClr val="accent2"/>
                    </a:solidFill>
                  </a:tcPr>
                </a:tc>
                <a:extLst>
                  <a:ext uri="{0D108BD9-81ED-4DB2-BD59-A6C34878D82A}">
                    <a16:rowId xmlns:a16="http://schemas.microsoft.com/office/drawing/2014/main" val="646743191"/>
                  </a:ext>
                </a:extLst>
              </a:tr>
              <a:tr h="449717">
                <a:tc>
                  <a:txBody>
                    <a:bodyPr/>
                    <a:lstStyle/>
                    <a:p>
                      <a:pPr marL="0" indent="0">
                        <a:spcAft>
                          <a:spcPts val="600"/>
                        </a:spcAft>
                        <a:buFont typeface="Arial" panose="020B0604020202020204" pitchFamily="34" charset="0"/>
                        <a:buNone/>
                      </a:pPr>
                      <a:r>
                        <a:rPr lang="en-US" sz="1100" b="0" dirty="0"/>
                        <a:t>Broader range of benefits included with no additional fees or qualification requirements</a:t>
                      </a:r>
                    </a:p>
                  </a:txBody>
                  <a:tcPr marL="45720" marR="45720" anchor="ctr"/>
                </a:tc>
                <a:tc>
                  <a:txBody>
                    <a:bodyPr/>
                    <a:lstStyle/>
                    <a:p>
                      <a:pPr marL="173038" lvl="1" indent="0">
                        <a:spcAft>
                          <a:spcPts val="600"/>
                        </a:spcAft>
                        <a:buFont typeface="Arial" panose="020B0604020202020204" pitchFamily="34" charset="0"/>
                        <a:buNone/>
                      </a:pPr>
                      <a:r>
                        <a:rPr lang="en-US" sz="1100" b="0" dirty="0">
                          <a:latin typeface="+mn-lt"/>
                        </a:rPr>
                        <a:t>Benefits beyond basic OPN membership required a track enrollment and Expertise</a:t>
                      </a:r>
                    </a:p>
                  </a:txBody>
                  <a:tcPr marL="45720" marR="45720" anchor="ctr"/>
                </a:tc>
                <a:extLst>
                  <a:ext uri="{0D108BD9-81ED-4DB2-BD59-A6C34878D82A}">
                    <a16:rowId xmlns:a16="http://schemas.microsoft.com/office/drawing/2014/main" val="1377071127"/>
                  </a:ext>
                </a:extLst>
              </a:tr>
              <a:tr h="386214">
                <a:tc>
                  <a:txBody>
                    <a:bodyPr/>
                    <a:lstStyle/>
                    <a:p>
                      <a:pPr marL="0" marR="0" lvl="0" indent="0" algn="l" defTabSz="685739" rtl="0" eaLnBrk="1" fontAlgn="auto" latinLnBrk="0" hangingPunct="1">
                        <a:lnSpc>
                          <a:spcPct val="100000"/>
                        </a:lnSpc>
                        <a:spcBef>
                          <a:spcPts val="0"/>
                        </a:spcBef>
                        <a:spcAft>
                          <a:spcPts val="0"/>
                        </a:spcAft>
                        <a:buClrTx/>
                        <a:buSzTx/>
                        <a:buFontTx/>
                        <a:buNone/>
                        <a:tabLst/>
                        <a:defRPr/>
                      </a:pPr>
                      <a:r>
                        <a:rPr lang="en-US" sz="1100" dirty="0">
                          <a:latin typeface="+mn-lt"/>
                        </a:rPr>
                        <a:t>Choice of incentives—monetary payout or Oracle Partner Credits</a:t>
                      </a:r>
                    </a:p>
                  </a:txBody>
                  <a:tcPr marL="45720" marR="45720" anchor="ctr"/>
                </a:tc>
                <a:tc>
                  <a:txBody>
                    <a:bodyPr/>
                    <a:lstStyle/>
                    <a:p>
                      <a:pPr marL="173038" marR="0" lvl="1" indent="0" algn="l" defTabSz="685739" rtl="0" eaLnBrk="1" fontAlgn="auto" latinLnBrk="0" hangingPunct="1">
                        <a:lnSpc>
                          <a:spcPct val="100000"/>
                        </a:lnSpc>
                        <a:spcBef>
                          <a:spcPts val="0"/>
                        </a:spcBef>
                        <a:spcAft>
                          <a:spcPts val="0"/>
                        </a:spcAft>
                        <a:buClrTx/>
                        <a:buSzTx/>
                        <a:buFontTx/>
                        <a:buNone/>
                        <a:tabLst/>
                        <a:defRPr/>
                      </a:pPr>
                      <a:r>
                        <a:rPr lang="en-US" sz="1100" dirty="0">
                          <a:latin typeface="+mn-lt"/>
                        </a:rPr>
                        <a:t>Monetary incentive payout option only</a:t>
                      </a:r>
                    </a:p>
                  </a:txBody>
                  <a:tcPr marL="45720" marR="45720" anchor="ctr"/>
                </a:tc>
                <a:extLst>
                  <a:ext uri="{0D108BD9-81ED-4DB2-BD59-A6C34878D82A}">
                    <a16:rowId xmlns:a16="http://schemas.microsoft.com/office/drawing/2014/main" val="3013354382"/>
                  </a:ext>
                </a:extLst>
              </a:tr>
              <a:tr h="386214">
                <a:tc>
                  <a:txBody>
                    <a:bodyPr/>
                    <a:lstStyle/>
                    <a:p>
                      <a:pPr marL="0" marR="0" lvl="0" indent="0" algn="l" defTabSz="685739" rtl="0" eaLnBrk="1" fontAlgn="auto" latinLnBrk="0" hangingPunct="1">
                        <a:lnSpc>
                          <a:spcPct val="100000"/>
                        </a:lnSpc>
                        <a:spcBef>
                          <a:spcPts val="0"/>
                        </a:spcBef>
                        <a:spcAft>
                          <a:spcPts val="0"/>
                        </a:spcAft>
                        <a:buClrTx/>
                        <a:buSzTx/>
                        <a:buFontTx/>
                        <a:buNone/>
                        <a:tabLst/>
                        <a:defRPr/>
                      </a:pPr>
                      <a:r>
                        <a:rPr lang="en-US" sz="1100" dirty="0">
                          <a:latin typeface="+mn-lt"/>
                        </a:rPr>
                        <a:t>5 Oracle University training seats—all Learning Subscriptions</a:t>
                      </a:r>
                    </a:p>
                  </a:txBody>
                  <a:tcPr marL="45720" marR="45720" anchor="ctr"/>
                </a:tc>
                <a:tc>
                  <a:txBody>
                    <a:bodyPr/>
                    <a:lstStyle/>
                    <a:p>
                      <a:pPr marL="173038" marR="0" lvl="1" indent="0" algn="l" defTabSz="685739" rtl="0" eaLnBrk="1" fontAlgn="auto" latinLnBrk="0" hangingPunct="1">
                        <a:lnSpc>
                          <a:spcPct val="100000"/>
                        </a:lnSpc>
                        <a:spcBef>
                          <a:spcPts val="0"/>
                        </a:spcBef>
                        <a:spcAft>
                          <a:spcPts val="0"/>
                        </a:spcAft>
                        <a:buClrTx/>
                        <a:buSzTx/>
                        <a:buFontTx/>
                        <a:buNone/>
                        <a:tabLst/>
                        <a:defRPr/>
                      </a:pPr>
                      <a:r>
                        <a:rPr lang="en-US" sz="1100" dirty="0">
                          <a:latin typeface="+mn-lt"/>
                        </a:rPr>
                        <a:t>5 Oracle University training seats—Cloud Learning Subscriptions only</a:t>
                      </a:r>
                    </a:p>
                  </a:txBody>
                  <a:tcPr marL="45720" marR="45720" anchor="ctr"/>
                </a:tc>
                <a:extLst>
                  <a:ext uri="{0D108BD9-81ED-4DB2-BD59-A6C34878D82A}">
                    <a16:rowId xmlns:a16="http://schemas.microsoft.com/office/drawing/2014/main" val="4149711059"/>
                  </a:ext>
                </a:extLst>
              </a:tr>
              <a:tr h="386214">
                <a:tc>
                  <a:txBody>
                    <a:bodyPr/>
                    <a:lstStyle/>
                    <a:p>
                      <a:pPr marL="0" marR="0" lvl="0" indent="0" algn="l" defTabSz="685739" rtl="0" eaLnBrk="1" fontAlgn="auto" latinLnBrk="0" hangingPunct="1">
                        <a:lnSpc>
                          <a:spcPct val="100000"/>
                        </a:lnSpc>
                        <a:spcBef>
                          <a:spcPts val="0"/>
                        </a:spcBef>
                        <a:spcAft>
                          <a:spcPts val="0"/>
                        </a:spcAft>
                        <a:buClrTx/>
                        <a:buSzTx/>
                        <a:buFontTx/>
                        <a:buNone/>
                        <a:tabLst/>
                        <a:defRPr/>
                      </a:pPr>
                      <a:r>
                        <a:rPr lang="en-US" sz="1100" dirty="0">
                          <a:latin typeface="+mn-lt"/>
                        </a:rPr>
                        <a:t>$5,000 enabler for use with any available OPN environment</a:t>
                      </a:r>
                    </a:p>
                  </a:txBody>
                  <a:tcPr marL="45720" marR="45720" anchor="ctr"/>
                </a:tc>
                <a:tc>
                  <a:txBody>
                    <a:bodyPr/>
                    <a:lstStyle/>
                    <a:p>
                      <a:pPr marL="173038" marR="0" lvl="1" indent="0" algn="l" defTabSz="685739" rtl="0" eaLnBrk="1" fontAlgn="auto" latinLnBrk="0" hangingPunct="1">
                        <a:lnSpc>
                          <a:spcPct val="100000"/>
                        </a:lnSpc>
                        <a:spcBef>
                          <a:spcPts val="0"/>
                        </a:spcBef>
                        <a:spcAft>
                          <a:spcPts val="0"/>
                        </a:spcAft>
                        <a:buClrTx/>
                        <a:buSzTx/>
                        <a:buFontTx/>
                        <a:buNone/>
                        <a:tabLst/>
                        <a:defRPr/>
                      </a:pPr>
                      <a:r>
                        <a:rPr lang="en-US" sz="1100" dirty="0">
                          <a:latin typeface="+mn-lt"/>
                        </a:rPr>
                        <a:t>$3,000 in Universal Credits for use with OCI only</a:t>
                      </a:r>
                    </a:p>
                  </a:txBody>
                  <a:tcPr marL="45720" marR="45720" anchor="ctr"/>
                </a:tc>
                <a:extLst>
                  <a:ext uri="{0D108BD9-81ED-4DB2-BD59-A6C34878D82A}">
                    <a16:rowId xmlns:a16="http://schemas.microsoft.com/office/drawing/2014/main" val="3868116326"/>
                  </a:ext>
                </a:extLst>
              </a:tr>
              <a:tr h="319858">
                <a:tc>
                  <a:txBody>
                    <a:bodyPr/>
                    <a:lstStyle/>
                    <a:p>
                      <a:pPr marL="0" marR="0" lvl="0" indent="0" algn="l" defTabSz="685739" rtl="0" eaLnBrk="1" fontAlgn="auto" latinLnBrk="0" hangingPunct="1">
                        <a:lnSpc>
                          <a:spcPct val="100000"/>
                        </a:lnSpc>
                        <a:spcBef>
                          <a:spcPts val="0"/>
                        </a:spcBef>
                        <a:spcAft>
                          <a:spcPts val="0"/>
                        </a:spcAft>
                        <a:buClrTx/>
                        <a:buSzTx/>
                        <a:buFontTx/>
                        <a:buNone/>
                        <a:tabLst/>
                        <a:defRPr/>
                      </a:pPr>
                      <a:r>
                        <a:rPr lang="en-US" sz="1100" dirty="0"/>
                        <a:t>Integration qualification included for all partners</a:t>
                      </a:r>
                    </a:p>
                  </a:txBody>
                  <a:tcPr marL="45720" marR="45720" anchor="ctr"/>
                </a:tc>
                <a:tc>
                  <a:txBody>
                    <a:bodyPr/>
                    <a:lstStyle/>
                    <a:p>
                      <a:pPr marL="173038" marR="0" lvl="1" indent="0" algn="l" defTabSz="685739" rtl="0" eaLnBrk="1" fontAlgn="auto" latinLnBrk="0" hangingPunct="1">
                        <a:lnSpc>
                          <a:spcPct val="100000"/>
                        </a:lnSpc>
                        <a:spcBef>
                          <a:spcPts val="0"/>
                        </a:spcBef>
                        <a:spcAft>
                          <a:spcPts val="0"/>
                        </a:spcAft>
                        <a:buClrTx/>
                        <a:buSzTx/>
                        <a:buFontTx/>
                        <a:buNone/>
                        <a:tabLst/>
                        <a:defRPr/>
                      </a:pPr>
                      <a:r>
                        <a:rPr lang="en-US" sz="1100" dirty="0"/>
                        <a:t>Integration qualification only for ISV partners</a:t>
                      </a:r>
                    </a:p>
                  </a:txBody>
                  <a:tcPr marL="45720" marR="45720" anchor="ctr"/>
                </a:tc>
                <a:extLst>
                  <a:ext uri="{0D108BD9-81ED-4DB2-BD59-A6C34878D82A}">
                    <a16:rowId xmlns:a16="http://schemas.microsoft.com/office/drawing/2014/main" val="1392580452"/>
                  </a:ext>
                </a:extLst>
              </a:tr>
              <a:tr h="319858">
                <a:tc>
                  <a:txBody>
                    <a:bodyPr/>
                    <a:lstStyle/>
                    <a:p>
                      <a:pPr marL="0" marR="0" lvl="0" indent="0" algn="l" defTabSz="685739" rtl="0" eaLnBrk="1" fontAlgn="auto" latinLnBrk="0" hangingPunct="1">
                        <a:lnSpc>
                          <a:spcPct val="100000"/>
                        </a:lnSpc>
                        <a:spcBef>
                          <a:spcPts val="0"/>
                        </a:spcBef>
                        <a:spcAft>
                          <a:spcPts val="0"/>
                        </a:spcAft>
                        <a:buClrTx/>
                        <a:buSzTx/>
                        <a:buFontTx/>
                        <a:buNone/>
                        <a:tabLst/>
                        <a:defRPr/>
                      </a:pPr>
                      <a:r>
                        <a:rPr lang="en-US" sz="1100" dirty="0"/>
                        <a:t>Business and technical assessment support funding included</a:t>
                      </a:r>
                    </a:p>
                  </a:txBody>
                  <a:tcPr marL="45720" marR="45720" anchor="ctr"/>
                </a:tc>
                <a:tc>
                  <a:txBody>
                    <a:bodyPr/>
                    <a:lstStyle/>
                    <a:p>
                      <a:pPr marL="173038" marR="0" lvl="1" indent="0" algn="l" defTabSz="685739" rtl="0" eaLnBrk="1" fontAlgn="auto" latinLnBrk="0" hangingPunct="1">
                        <a:lnSpc>
                          <a:spcPct val="100000"/>
                        </a:lnSpc>
                        <a:spcBef>
                          <a:spcPts val="0"/>
                        </a:spcBef>
                        <a:spcAft>
                          <a:spcPts val="0"/>
                        </a:spcAft>
                        <a:buClrTx/>
                        <a:buSzTx/>
                        <a:buFontTx/>
                        <a:buNone/>
                        <a:tabLst/>
                        <a:defRPr/>
                      </a:pPr>
                      <a:r>
                        <a:rPr lang="en-US" sz="1100" dirty="0"/>
                        <a:t>Not available</a:t>
                      </a:r>
                    </a:p>
                  </a:txBody>
                  <a:tcPr marL="45720" marR="45720" anchor="ctr"/>
                </a:tc>
                <a:extLst>
                  <a:ext uri="{0D108BD9-81ED-4DB2-BD59-A6C34878D82A}">
                    <a16:rowId xmlns:a16="http://schemas.microsoft.com/office/drawing/2014/main" val="1380341992"/>
                  </a:ext>
                </a:extLst>
              </a:tr>
              <a:tr h="386214">
                <a:tc>
                  <a:txBody>
                    <a:bodyPr/>
                    <a:lstStyle/>
                    <a:p>
                      <a:pPr marL="0" marR="0" lvl="0" indent="0" algn="l" defTabSz="685739" rtl="0" eaLnBrk="1" fontAlgn="auto" latinLnBrk="0" hangingPunct="1">
                        <a:lnSpc>
                          <a:spcPct val="100000"/>
                        </a:lnSpc>
                        <a:spcBef>
                          <a:spcPts val="0"/>
                        </a:spcBef>
                        <a:spcAft>
                          <a:spcPts val="0"/>
                        </a:spcAft>
                        <a:buClrTx/>
                        <a:buSzTx/>
                        <a:buFontTx/>
                        <a:buNone/>
                        <a:tabLst/>
                        <a:defRPr/>
                      </a:pPr>
                      <a:r>
                        <a:rPr lang="en-US" sz="1100" dirty="0"/>
                        <a:t>Access to Joint Account Planning with Oracle Sales teams</a:t>
                      </a:r>
                      <a:endParaRPr lang="en-US" sz="1100" dirty="0">
                        <a:latin typeface="+mn-lt"/>
                      </a:endParaRPr>
                    </a:p>
                  </a:txBody>
                  <a:tcPr marL="45720" marR="45720" anchor="ctr"/>
                </a:tc>
                <a:tc>
                  <a:txBody>
                    <a:bodyPr/>
                    <a:lstStyle/>
                    <a:p>
                      <a:pPr marL="173038" marR="0" lvl="1" indent="0" algn="l" defTabSz="685739" rtl="0" eaLnBrk="1" fontAlgn="auto" latinLnBrk="0" hangingPunct="1">
                        <a:lnSpc>
                          <a:spcPct val="100000"/>
                        </a:lnSpc>
                        <a:spcBef>
                          <a:spcPts val="0"/>
                        </a:spcBef>
                        <a:spcAft>
                          <a:spcPts val="0"/>
                        </a:spcAft>
                        <a:buClrTx/>
                        <a:buSzTx/>
                        <a:buFontTx/>
                        <a:buNone/>
                        <a:tabLst/>
                        <a:defRPr/>
                      </a:pPr>
                      <a:r>
                        <a:rPr lang="en-US" sz="1100" dirty="0"/>
                        <a:t>Not available</a:t>
                      </a:r>
                      <a:endParaRPr lang="en-US" sz="1100" dirty="0">
                        <a:latin typeface="+mn-lt"/>
                      </a:endParaRPr>
                    </a:p>
                  </a:txBody>
                  <a:tcPr marL="45720" marR="45720" anchor="ctr"/>
                </a:tc>
                <a:extLst>
                  <a:ext uri="{0D108BD9-81ED-4DB2-BD59-A6C34878D82A}">
                    <a16:rowId xmlns:a16="http://schemas.microsoft.com/office/drawing/2014/main" val="4231389694"/>
                  </a:ext>
                </a:extLst>
              </a:tr>
            </a:tbl>
          </a:graphicData>
        </a:graphic>
      </p:graphicFrame>
    </p:spTree>
    <p:extLst>
      <p:ext uri="{BB962C8B-B14F-4D97-AF65-F5344CB8AC3E}">
        <p14:creationId xmlns:p14="http://schemas.microsoft.com/office/powerpoint/2010/main" val="3349995995"/>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BF7764-D595-5A6F-AFAE-1EC6FA083A50}"/>
              </a:ext>
            </a:extLst>
          </p:cNvPr>
          <p:cNvSpPr>
            <a:spLocks noGrp="1"/>
          </p:cNvSpPr>
          <p:nvPr>
            <p:ph type="title" idx="4294967295"/>
          </p:nvPr>
        </p:nvSpPr>
        <p:spPr>
          <a:xfrm>
            <a:off x="543199" y="2224086"/>
            <a:ext cx="4275138" cy="695325"/>
          </a:xfrm>
        </p:spPr>
        <p:txBody>
          <a:bodyPr/>
          <a:lstStyle/>
          <a:p>
            <a:r>
              <a:rPr lang="en-US" sz="2200" dirty="0"/>
              <a:t>Choose your partnership</a:t>
            </a:r>
            <a:br>
              <a:rPr lang="en-US" sz="2200" dirty="0"/>
            </a:br>
            <a:r>
              <a:rPr lang="en-US" sz="2200" dirty="0"/>
              <a:t>path, benefits, and incentives</a:t>
            </a:r>
          </a:p>
        </p:txBody>
      </p:sp>
      <p:sp>
        <p:nvSpPr>
          <p:cNvPr id="31" name="TextBox 30">
            <a:extLst>
              <a:ext uri="{FF2B5EF4-FFF2-40B4-BE49-F238E27FC236}">
                <a16:creationId xmlns:a16="http://schemas.microsoft.com/office/drawing/2014/main" id="{663E673E-76F5-D13D-D9FD-3F8444B5376C}"/>
              </a:ext>
            </a:extLst>
          </p:cNvPr>
          <p:cNvSpPr txBox="1"/>
          <p:nvPr/>
        </p:nvSpPr>
        <p:spPr>
          <a:xfrm>
            <a:off x="5626851" y="1971585"/>
            <a:ext cx="2743200" cy="1200329"/>
          </a:xfrm>
          <a:prstGeom prst="rect">
            <a:avLst/>
          </a:prstGeom>
          <a:noFill/>
        </p:spPr>
        <p:txBody>
          <a:bodyPr wrap="square">
            <a:spAutoFit/>
          </a:bodyPr>
          <a:lstStyle/>
          <a:p>
            <a:pPr marL="0" lvl="1" defTabSz="932293" fontAlgn="base">
              <a:spcBef>
                <a:spcPct val="0"/>
              </a:spcBef>
              <a:defRPr/>
            </a:pPr>
            <a:r>
              <a:rPr lang="en-US" sz="1200" kern="0" dirty="0">
                <a:latin typeface="Oracle Sans" panose="020B0503020204020204" pitchFamily="34" charset="0"/>
                <a:cs typeface="Oracle Sans" panose="020B0503020204020204" pitchFamily="34" charset="0"/>
              </a:rPr>
              <a:t>Level 1</a:t>
            </a:r>
          </a:p>
          <a:p>
            <a:pPr marL="285750" lvl="1" indent="-285750" defTabSz="932293" fontAlgn="base">
              <a:spcBef>
                <a:spcPct val="0"/>
              </a:spcBef>
              <a:buClr>
                <a:schemeClr val="tx1"/>
              </a:buClr>
              <a:buFont typeface="Arial" panose="020B0604020202020204" pitchFamily="34" charset="0"/>
              <a:buChar char="•"/>
              <a:defRPr/>
            </a:pPr>
            <a:r>
              <a:rPr lang="en-US" sz="1200" kern="0" dirty="0">
                <a:solidFill>
                  <a:srgbClr val="F0CC71"/>
                </a:solidFill>
                <a:latin typeface="Oracle Sans" panose="020B0503020204020204" pitchFamily="34" charset="0"/>
                <a:cs typeface="Oracle Sans" panose="020B0503020204020204" pitchFamily="34" charset="0"/>
              </a:rPr>
              <a:t>5 seats </a:t>
            </a:r>
            <a:r>
              <a:rPr lang="en-US" sz="1200" kern="0" dirty="0">
                <a:latin typeface="Oracle Sans" panose="020B0503020204020204" pitchFamily="34" charset="0"/>
                <a:cs typeface="Oracle Sans" panose="020B0503020204020204" pitchFamily="34" charset="0"/>
              </a:rPr>
              <a:t>for advanced delivery</a:t>
            </a:r>
            <a:br>
              <a:rPr lang="en-US" sz="1200" kern="0" dirty="0">
                <a:latin typeface="Oracle Sans" panose="020B0503020204020204" pitchFamily="34" charset="0"/>
                <a:cs typeface="Oracle Sans" panose="020B0503020204020204" pitchFamily="34" charset="0"/>
              </a:rPr>
            </a:br>
            <a:r>
              <a:rPr lang="en-US" sz="1200" kern="0" dirty="0">
                <a:latin typeface="Oracle Sans" panose="020B0503020204020204" pitchFamily="34" charset="0"/>
                <a:cs typeface="Oracle Sans" panose="020B0503020204020204" pitchFamily="34" charset="0"/>
              </a:rPr>
              <a:t>and success training on Oracle’s</a:t>
            </a:r>
            <a:br>
              <a:rPr lang="en-US" sz="1200" kern="0" dirty="0">
                <a:latin typeface="Oracle Sans" panose="020B0503020204020204" pitchFamily="34" charset="0"/>
                <a:cs typeface="Oracle Sans" panose="020B0503020204020204" pitchFamily="34" charset="0"/>
              </a:rPr>
            </a:br>
            <a:r>
              <a:rPr lang="en-US" sz="1200" kern="0" dirty="0">
                <a:latin typeface="Oracle Sans" panose="020B0503020204020204" pitchFamily="34" charset="0"/>
                <a:cs typeface="Oracle Sans" panose="020B0503020204020204" pitchFamily="34" charset="0"/>
              </a:rPr>
              <a:t>entire product portfolio</a:t>
            </a:r>
          </a:p>
          <a:p>
            <a:pPr marL="285750" lvl="1" indent="-285750" defTabSz="932293" fontAlgn="base">
              <a:spcBef>
                <a:spcPct val="0"/>
              </a:spcBef>
              <a:buClr>
                <a:schemeClr val="tx1"/>
              </a:buClr>
              <a:buFont typeface="Arial" panose="020B0604020202020204" pitchFamily="34" charset="0"/>
              <a:buChar char="•"/>
              <a:defRPr/>
            </a:pPr>
            <a:r>
              <a:rPr lang="en-US" sz="1200" kern="0" dirty="0">
                <a:solidFill>
                  <a:srgbClr val="F0CC71"/>
                </a:solidFill>
                <a:latin typeface="Oracle Sans" panose="020B0503020204020204" pitchFamily="34" charset="0"/>
                <a:cs typeface="Oracle Sans" panose="020B0503020204020204" pitchFamily="34" charset="0"/>
              </a:rPr>
              <a:t>Enabler</a:t>
            </a:r>
            <a:r>
              <a:rPr lang="en-US" sz="1200" kern="0" dirty="0">
                <a:latin typeface="Oracle Sans" panose="020B0503020204020204" pitchFamily="34" charset="0"/>
                <a:cs typeface="Oracle Sans" panose="020B0503020204020204" pitchFamily="34" charset="0"/>
              </a:rPr>
              <a:t> for dev/test</a:t>
            </a:r>
            <a:br>
              <a:rPr lang="en-US" sz="1200" kern="0" dirty="0">
                <a:latin typeface="Oracle Sans" panose="020B0503020204020204" pitchFamily="34" charset="0"/>
                <a:cs typeface="Oracle Sans" panose="020B0503020204020204" pitchFamily="34" charset="0"/>
              </a:rPr>
            </a:br>
            <a:r>
              <a:rPr lang="en-US" sz="1200" kern="0" dirty="0">
                <a:latin typeface="Oracle Sans" panose="020B0503020204020204" pitchFamily="34" charset="0"/>
                <a:cs typeface="Oracle Sans" panose="020B0503020204020204" pitchFamily="34" charset="0"/>
              </a:rPr>
              <a:t>environments</a:t>
            </a:r>
          </a:p>
        </p:txBody>
      </p:sp>
      <p:sp>
        <p:nvSpPr>
          <p:cNvPr id="3" name="Footer Placeholder 2">
            <a:extLst>
              <a:ext uri="{FF2B5EF4-FFF2-40B4-BE49-F238E27FC236}">
                <a16:creationId xmlns:a16="http://schemas.microsoft.com/office/drawing/2014/main" id="{24FAFFEA-2198-F55F-2F5A-8664DAFBDB3F}"/>
              </a:ext>
            </a:extLst>
          </p:cNvPr>
          <p:cNvSpPr txBox="1">
            <a:spLocks/>
          </p:cNvSpPr>
          <p:nvPr/>
        </p:nvSpPr>
        <p:spPr>
          <a:xfrm>
            <a:off x="529290" y="4869657"/>
            <a:ext cx="3769900" cy="273844"/>
          </a:xfrm>
          <a:prstGeom prst="rect">
            <a:avLst/>
          </a:prstGeom>
        </p:spPr>
        <p:txBody>
          <a:bodyPr/>
          <a:lstStyle>
            <a:defPPr>
              <a:defRPr lang="en-US"/>
            </a:defPPr>
            <a:lvl1pPr marL="0" algn="l" defTabSz="674692" rtl="0" eaLnBrk="1" latinLnBrk="0" hangingPunct="1">
              <a:defRPr sz="1328" kern="1200">
                <a:solidFill>
                  <a:schemeClr val="tx1"/>
                </a:solidFill>
                <a:latin typeface="+mn-lt"/>
                <a:ea typeface="+mn-ea"/>
                <a:cs typeface="+mn-cs"/>
              </a:defRPr>
            </a:lvl1pPr>
            <a:lvl2pPr marL="337347" algn="l" defTabSz="674692" rtl="0" eaLnBrk="1" latinLnBrk="0" hangingPunct="1">
              <a:defRPr sz="1328" kern="1200">
                <a:solidFill>
                  <a:schemeClr val="tx1"/>
                </a:solidFill>
                <a:latin typeface="+mn-lt"/>
                <a:ea typeface="+mn-ea"/>
                <a:cs typeface="+mn-cs"/>
              </a:defRPr>
            </a:lvl2pPr>
            <a:lvl3pPr marL="674692" algn="l" defTabSz="674692" rtl="0" eaLnBrk="1" latinLnBrk="0" hangingPunct="1">
              <a:defRPr sz="1328" kern="1200">
                <a:solidFill>
                  <a:schemeClr val="tx1"/>
                </a:solidFill>
                <a:latin typeface="+mn-lt"/>
                <a:ea typeface="+mn-ea"/>
                <a:cs typeface="+mn-cs"/>
              </a:defRPr>
            </a:lvl3pPr>
            <a:lvl4pPr marL="1012039" algn="l" defTabSz="674692" rtl="0" eaLnBrk="1" latinLnBrk="0" hangingPunct="1">
              <a:defRPr sz="1328" kern="1200">
                <a:solidFill>
                  <a:schemeClr val="tx1"/>
                </a:solidFill>
                <a:latin typeface="+mn-lt"/>
                <a:ea typeface="+mn-ea"/>
                <a:cs typeface="+mn-cs"/>
              </a:defRPr>
            </a:lvl4pPr>
            <a:lvl5pPr marL="1349384" algn="l" defTabSz="674692" rtl="0" eaLnBrk="1" latinLnBrk="0" hangingPunct="1">
              <a:defRPr sz="1328" kern="1200">
                <a:solidFill>
                  <a:schemeClr val="tx1"/>
                </a:solidFill>
                <a:latin typeface="+mn-lt"/>
                <a:ea typeface="+mn-ea"/>
                <a:cs typeface="+mn-cs"/>
              </a:defRPr>
            </a:lvl5pPr>
            <a:lvl6pPr marL="1686731" algn="l" defTabSz="674692" rtl="0" eaLnBrk="1" latinLnBrk="0" hangingPunct="1">
              <a:defRPr sz="1328" kern="1200">
                <a:solidFill>
                  <a:schemeClr val="tx1"/>
                </a:solidFill>
                <a:latin typeface="+mn-lt"/>
                <a:ea typeface="+mn-ea"/>
                <a:cs typeface="+mn-cs"/>
              </a:defRPr>
            </a:lvl6pPr>
            <a:lvl7pPr marL="2024077" algn="l" defTabSz="674692" rtl="0" eaLnBrk="1" latinLnBrk="0" hangingPunct="1">
              <a:defRPr sz="1328" kern="1200">
                <a:solidFill>
                  <a:schemeClr val="tx1"/>
                </a:solidFill>
                <a:latin typeface="+mn-lt"/>
                <a:ea typeface="+mn-ea"/>
                <a:cs typeface="+mn-cs"/>
              </a:defRPr>
            </a:lvl7pPr>
            <a:lvl8pPr marL="2361423" algn="l" defTabSz="674692" rtl="0" eaLnBrk="1" latinLnBrk="0" hangingPunct="1">
              <a:defRPr sz="1328" kern="1200">
                <a:solidFill>
                  <a:schemeClr val="tx1"/>
                </a:solidFill>
                <a:latin typeface="+mn-lt"/>
                <a:ea typeface="+mn-ea"/>
                <a:cs typeface="+mn-cs"/>
              </a:defRPr>
            </a:lvl8pPr>
            <a:lvl9pPr marL="2698769" algn="l" defTabSz="674692" rtl="0" eaLnBrk="1" latinLnBrk="0" hangingPunct="1">
              <a:defRPr sz="1328" kern="1200">
                <a:solidFill>
                  <a:schemeClr val="tx1"/>
                </a:solidFill>
                <a:latin typeface="+mn-lt"/>
                <a:ea typeface="+mn-ea"/>
                <a:cs typeface="+mn-cs"/>
              </a:defRPr>
            </a:lvl9pPr>
          </a:lstStyle>
          <a:p>
            <a:r>
              <a:rPr lang="en-US" sz="530" dirty="0">
                <a:latin typeface="Oracle Sans" panose="020B0503020204020204" pitchFamily="34" charset="0"/>
                <a:cs typeface="Oracle Sans" panose="020B0503020204020204" pitchFamily="34" charset="0"/>
                <a:sym typeface="Symbol" pitchFamily="2" charset="2"/>
              </a:rPr>
              <a:t>Copyright © 2025, Oracle and/or its affiliates. All rights reserved.</a:t>
            </a:r>
            <a:endParaRPr lang="en-CA" sz="530" dirty="0">
              <a:latin typeface="Oracle Sans" panose="020B0503020204020204" pitchFamily="34" charset="0"/>
              <a:cs typeface="Oracle Sans" panose="020B0503020204020204" pitchFamily="34" charset="0"/>
            </a:endParaRPr>
          </a:p>
        </p:txBody>
      </p:sp>
      <p:sp>
        <p:nvSpPr>
          <p:cNvPr id="4" name="Slide Number Placeholder 3">
            <a:extLst>
              <a:ext uri="{FF2B5EF4-FFF2-40B4-BE49-F238E27FC236}">
                <a16:creationId xmlns:a16="http://schemas.microsoft.com/office/drawing/2014/main" id="{FAE8BBB5-682A-2197-325A-A7C3E37A3EB8}"/>
              </a:ext>
            </a:extLst>
          </p:cNvPr>
          <p:cNvSpPr txBox="1">
            <a:spLocks/>
          </p:cNvSpPr>
          <p:nvPr/>
        </p:nvSpPr>
        <p:spPr>
          <a:xfrm>
            <a:off x="195597" y="4869657"/>
            <a:ext cx="326888" cy="273844"/>
          </a:xfrm>
          <a:prstGeom prst="rect">
            <a:avLst/>
          </a:prstGeom>
        </p:spPr>
        <p:txBody>
          <a:bodyPr/>
          <a:lstStyle>
            <a:defPPr>
              <a:defRPr lang="en-US"/>
            </a:defPPr>
            <a:lvl1pPr marL="0" algn="l" defTabSz="674692" rtl="0" eaLnBrk="1" latinLnBrk="0" hangingPunct="1">
              <a:defRPr sz="1328" kern="1200">
                <a:solidFill>
                  <a:schemeClr val="tx1"/>
                </a:solidFill>
                <a:latin typeface="+mn-lt"/>
                <a:ea typeface="+mn-ea"/>
                <a:cs typeface="+mn-cs"/>
              </a:defRPr>
            </a:lvl1pPr>
            <a:lvl2pPr marL="337347" algn="l" defTabSz="674692" rtl="0" eaLnBrk="1" latinLnBrk="0" hangingPunct="1">
              <a:defRPr sz="1328" kern="1200">
                <a:solidFill>
                  <a:schemeClr val="tx1"/>
                </a:solidFill>
                <a:latin typeface="+mn-lt"/>
                <a:ea typeface="+mn-ea"/>
                <a:cs typeface="+mn-cs"/>
              </a:defRPr>
            </a:lvl2pPr>
            <a:lvl3pPr marL="674692" algn="l" defTabSz="674692" rtl="0" eaLnBrk="1" latinLnBrk="0" hangingPunct="1">
              <a:defRPr sz="1328" kern="1200">
                <a:solidFill>
                  <a:schemeClr val="tx1"/>
                </a:solidFill>
                <a:latin typeface="+mn-lt"/>
                <a:ea typeface="+mn-ea"/>
                <a:cs typeface="+mn-cs"/>
              </a:defRPr>
            </a:lvl3pPr>
            <a:lvl4pPr marL="1012039" algn="l" defTabSz="674692" rtl="0" eaLnBrk="1" latinLnBrk="0" hangingPunct="1">
              <a:defRPr sz="1328" kern="1200">
                <a:solidFill>
                  <a:schemeClr val="tx1"/>
                </a:solidFill>
                <a:latin typeface="+mn-lt"/>
                <a:ea typeface="+mn-ea"/>
                <a:cs typeface="+mn-cs"/>
              </a:defRPr>
            </a:lvl4pPr>
            <a:lvl5pPr marL="1349384" algn="l" defTabSz="674692" rtl="0" eaLnBrk="1" latinLnBrk="0" hangingPunct="1">
              <a:defRPr sz="1328" kern="1200">
                <a:solidFill>
                  <a:schemeClr val="tx1"/>
                </a:solidFill>
                <a:latin typeface="+mn-lt"/>
                <a:ea typeface="+mn-ea"/>
                <a:cs typeface="+mn-cs"/>
              </a:defRPr>
            </a:lvl5pPr>
            <a:lvl6pPr marL="1686731" algn="l" defTabSz="674692" rtl="0" eaLnBrk="1" latinLnBrk="0" hangingPunct="1">
              <a:defRPr sz="1328" kern="1200">
                <a:solidFill>
                  <a:schemeClr val="tx1"/>
                </a:solidFill>
                <a:latin typeface="+mn-lt"/>
                <a:ea typeface="+mn-ea"/>
                <a:cs typeface="+mn-cs"/>
              </a:defRPr>
            </a:lvl6pPr>
            <a:lvl7pPr marL="2024077" algn="l" defTabSz="674692" rtl="0" eaLnBrk="1" latinLnBrk="0" hangingPunct="1">
              <a:defRPr sz="1328" kern="1200">
                <a:solidFill>
                  <a:schemeClr val="tx1"/>
                </a:solidFill>
                <a:latin typeface="+mn-lt"/>
                <a:ea typeface="+mn-ea"/>
                <a:cs typeface="+mn-cs"/>
              </a:defRPr>
            </a:lvl7pPr>
            <a:lvl8pPr marL="2361423" algn="l" defTabSz="674692" rtl="0" eaLnBrk="1" latinLnBrk="0" hangingPunct="1">
              <a:defRPr sz="1328" kern="1200">
                <a:solidFill>
                  <a:schemeClr val="tx1"/>
                </a:solidFill>
                <a:latin typeface="+mn-lt"/>
                <a:ea typeface="+mn-ea"/>
                <a:cs typeface="+mn-cs"/>
              </a:defRPr>
            </a:lvl8pPr>
            <a:lvl9pPr marL="2698769" algn="l" defTabSz="674692" rtl="0" eaLnBrk="1" latinLnBrk="0" hangingPunct="1">
              <a:defRPr sz="1328" kern="1200">
                <a:solidFill>
                  <a:schemeClr val="tx1"/>
                </a:solidFill>
                <a:latin typeface="+mn-lt"/>
                <a:ea typeface="+mn-ea"/>
                <a:cs typeface="+mn-cs"/>
              </a:defRPr>
            </a:lvl9pPr>
          </a:lstStyle>
          <a:p>
            <a:fld id="{CFF4B978-1D82-7745-80C5-DBABA6B131D3}" type="slidenum">
              <a:rPr lang="en-US" sz="530" smtClean="0">
                <a:latin typeface="Oracle Sans" panose="020B0503020204020204" pitchFamily="34" charset="0"/>
                <a:cs typeface="Oracle Sans" panose="020B0503020204020204" pitchFamily="34" charset="0"/>
              </a:rPr>
              <a:pPr/>
              <a:t>3</a:t>
            </a:fld>
            <a:endParaRPr lang="en-US" sz="530" dirty="0">
              <a:latin typeface="Oracle Sans" panose="020B0503020204020204" pitchFamily="34" charset="0"/>
              <a:cs typeface="Oracle Sans" panose="020B0503020204020204" pitchFamily="34" charset="0"/>
            </a:endParaRPr>
          </a:p>
        </p:txBody>
      </p:sp>
    </p:spTree>
    <p:extLst>
      <p:ext uri="{BB962C8B-B14F-4D97-AF65-F5344CB8AC3E}">
        <p14:creationId xmlns:p14="http://schemas.microsoft.com/office/powerpoint/2010/main" val="712339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DE2A194-276E-EE8D-C1FC-030AA69AFC1E}"/>
              </a:ext>
            </a:extLst>
          </p:cNvPr>
          <p:cNvSpPr>
            <a:spLocks noGrp="1" noRot="1" noMove="1" noResize="1" noEditPoints="1" noAdjustHandles="1" noChangeArrowheads="1" noChangeShapeType="1"/>
          </p:cNvSpPr>
          <p:nvPr/>
        </p:nvSpPr>
        <p:spPr>
          <a:xfrm>
            <a:off x="8357191" y="4677557"/>
            <a:ext cx="582310" cy="465943"/>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Half Purple">
            <a:extLst>
              <a:ext uri="{FF2B5EF4-FFF2-40B4-BE49-F238E27FC236}">
                <a16:creationId xmlns:a16="http://schemas.microsoft.com/office/drawing/2014/main" id="{BF9848C9-F7A3-C18B-D3C1-3C853B7E9237}"/>
              </a:ext>
            </a:extLst>
          </p:cNvPr>
          <p:cNvSpPr>
            <a:spLocks/>
          </p:cNvSpPr>
          <p:nvPr/>
        </p:nvSpPr>
        <p:spPr>
          <a:xfrm>
            <a:off x="4583074" y="3199581"/>
            <a:ext cx="4356427" cy="1691640"/>
          </a:xfrm>
          <a:prstGeom prst="roundRect">
            <a:avLst>
              <a:gd name="adj" fmla="val 496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Oracle Sans" panose="020B0503020204020204" pitchFamily="34" charset="0"/>
            </a:endParaRPr>
          </a:p>
        </p:txBody>
      </p:sp>
      <p:sp>
        <p:nvSpPr>
          <p:cNvPr id="20" name="Footer Placeholder 2">
            <a:extLst>
              <a:ext uri="{FF2B5EF4-FFF2-40B4-BE49-F238E27FC236}">
                <a16:creationId xmlns:a16="http://schemas.microsoft.com/office/drawing/2014/main" id="{B83D9FDB-C869-463D-F54F-FDBF5E9685FC}"/>
              </a:ext>
            </a:extLst>
          </p:cNvPr>
          <p:cNvSpPr txBox="1">
            <a:spLocks/>
          </p:cNvSpPr>
          <p:nvPr/>
        </p:nvSpPr>
        <p:spPr>
          <a:xfrm>
            <a:off x="529290" y="4869657"/>
            <a:ext cx="3769900" cy="273844"/>
          </a:xfrm>
          <a:prstGeom prst="rect">
            <a:avLst/>
          </a:prstGeom>
        </p:spPr>
        <p:txBody>
          <a:bodyPr/>
          <a:lstStyle>
            <a:defPPr>
              <a:defRPr lang="en-US"/>
            </a:defPPr>
            <a:lvl1pPr marL="0" algn="l" defTabSz="674692" rtl="0" eaLnBrk="1" latinLnBrk="0" hangingPunct="1">
              <a:defRPr sz="1328" kern="1200">
                <a:solidFill>
                  <a:schemeClr val="tx1"/>
                </a:solidFill>
                <a:latin typeface="+mn-lt"/>
                <a:ea typeface="+mn-ea"/>
                <a:cs typeface="+mn-cs"/>
              </a:defRPr>
            </a:lvl1pPr>
            <a:lvl2pPr marL="337347" algn="l" defTabSz="674692" rtl="0" eaLnBrk="1" latinLnBrk="0" hangingPunct="1">
              <a:defRPr sz="1328" kern="1200">
                <a:solidFill>
                  <a:schemeClr val="tx1"/>
                </a:solidFill>
                <a:latin typeface="+mn-lt"/>
                <a:ea typeface="+mn-ea"/>
                <a:cs typeface="+mn-cs"/>
              </a:defRPr>
            </a:lvl2pPr>
            <a:lvl3pPr marL="674692" algn="l" defTabSz="674692" rtl="0" eaLnBrk="1" latinLnBrk="0" hangingPunct="1">
              <a:defRPr sz="1328" kern="1200">
                <a:solidFill>
                  <a:schemeClr val="tx1"/>
                </a:solidFill>
                <a:latin typeface="+mn-lt"/>
                <a:ea typeface="+mn-ea"/>
                <a:cs typeface="+mn-cs"/>
              </a:defRPr>
            </a:lvl3pPr>
            <a:lvl4pPr marL="1012039" algn="l" defTabSz="674692" rtl="0" eaLnBrk="1" latinLnBrk="0" hangingPunct="1">
              <a:defRPr sz="1328" kern="1200">
                <a:solidFill>
                  <a:schemeClr val="tx1"/>
                </a:solidFill>
                <a:latin typeface="+mn-lt"/>
                <a:ea typeface="+mn-ea"/>
                <a:cs typeface="+mn-cs"/>
              </a:defRPr>
            </a:lvl4pPr>
            <a:lvl5pPr marL="1349384" algn="l" defTabSz="674692" rtl="0" eaLnBrk="1" latinLnBrk="0" hangingPunct="1">
              <a:defRPr sz="1328" kern="1200">
                <a:solidFill>
                  <a:schemeClr val="tx1"/>
                </a:solidFill>
                <a:latin typeface="+mn-lt"/>
                <a:ea typeface="+mn-ea"/>
                <a:cs typeface="+mn-cs"/>
              </a:defRPr>
            </a:lvl5pPr>
            <a:lvl6pPr marL="1686731" algn="l" defTabSz="674692" rtl="0" eaLnBrk="1" latinLnBrk="0" hangingPunct="1">
              <a:defRPr sz="1328" kern="1200">
                <a:solidFill>
                  <a:schemeClr val="tx1"/>
                </a:solidFill>
                <a:latin typeface="+mn-lt"/>
                <a:ea typeface="+mn-ea"/>
                <a:cs typeface="+mn-cs"/>
              </a:defRPr>
            </a:lvl6pPr>
            <a:lvl7pPr marL="2024077" algn="l" defTabSz="674692" rtl="0" eaLnBrk="1" latinLnBrk="0" hangingPunct="1">
              <a:defRPr sz="1328" kern="1200">
                <a:solidFill>
                  <a:schemeClr val="tx1"/>
                </a:solidFill>
                <a:latin typeface="+mn-lt"/>
                <a:ea typeface="+mn-ea"/>
                <a:cs typeface="+mn-cs"/>
              </a:defRPr>
            </a:lvl7pPr>
            <a:lvl8pPr marL="2361423" algn="l" defTabSz="674692" rtl="0" eaLnBrk="1" latinLnBrk="0" hangingPunct="1">
              <a:defRPr sz="1328" kern="1200">
                <a:solidFill>
                  <a:schemeClr val="tx1"/>
                </a:solidFill>
                <a:latin typeface="+mn-lt"/>
                <a:ea typeface="+mn-ea"/>
                <a:cs typeface="+mn-cs"/>
              </a:defRPr>
            </a:lvl8pPr>
            <a:lvl9pPr marL="2698769" algn="l" defTabSz="674692" rtl="0" eaLnBrk="1" latinLnBrk="0" hangingPunct="1">
              <a:defRPr sz="1328" kern="1200">
                <a:solidFill>
                  <a:schemeClr val="tx1"/>
                </a:solidFill>
                <a:latin typeface="+mn-lt"/>
                <a:ea typeface="+mn-ea"/>
                <a:cs typeface="+mn-cs"/>
              </a:defRPr>
            </a:lvl9pPr>
          </a:lstStyle>
          <a:p>
            <a:r>
              <a:rPr lang="en-US" sz="530" dirty="0">
                <a:latin typeface="Oracle Sans" panose="020B0503020204020204" pitchFamily="34" charset="0"/>
                <a:cs typeface="Oracle Sans" panose="020B0503020204020204" pitchFamily="34" charset="0"/>
                <a:sym typeface="Symbol" pitchFamily="2" charset="2"/>
              </a:rPr>
              <a:t>Copyright © 2025, Oracle and/or its affiliates. All rights reserved.</a:t>
            </a:r>
            <a:endParaRPr lang="en-CA" sz="530" dirty="0">
              <a:latin typeface="Oracle Sans" panose="020B0503020204020204" pitchFamily="34" charset="0"/>
              <a:cs typeface="Oracle Sans" panose="020B0503020204020204" pitchFamily="34" charset="0"/>
            </a:endParaRPr>
          </a:p>
        </p:txBody>
      </p:sp>
      <p:sp>
        <p:nvSpPr>
          <p:cNvPr id="22" name="Slide Number Placeholder 3">
            <a:extLst>
              <a:ext uri="{FF2B5EF4-FFF2-40B4-BE49-F238E27FC236}">
                <a16:creationId xmlns:a16="http://schemas.microsoft.com/office/drawing/2014/main" id="{2E64EA33-923A-3125-EAC5-BC72F580268C}"/>
              </a:ext>
            </a:extLst>
          </p:cNvPr>
          <p:cNvSpPr txBox="1">
            <a:spLocks/>
          </p:cNvSpPr>
          <p:nvPr/>
        </p:nvSpPr>
        <p:spPr>
          <a:xfrm>
            <a:off x="195597" y="4869657"/>
            <a:ext cx="326888" cy="273844"/>
          </a:xfrm>
          <a:prstGeom prst="rect">
            <a:avLst/>
          </a:prstGeom>
        </p:spPr>
        <p:txBody>
          <a:bodyPr/>
          <a:lstStyle>
            <a:defPPr>
              <a:defRPr lang="en-US"/>
            </a:defPPr>
            <a:lvl1pPr marL="0" algn="l" defTabSz="674692" rtl="0" eaLnBrk="1" latinLnBrk="0" hangingPunct="1">
              <a:defRPr sz="1328" kern="1200">
                <a:solidFill>
                  <a:schemeClr val="tx1"/>
                </a:solidFill>
                <a:latin typeface="+mn-lt"/>
                <a:ea typeface="+mn-ea"/>
                <a:cs typeface="+mn-cs"/>
              </a:defRPr>
            </a:lvl1pPr>
            <a:lvl2pPr marL="337347" algn="l" defTabSz="674692" rtl="0" eaLnBrk="1" latinLnBrk="0" hangingPunct="1">
              <a:defRPr sz="1328" kern="1200">
                <a:solidFill>
                  <a:schemeClr val="tx1"/>
                </a:solidFill>
                <a:latin typeface="+mn-lt"/>
                <a:ea typeface="+mn-ea"/>
                <a:cs typeface="+mn-cs"/>
              </a:defRPr>
            </a:lvl2pPr>
            <a:lvl3pPr marL="674692" algn="l" defTabSz="674692" rtl="0" eaLnBrk="1" latinLnBrk="0" hangingPunct="1">
              <a:defRPr sz="1328" kern="1200">
                <a:solidFill>
                  <a:schemeClr val="tx1"/>
                </a:solidFill>
                <a:latin typeface="+mn-lt"/>
                <a:ea typeface="+mn-ea"/>
                <a:cs typeface="+mn-cs"/>
              </a:defRPr>
            </a:lvl3pPr>
            <a:lvl4pPr marL="1012039" algn="l" defTabSz="674692" rtl="0" eaLnBrk="1" latinLnBrk="0" hangingPunct="1">
              <a:defRPr sz="1328" kern="1200">
                <a:solidFill>
                  <a:schemeClr val="tx1"/>
                </a:solidFill>
                <a:latin typeface="+mn-lt"/>
                <a:ea typeface="+mn-ea"/>
                <a:cs typeface="+mn-cs"/>
              </a:defRPr>
            </a:lvl4pPr>
            <a:lvl5pPr marL="1349384" algn="l" defTabSz="674692" rtl="0" eaLnBrk="1" latinLnBrk="0" hangingPunct="1">
              <a:defRPr sz="1328" kern="1200">
                <a:solidFill>
                  <a:schemeClr val="tx1"/>
                </a:solidFill>
                <a:latin typeface="+mn-lt"/>
                <a:ea typeface="+mn-ea"/>
                <a:cs typeface="+mn-cs"/>
              </a:defRPr>
            </a:lvl5pPr>
            <a:lvl6pPr marL="1686731" algn="l" defTabSz="674692" rtl="0" eaLnBrk="1" latinLnBrk="0" hangingPunct="1">
              <a:defRPr sz="1328" kern="1200">
                <a:solidFill>
                  <a:schemeClr val="tx1"/>
                </a:solidFill>
                <a:latin typeface="+mn-lt"/>
                <a:ea typeface="+mn-ea"/>
                <a:cs typeface="+mn-cs"/>
              </a:defRPr>
            </a:lvl6pPr>
            <a:lvl7pPr marL="2024077" algn="l" defTabSz="674692" rtl="0" eaLnBrk="1" latinLnBrk="0" hangingPunct="1">
              <a:defRPr sz="1328" kern="1200">
                <a:solidFill>
                  <a:schemeClr val="tx1"/>
                </a:solidFill>
                <a:latin typeface="+mn-lt"/>
                <a:ea typeface="+mn-ea"/>
                <a:cs typeface="+mn-cs"/>
              </a:defRPr>
            </a:lvl7pPr>
            <a:lvl8pPr marL="2361423" algn="l" defTabSz="674692" rtl="0" eaLnBrk="1" latinLnBrk="0" hangingPunct="1">
              <a:defRPr sz="1328" kern="1200">
                <a:solidFill>
                  <a:schemeClr val="tx1"/>
                </a:solidFill>
                <a:latin typeface="+mn-lt"/>
                <a:ea typeface="+mn-ea"/>
                <a:cs typeface="+mn-cs"/>
              </a:defRPr>
            </a:lvl8pPr>
            <a:lvl9pPr marL="2698769" algn="l" defTabSz="674692" rtl="0" eaLnBrk="1" latinLnBrk="0" hangingPunct="1">
              <a:defRPr sz="1328" kern="1200">
                <a:solidFill>
                  <a:schemeClr val="tx1"/>
                </a:solidFill>
                <a:latin typeface="+mn-lt"/>
                <a:ea typeface="+mn-ea"/>
                <a:cs typeface="+mn-cs"/>
              </a:defRPr>
            </a:lvl9pPr>
          </a:lstStyle>
          <a:p>
            <a:fld id="{CFF4B978-1D82-7745-80C5-DBABA6B131D3}" type="slidenum">
              <a:rPr lang="en-US" sz="530" smtClean="0">
                <a:latin typeface="Oracle Sans" panose="020B0503020204020204" pitchFamily="34" charset="0"/>
                <a:cs typeface="Oracle Sans" panose="020B0503020204020204" pitchFamily="34" charset="0"/>
              </a:rPr>
              <a:pPr/>
              <a:t>4</a:t>
            </a:fld>
            <a:endParaRPr lang="en-US" sz="530" dirty="0">
              <a:latin typeface="Oracle Sans" panose="020B0503020204020204" pitchFamily="34" charset="0"/>
              <a:cs typeface="Oracle Sans" panose="020B0503020204020204" pitchFamily="34" charset="0"/>
            </a:endParaRPr>
          </a:p>
        </p:txBody>
      </p:sp>
      <p:sp>
        <p:nvSpPr>
          <p:cNvPr id="23" name="Title 1">
            <a:extLst>
              <a:ext uri="{FF2B5EF4-FFF2-40B4-BE49-F238E27FC236}">
                <a16:creationId xmlns:a16="http://schemas.microsoft.com/office/drawing/2014/main" id="{2D285B27-1E5C-4C71-9EFA-BA6F293A5787}"/>
              </a:ext>
            </a:extLst>
          </p:cNvPr>
          <p:cNvSpPr txBox="1">
            <a:spLocks/>
          </p:cNvSpPr>
          <p:nvPr/>
        </p:nvSpPr>
        <p:spPr>
          <a:xfrm>
            <a:off x="521829" y="239015"/>
            <a:ext cx="4560309" cy="695325"/>
          </a:xfrm>
          <a:prstGeom prst="rect">
            <a:avLst/>
          </a:prstGeom>
        </p:spPr>
        <p:txBody>
          <a:bodyPr vert="horz" lIns="0" tIns="0" rIns="0" bIns="0" rtlCol="0" anchor="b">
            <a:noAutofit/>
          </a:bodyPr>
          <a:lstStyle>
            <a:lvl1pPr algn="l" defTabSz="685800" rtl="0" eaLnBrk="1" latinLnBrk="0" hangingPunct="1">
              <a:lnSpc>
                <a:spcPct val="95000"/>
              </a:lnSpc>
              <a:spcBef>
                <a:spcPct val="0"/>
              </a:spcBef>
              <a:buNone/>
              <a:defRPr lang="en-US" sz="1800" b="1" i="0" kern="1200" baseline="0" dirty="0">
                <a:solidFill>
                  <a:schemeClr val="tx1"/>
                </a:solidFill>
                <a:latin typeface="+mn-lt"/>
                <a:ea typeface="+mn-ea"/>
                <a:cs typeface="+mj-cs"/>
              </a:defRPr>
            </a:lvl1pPr>
          </a:lstStyle>
          <a:p>
            <a:r>
              <a:rPr lang="en-US" sz="2400"/>
              <a:t>Choose your partnership</a:t>
            </a:r>
            <a:br>
              <a:rPr lang="en-US" sz="2400"/>
            </a:br>
            <a:r>
              <a:rPr lang="en-US" sz="2400"/>
              <a:t>path, benefits, and incentives</a:t>
            </a:r>
          </a:p>
        </p:txBody>
      </p:sp>
      <p:grpSp>
        <p:nvGrpSpPr>
          <p:cNvPr id="24" name="Group 23">
            <a:extLst>
              <a:ext uri="{FF2B5EF4-FFF2-40B4-BE49-F238E27FC236}">
                <a16:creationId xmlns:a16="http://schemas.microsoft.com/office/drawing/2014/main" id="{E2EE36F7-E117-4950-6258-B249F2C68613}"/>
              </a:ext>
            </a:extLst>
          </p:cNvPr>
          <p:cNvGrpSpPr/>
          <p:nvPr/>
        </p:nvGrpSpPr>
        <p:grpSpPr>
          <a:xfrm>
            <a:off x="442260" y="2960237"/>
            <a:ext cx="4487726" cy="1735575"/>
            <a:chOff x="442260" y="3216230"/>
            <a:chExt cx="4487726" cy="1735575"/>
          </a:xfrm>
        </p:grpSpPr>
        <p:sp>
          <p:nvSpPr>
            <p:cNvPr id="25" name="Full Purple Backing">
              <a:extLst>
                <a:ext uri="{FF2B5EF4-FFF2-40B4-BE49-F238E27FC236}">
                  <a16:creationId xmlns:a16="http://schemas.microsoft.com/office/drawing/2014/main" id="{00DC218E-1446-6514-3C53-7CB37BF15E10}"/>
                </a:ext>
              </a:extLst>
            </p:cNvPr>
            <p:cNvSpPr>
              <a:spLocks/>
            </p:cNvSpPr>
            <p:nvPr/>
          </p:nvSpPr>
          <p:spPr>
            <a:xfrm>
              <a:off x="442260" y="3217903"/>
              <a:ext cx="4240272" cy="1475022"/>
            </a:xfrm>
            <a:prstGeom prst="roundRect">
              <a:avLst>
                <a:gd name="adj" fmla="val 4965"/>
              </a:avLst>
            </a:prstGeom>
            <a:solidFill>
              <a:srgbClr val="1A2F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Oracle Sans" panose="020B0503020204020204" pitchFamily="34" charset="0"/>
              </a:endParaRPr>
            </a:p>
          </p:txBody>
        </p:sp>
        <p:grpSp>
          <p:nvGrpSpPr>
            <p:cNvPr id="26" name="Group 25">
              <a:extLst>
                <a:ext uri="{FF2B5EF4-FFF2-40B4-BE49-F238E27FC236}">
                  <a16:creationId xmlns:a16="http://schemas.microsoft.com/office/drawing/2014/main" id="{5335AB03-39E4-E9D3-E828-7B3D5C120DBA}"/>
                </a:ext>
              </a:extLst>
            </p:cNvPr>
            <p:cNvGrpSpPr/>
            <p:nvPr/>
          </p:nvGrpSpPr>
          <p:grpSpPr>
            <a:xfrm>
              <a:off x="442260" y="3216230"/>
              <a:ext cx="4487726" cy="1691640"/>
              <a:chOff x="442260" y="3262333"/>
              <a:chExt cx="4487726" cy="1628058"/>
            </a:xfrm>
          </p:grpSpPr>
          <p:sp>
            <p:nvSpPr>
              <p:cNvPr id="29" name="Half Purple">
                <a:extLst>
                  <a:ext uri="{FF2B5EF4-FFF2-40B4-BE49-F238E27FC236}">
                    <a16:creationId xmlns:a16="http://schemas.microsoft.com/office/drawing/2014/main" id="{2F66C262-E273-5589-DA90-FEBDCC15C4F0}"/>
                  </a:ext>
                </a:extLst>
              </p:cNvPr>
              <p:cNvSpPr>
                <a:spLocks/>
              </p:cNvSpPr>
              <p:nvPr/>
            </p:nvSpPr>
            <p:spPr>
              <a:xfrm>
                <a:off x="442260" y="3262333"/>
                <a:ext cx="4260369" cy="1628058"/>
              </a:xfrm>
              <a:prstGeom prst="roundRect">
                <a:avLst>
                  <a:gd name="adj" fmla="val 496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Oracle Sans" panose="020B0503020204020204" pitchFamily="34" charset="0"/>
                </a:endParaRPr>
              </a:p>
            </p:txBody>
          </p:sp>
          <p:sp>
            <p:nvSpPr>
              <p:cNvPr id="30" name="Included Benfifits Across Levels">
                <a:extLst>
                  <a:ext uri="{FF2B5EF4-FFF2-40B4-BE49-F238E27FC236}">
                    <a16:creationId xmlns:a16="http://schemas.microsoft.com/office/drawing/2014/main" id="{8B698BC3-EDA6-D5F6-A8CB-03155D968DAB}"/>
                  </a:ext>
                </a:extLst>
              </p:cNvPr>
              <p:cNvSpPr txBox="1"/>
              <p:nvPr/>
            </p:nvSpPr>
            <p:spPr>
              <a:xfrm>
                <a:off x="444644" y="3301365"/>
                <a:ext cx="4485342" cy="276999"/>
              </a:xfrm>
              <a:prstGeom prst="rect">
                <a:avLst/>
              </a:prstGeom>
              <a:noFill/>
            </p:spPr>
            <p:txBody>
              <a:bodyPr wrap="square">
                <a:spAutoFit/>
              </a:bodyPr>
              <a:lstStyle/>
              <a:p>
                <a:pPr marL="0" marR="0" lvl="0" indent="0" defTabSz="685739" rtl="0" eaLnBrk="1" fontAlgn="auto" latinLnBrk="0" hangingPunct="1">
                  <a:lnSpc>
                    <a:spcPct val="100000"/>
                  </a:lnSpc>
                  <a:spcBef>
                    <a:spcPts val="0"/>
                  </a:spcBef>
                  <a:spcAft>
                    <a:spcPts val="0"/>
                  </a:spcAft>
                  <a:buClrTx/>
                  <a:buSzTx/>
                  <a:buFontTx/>
                  <a:buNone/>
                  <a:tabLst/>
                  <a:defRPr/>
                </a:pPr>
                <a:r>
                  <a:rPr lang="en-US" sz="1200" b="1" kern="0" dirty="0">
                    <a:solidFill>
                      <a:srgbClr val="F0CC71"/>
                    </a:solidFill>
                    <a:latin typeface="Oracle Sans Semi Bold" panose="020B0503020204020204" pitchFamily="34" charset="0"/>
                    <a:cs typeface="Oracle Sans Semi Bold" panose="020B0503020204020204" pitchFamily="34" charset="0"/>
                  </a:rPr>
                  <a:t>Included </a:t>
                </a:r>
                <a:r>
                  <a:rPr lang="en-US" sz="1200" kern="0" dirty="0">
                    <a:solidFill>
                      <a:srgbClr val="F0CC71"/>
                    </a:solidFill>
                    <a:latin typeface="Oracle Sans Semi Bold" panose="020B0503020204020204" pitchFamily="34" charset="0"/>
                    <a:cs typeface="Oracle Sans Semi Bold" panose="020B0503020204020204" pitchFamily="34" charset="0"/>
                  </a:rPr>
                  <a:t>Benefits</a:t>
                </a:r>
                <a:r>
                  <a:rPr lang="en-US" sz="1200" kern="0" dirty="0">
                    <a:latin typeface="Oracle Sans Semi Bold" panose="020B0503020204020204" pitchFamily="34" charset="0"/>
                    <a:cs typeface="Oracle Sans Semi Bold" panose="020B0503020204020204" pitchFamily="34" charset="0"/>
                  </a:rPr>
                  <a:t> Across Levels</a:t>
                </a:r>
              </a:p>
            </p:txBody>
          </p:sp>
        </p:grpSp>
        <p:sp>
          <p:nvSpPr>
            <p:cNvPr id="27" name="Training and GTM">
              <a:extLst>
                <a:ext uri="{FF2B5EF4-FFF2-40B4-BE49-F238E27FC236}">
                  <a16:creationId xmlns:a16="http://schemas.microsoft.com/office/drawing/2014/main" id="{5A538F0B-F776-11E6-E5CA-1D0E96260155}"/>
                </a:ext>
              </a:extLst>
            </p:cNvPr>
            <p:cNvSpPr txBox="1"/>
            <p:nvPr/>
          </p:nvSpPr>
          <p:spPr>
            <a:xfrm>
              <a:off x="461080" y="3505255"/>
              <a:ext cx="2468880" cy="1446550"/>
            </a:xfrm>
            <a:prstGeom prst="rect">
              <a:avLst/>
            </a:prstGeom>
            <a:noFill/>
          </p:spPr>
          <p:txBody>
            <a:bodyPr wrap="square">
              <a:spAutoFit/>
            </a:bodyPr>
            <a:lstStyle/>
            <a:p>
              <a:pPr defTabSz="685739">
                <a:defRPr/>
              </a:pPr>
              <a:r>
                <a:rPr lang="en-US" sz="800" b="1" kern="0" dirty="0">
                  <a:latin typeface="Oracle Sans Semi Bold" panose="020B0503020204020204" pitchFamily="34" charset="0"/>
                  <a:cs typeface="Oracle Sans Semi Bold" panose="020B0503020204020204" pitchFamily="34" charset="0"/>
                </a:rPr>
                <a:t>Training and Enablement:</a:t>
              </a:r>
            </a:p>
            <a:p>
              <a:pPr marL="177800" defTabSz="685739">
                <a:defRPr/>
              </a:pPr>
              <a:r>
                <a:rPr lang="en-US" sz="800" kern="0" dirty="0">
                  <a:latin typeface="Oracle Sans Light" panose="020B0403020204020204" pitchFamily="34" charset="0"/>
                  <a:cs typeface="Oracle Sans Light" panose="020B0403020204020204" pitchFamily="34" charset="0"/>
                </a:rPr>
                <a:t>Sales-readiness training</a:t>
              </a:r>
            </a:p>
            <a:p>
              <a:pPr marL="177800" defTabSz="685739">
                <a:defRPr/>
              </a:pPr>
              <a:r>
                <a:rPr lang="en-US" sz="800" kern="0" dirty="0">
                  <a:latin typeface="Oracle Sans Light" panose="020B0403020204020204" pitchFamily="34" charset="0"/>
                  <a:cs typeface="Oracle Sans Light" panose="020B0403020204020204" pitchFamily="34" charset="0"/>
                </a:rPr>
                <a:t>Foundational delivery &amp; success training</a:t>
              </a:r>
            </a:p>
            <a:p>
              <a:pPr lvl="0" defTabSz="685739">
                <a:defRPr/>
              </a:pPr>
              <a:r>
                <a:rPr lang="en-US" sz="800" b="1" kern="0" dirty="0">
                  <a:latin typeface="Oracle Sans Semi Bold" panose="020B0503020204020204" pitchFamily="34" charset="0"/>
                  <a:cs typeface="Oracle Sans Semi Bold" panose="020B0503020204020204" pitchFamily="34" charset="0"/>
                </a:rPr>
                <a:t>GTM Collaboration:</a:t>
              </a:r>
            </a:p>
            <a:p>
              <a:pPr marL="177800" lvl="0" defTabSz="685739">
                <a:defRPr/>
              </a:pPr>
              <a:r>
                <a:rPr lang="en-US" sz="800" kern="0" dirty="0">
                  <a:latin typeface="Oracle Sans Light" panose="020B0403020204020204" pitchFamily="34" charset="0"/>
                  <a:cs typeface="Oracle Sans Light" panose="020B0403020204020204" pitchFamily="34" charset="0"/>
                </a:rPr>
                <a:t>Foundational marketing resources &amp; activities</a:t>
              </a:r>
            </a:p>
            <a:p>
              <a:pPr marL="177800" defTabSz="685739">
                <a:defRPr/>
              </a:pPr>
              <a:r>
                <a:rPr lang="en-US" sz="800" kern="0" dirty="0">
                  <a:latin typeface="Oracle Sans Light" panose="020B0403020204020204" pitchFamily="34" charset="0"/>
                  <a:cs typeface="Oracle Sans Light" panose="020B0403020204020204" pitchFamily="34" charset="0"/>
                </a:rPr>
                <a:t>Business &amp; technical assessment funding for qualified opportunities</a:t>
              </a:r>
            </a:p>
            <a:p>
              <a:pPr marL="177800" lvl="0" defTabSz="685739">
                <a:defRPr/>
              </a:pPr>
              <a:r>
                <a:rPr lang="en-US" sz="800" kern="0" dirty="0">
                  <a:latin typeface="Oracle Sans Light" panose="020B0403020204020204" pitchFamily="34" charset="0"/>
                  <a:cs typeface="Oracle Sans Light" panose="020B0403020204020204" pitchFamily="34" charset="0"/>
                </a:rPr>
                <a:t>Sales assets  </a:t>
              </a:r>
              <a:br>
                <a:rPr lang="en-US" sz="800" kern="0" dirty="0">
                  <a:latin typeface="Oracle Sans Light" panose="020B0403020204020204" pitchFamily="34" charset="0"/>
                  <a:cs typeface="Oracle Sans Light" panose="020B0403020204020204" pitchFamily="34" charset="0"/>
                </a:rPr>
              </a:br>
              <a:r>
                <a:rPr lang="en-US" sz="800" kern="0" dirty="0">
                  <a:latin typeface="Oracle Sans Light" panose="020B0403020204020204" pitchFamily="34" charset="0"/>
                  <a:cs typeface="Oracle Sans Light" panose="020B0403020204020204" pitchFamily="34" charset="0"/>
                </a:rPr>
                <a:t>OCI pre-sales support</a:t>
              </a:r>
            </a:p>
            <a:p>
              <a:pPr marL="177800" defTabSz="685739">
                <a:defRPr/>
              </a:pPr>
              <a:r>
                <a:rPr lang="en-US" sz="800" kern="0" dirty="0">
                  <a:latin typeface="Oracle Sans Light" panose="020B0403020204020204" pitchFamily="34" charset="0"/>
                  <a:cs typeface="Oracle Sans Light" panose="020B0403020204020204" pitchFamily="34" charset="0"/>
                </a:rPr>
                <a:t>Joint account planning &amp; selling</a:t>
              </a:r>
            </a:p>
            <a:p>
              <a:pPr marL="177800" defTabSz="685739">
                <a:defRPr/>
              </a:pPr>
              <a:r>
                <a:rPr lang="en-US" sz="800" kern="0" dirty="0">
                  <a:latin typeface="Oracle Sans Light" panose="020B0403020204020204" pitchFamily="34" charset="0"/>
                  <a:cs typeface="Oracle Sans Light" panose="020B0403020204020204" pitchFamily="34" charset="0"/>
                </a:rPr>
                <a:t>Oracle Marketplace listing</a:t>
              </a:r>
            </a:p>
          </p:txBody>
        </p:sp>
        <p:sp>
          <p:nvSpPr>
            <p:cNvPr id="28" name="Technical and Success">
              <a:extLst>
                <a:ext uri="{FF2B5EF4-FFF2-40B4-BE49-F238E27FC236}">
                  <a16:creationId xmlns:a16="http://schemas.microsoft.com/office/drawing/2014/main" id="{86E13233-E203-6114-4D63-CDA41B68CF14}"/>
                </a:ext>
              </a:extLst>
            </p:cNvPr>
            <p:cNvSpPr txBox="1"/>
            <p:nvPr/>
          </p:nvSpPr>
          <p:spPr>
            <a:xfrm>
              <a:off x="2890515" y="3505255"/>
              <a:ext cx="1801014" cy="584775"/>
            </a:xfrm>
            <a:prstGeom prst="rect">
              <a:avLst/>
            </a:prstGeom>
            <a:noFill/>
          </p:spPr>
          <p:txBody>
            <a:bodyPr wrap="square">
              <a:spAutoFit/>
            </a:bodyPr>
            <a:lstStyle/>
            <a:p>
              <a:pPr defTabSz="685739">
                <a:defRPr/>
              </a:pPr>
              <a:r>
                <a:rPr lang="en-US" sz="800" b="1" kern="0" dirty="0">
                  <a:latin typeface="Oracle Sans Semi Bold" panose="020B0503020204020204" pitchFamily="34" charset="0"/>
                  <a:cs typeface="Oracle Sans Semi Bold" panose="020B0503020204020204" pitchFamily="34" charset="0"/>
                </a:rPr>
                <a:t>Technical Accelerators:</a:t>
              </a:r>
            </a:p>
            <a:p>
              <a:pPr marL="177800" lvl="0" defTabSz="685739">
                <a:defRPr/>
              </a:pPr>
              <a:r>
                <a:rPr lang="en-US" sz="800" kern="0" dirty="0">
                  <a:latin typeface="Oracle Sans Light" panose="020B0403020204020204" pitchFamily="34" charset="0"/>
                  <a:cs typeface="Oracle Sans Light" panose="020B0403020204020204" pitchFamily="34" charset="0"/>
                </a:rPr>
                <a:t>Integration qualification</a:t>
              </a:r>
            </a:p>
            <a:p>
              <a:pPr lvl="0" defTabSz="685739">
                <a:defRPr/>
              </a:pPr>
              <a:r>
                <a:rPr lang="en-US" sz="800" b="1" kern="0" dirty="0">
                  <a:latin typeface="Oracle Sans Semi Bold" panose="020B0503020204020204" pitchFamily="34" charset="0"/>
                  <a:cs typeface="Oracle Sans Semi Bold" panose="020B0503020204020204" pitchFamily="34" charset="0"/>
                </a:rPr>
                <a:t>Success Support:</a:t>
              </a:r>
            </a:p>
            <a:p>
              <a:pPr marL="177800" lvl="0" defTabSz="685739">
                <a:defRPr/>
              </a:pPr>
              <a:r>
                <a:rPr lang="en-US" sz="800" kern="0" dirty="0">
                  <a:latin typeface="Oracle Sans Light" panose="020B0403020204020204" pitchFamily="34" charset="0"/>
                  <a:cs typeface="Oracle Sans Light" panose="020B0403020204020204" pitchFamily="34" charset="0"/>
                </a:rPr>
                <a:t>Foundational success resources</a:t>
              </a:r>
            </a:p>
          </p:txBody>
        </p:sp>
      </p:grpSp>
      <p:sp>
        <p:nvSpPr>
          <p:cNvPr id="31" name="Plus Cash">
            <a:extLst>
              <a:ext uri="{FF2B5EF4-FFF2-40B4-BE49-F238E27FC236}">
                <a16:creationId xmlns:a16="http://schemas.microsoft.com/office/drawing/2014/main" id="{51822B71-93BE-C735-799B-C399B0BA1B25}"/>
              </a:ext>
            </a:extLst>
          </p:cNvPr>
          <p:cNvSpPr txBox="1"/>
          <p:nvPr/>
        </p:nvSpPr>
        <p:spPr>
          <a:xfrm>
            <a:off x="2888673" y="3849660"/>
            <a:ext cx="1830392" cy="461665"/>
          </a:xfrm>
          <a:prstGeom prst="rect">
            <a:avLst/>
          </a:prstGeom>
          <a:noFill/>
        </p:spPr>
        <p:txBody>
          <a:bodyPr wrap="square">
            <a:spAutoFit/>
          </a:bodyPr>
          <a:lstStyle/>
          <a:p>
            <a:pPr defTabSz="685739">
              <a:defRPr/>
            </a:pPr>
            <a:r>
              <a:rPr lang="en-US" sz="800" b="1" kern="0" dirty="0">
                <a:solidFill>
                  <a:srgbClr val="F0CC71"/>
                </a:solidFill>
                <a:latin typeface="Oracle Sans Semi Bold" panose="020B0503020204020204" pitchFamily="34" charset="0"/>
                <a:cs typeface="Oracle Sans Semi Bold" panose="020B0503020204020204" pitchFamily="34" charset="0"/>
              </a:rPr>
              <a:t>+ Earn Monetary Incentives </a:t>
            </a:r>
            <a:br>
              <a:rPr lang="en-US" sz="800" b="1" kern="0" dirty="0">
                <a:solidFill>
                  <a:srgbClr val="F0CC71"/>
                </a:solidFill>
                <a:latin typeface="Oracle Sans Semi Bold" panose="020B0503020204020204" pitchFamily="34" charset="0"/>
                <a:cs typeface="Oracle Sans Semi Bold" panose="020B0503020204020204" pitchFamily="34" charset="0"/>
              </a:rPr>
            </a:br>
            <a:r>
              <a:rPr lang="en-US" sz="800" b="1" u="sng" kern="0" dirty="0">
                <a:solidFill>
                  <a:srgbClr val="F0CC71"/>
                </a:solidFill>
                <a:latin typeface="Oracle Sans Semi Bold" panose="020B0503020204020204" pitchFamily="34" charset="0"/>
                <a:cs typeface="Oracle Sans Semi Bold" panose="020B0503020204020204" pitchFamily="34" charset="0"/>
              </a:rPr>
              <a:t>or</a:t>
            </a:r>
            <a:r>
              <a:rPr lang="en-US" sz="800" b="1" kern="0" dirty="0">
                <a:solidFill>
                  <a:srgbClr val="F0CC71"/>
                </a:solidFill>
                <a:latin typeface="Oracle Sans Semi Bold" panose="020B0503020204020204" pitchFamily="34" charset="0"/>
                <a:cs typeface="Oracle Sans Semi Bold" panose="020B0503020204020204" pitchFamily="34" charset="0"/>
              </a:rPr>
              <a:t> Oracle Partner Credits </a:t>
            </a:r>
            <a:br>
              <a:rPr lang="en-US" sz="800" b="1" kern="0" dirty="0">
                <a:solidFill>
                  <a:srgbClr val="F0CC71"/>
                </a:solidFill>
                <a:latin typeface="Oracle Sans Semi Bold" panose="020B0503020204020204" pitchFamily="34" charset="0"/>
                <a:cs typeface="Oracle Sans Semi Bold" panose="020B0503020204020204" pitchFamily="34" charset="0"/>
              </a:rPr>
            </a:br>
            <a:r>
              <a:rPr lang="en-US" sz="800" b="1" kern="0" dirty="0">
                <a:solidFill>
                  <a:srgbClr val="F0CC71"/>
                </a:solidFill>
                <a:latin typeface="Oracle Sans Semi Bold" panose="020B0503020204020204" pitchFamily="34" charset="0"/>
                <a:cs typeface="Oracle Sans Semi Bold" panose="020B0503020204020204" pitchFamily="34" charset="0"/>
              </a:rPr>
              <a:t>for More Benefits</a:t>
            </a:r>
          </a:p>
        </p:txBody>
      </p:sp>
      <p:sp>
        <p:nvSpPr>
          <p:cNvPr id="32" name="TextBox 31">
            <a:extLst>
              <a:ext uri="{FF2B5EF4-FFF2-40B4-BE49-F238E27FC236}">
                <a16:creationId xmlns:a16="http://schemas.microsoft.com/office/drawing/2014/main" id="{19A52D00-67E9-8E35-5864-40513C479CFC}"/>
              </a:ext>
            </a:extLst>
          </p:cNvPr>
          <p:cNvSpPr txBox="1"/>
          <p:nvPr/>
        </p:nvSpPr>
        <p:spPr>
          <a:xfrm>
            <a:off x="434160" y="1188546"/>
            <a:ext cx="2743200" cy="1200329"/>
          </a:xfrm>
          <a:prstGeom prst="rect">
            <a:avLst/>
          </a:prstGeom>
          <a:noFill/>
        </p:spPr>
        <p:txBody>
          <a:bodyPr wrap="square">
            <a:spAutoFit/>
          </a:bodyPr>
          <a:lstStyle/>
          <a:p>
            <a:pPr marL="0" lvl="1" defTabSz="932293" fontAlgn="base">
              <a:spcBef>
                <a:spcPct val="0"/>
              </a:spcBef>
              <a:defRPr/>
            </a:pPr>
            <a:r>
              <a:rPr lang="en-US" sz="1200" kern="0" dirty="0">
                <a:solidFill>
                  <a:srgbClr val="A2AAB6"/>
                </a:solidFill>
                <a:latin typeface="Oracle Sans" panose="020B0503020204020204" pitchFamily="34" charset="0"/>
                <a:cs typeface="Oracle Sans" panose="020B0503020204020204" pitchFamily="34" charset="0"/>
              </a:rPr>
              <a:t>Level 1</a:t>
            </a:r>
          </a:p>
          <a:p>
            <a:pPr marL="285750" lvl="1" indent="-285750" defTabSz="932293" fontAlgn="base">
              <a:spcBef>
                <a:spcPct val="0"/>
              </a:spcBef>
              <a:buClr>
                <a:schemeClr val="tx1"/>
              </a:buClr>
              <a:buFont typeface="Arial" panose="020B0604020202020204" pitchFamily="34" charset="0"/>
              <a:buChar char="•"/>
              <a:defRPr/>
            </a:pPr>
            <a:r>
              <a:rPr lang="en-US" sz="1200" kern="0" dirty="0">
                <a:solidFill>
                  <a:srgbClr val="A2AAB6"/>
                </a:solidFill>
                <a:latin typeface="Oracle Sans" panose="020B0503020204020204" pitchFamily="34" charset="0"/>
                <a:cs typeface="Oracle Sans" panose="020B0503020204020204" pitchFamily="34" charset="0"/>
              </a:rPr>
              <a:t>5 seats for advanced delivery</a:t>
            </a:r>
            <a:br>
              <a:rPr lang="en-US" sz="1200" kern="0" dirty="0">
                <a:solidFill>
                  <a:srgbClr val="A2AAB6"/>
                </a:solidFill>
                <a:latin typeface="Oracle Sans" panose="020B0503020204020204" pitchFamily="34" charset="0"/>
                <a:cs typeface="Oracle Sans" panose="020B0503020204020204" pitchFamily="34" charset="0"/>
              </a:rPr>
            </a:br>
            <a:r>
              <a:rPr lang="en-US" sz="1200" kern="0" dirty="0">
                <a:solidFill>
                  <a:srgbClr val="A2AAB6"/>
                </a:solidFill>
                <a:latin typeface="Oracle Sans" panose="020B0503020204020204" pitchFamily="34" charset="0"/>
                <a:cs typeface="Oracle Sans" panose="020B0503020204020204" pitchFamily="34" charset="0"/>
              </a:rPr>
              <a:t>and success training on Oracle’s</a:t>
            </a:r>
            <a:br>
              <a:rPr lang="en-US" sz="1200" kern="0" dirty="0">
                <a:solidFill>
                  <a:srgbClr val="A2AAB6"/>
                </a:solidFill>
                <a:latin typeface="Oracle Sans" panose="020B0503020204020204" pitchFamily="34" charset="0"/>
                <a:cs typeface="Oracle Sans" panose="020B0503020204020204" pitchFamily="34" charset="0"/>
              </a:rPr>
            </a:br>
            <a:r>
              <a:rPr lang="en-US" sz="1200" kern="0" dirty="0">
                <a:solidFill>
                  <a:srgbClr val="A2AAB6"/>
                </a:solidFill>
                <a:latin typeface="Oracle Sans" panose="020B0503020204020204" pitchFamily="34" charset="0"/>
                <a:cs typeface="Oracle Sans" panose="020B0503020204020204" pitchFamily="34" charset="0"/>
              </a:rPr>
              <a:t>entire product portfolio</a:t>
            </a:r>
          </a:p>
          <a:p>
            <a:pPr marL="285750" lvl="1" indent="-285750" defTabSz="932293" fontAlgn="base">
              <a:spcBef>
                <a:spcPct val="0"/>
              </a:spcBef>
              <a:buClr>
                <a:schemeClr val="tx1"/>
              </a:buClr>
              <a:buFont typeface="Arial" panose="020B0604020202020204" pitchFamily="34" charset="0"/>
              <a:buChar char="•"/>
              <a:defRPr/>
            </a:pPr>
            <a:r>
              <a:rPr lang="en-US" sz="1200" kern="0" dirty="0">
                <a:solidFill>
                  <a:srgbClr val="A2AAB6"/>
                </a:solidFill>
                <a:latin typeface="Oracle Sans" panose="020B0503020204020204" pitchFamily="34" charset="0"/>
                <a:cs typeface="Oracle Sans" panose="020B0503020204020204" pitchFamily="34" charset="0"/>
              </a:rPr>
              <a:t>Enabler for dev/test</a:t>
            </a:r>
            <a:br>
              <a:rPr lang="en-US" sz="1200" kern="0" dirty="0">
                <a:solidFill>
                  <a:srgbClr val="A2AAB6"/>
                </a:solidFill>
                <a:latin typeface="Oracle Sans" panose="020B0503020204020204" pitchFamily="34" charset="0"/>
                <a:cs typeface="Oracle Sans" panose="020B0503020204020204" pitchFamily="34" charset="0"/>
              </a:rPr>
            </a:br>
            <a:r>
              <a:rPr lang="en-US" sz="1200" kern="0" dirty="0">
                <a:solidFill>
                  <a:srgbClr val="A2AAB6"/>
                </a:solidFill>
                <a:latin typeface="Oracle Sans" panose="020B0503020204020204" pitchFamily="34" charset="0"/>
                <a:cs typeface="Oracle Sans" panose="020B0503020204020204" pitchFamily="34" charset="0"/>
              </a:rPr>
              <a:t>environments</a:t>
            </a:r>
          </a:p>
        </p:txBody>
      </p:sp>
      <p:sp>
        <p:nvSpPr>
          <p:cNvPr id="33" name="Half Purple">
            <a:extLst>
              <a:ext uri="{FF2B5EF4-FFF2-40B4-BE49-F238E27FC236}">
                <a16:creationId xmlns:a16="http://schemas.microsoft.com/office/drawing/2014/main" id="{8022E787-DD9E-C1E3-1F97-1EBEDB99DB9E}"/>
              </a:ext>
            </a:extLst>
          </p:cNvPr>
          <p:cNvSpPr>
            <a:spLocks/>
          </p:cNvSpPr>
          <p:nvPr/>
        </p:nvSpPr>
        <p:spPr>
          <a:xfrm>
            <a:off x="4583074" y="2958956"/>
            <a:ext cx="4356427" cy="1691640"/>
          </a:xfrm>
          <a:prstGeom prst="roundRect">
            <a:avLst>
              <a:gd name="adj" fmla="val 496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Oracle Sans" panose="020B0503020204020204" pitchFamily="34" charset="0"/>
            </a:endParaRPr>
          </a:p>
        </p:txBody>
      </p:sp>
      <p:grpSp>
        <p:nvGrpSpPr>
          <p:cNvPr id="34" name="All the Added Benifits">
            <a:extLst>
              <a:ext uri="{FF2B5EF4-FFF2-40B4-BE49-F238E27FC236}">
                <a16:creationId xmlns:a16="http://schemas.microsoft.com/office/drawing/2014/main" id="{BFA939A1-643D-3690-079E-29BE96607429}"/>
              </a:ext>
            </a:extLst>
          </p:cNvPr>
          <p:cNvGrpSpPr/>
          <p:nvPr/>
        </p:nvGrpSpPr>
        <p:grpSpPr>
          <a:xfrm>
            <a:off x="4772197" y="3011610"/>
            <a:ext cx="4066254" cy="1196417"/>
            <a:chOff x="4772197" y="3382863"/>
            <a:chExt cx="4066254" cy="1196417"/>
          </a:xfrm>
        </p:grpSpPr>
        <p:sp>
          <p:nvSpPr>
            <p:cNvPr id="35" name="TextBox 34">
              <a:extLst>
                <a:ext uri="{FF2B5EF4-FFF2-40B4-BE49-F238E27FC236}">
                  <a16:creationId xmlns:a16="http://schemas.microsoft.com/office/drawing/2014/main" id="{9E5C6631-DE4D-F565-40F5-785863EB980B}"/>
                </a:ext>
              </a:extLst>
            </p:cNvPr>
            <p:cNvSpPr txBox="1"/>
            <p:nvPr/>
          </p:nvSpPr>
          <p:spPr>
            <a:xfrm>
              <a:off x="4772197" y="3382863"/>
              <a:ext cx="3974353" cy="276999"/>
            </a:xfrm>
            <a:prstGeom prst="rect">
              <a:avLst/>
            </a:prstGeom>
            <a:noFill/>
          </p:spPr>
          <p:txBody>
            <a:bodyPr wrap="square">
              <a:spAutoFit/>
            </a:bodyPr>
            <a:lstStyle/>
            <a:p>
              <a:pPr marL="0" marR="0" lvl="0" indent="0" defTabSz="685739" rtl="0" eaLnBrk="1" fontAlgn="auto" latinLnBrk="0" hangingPunct="1">
                <a:lnSpc>
                  <a:spcPct val="100000"/>
                </a:lnSpc>
                <a:spcBef>
                  <a:spcPts val="0"/>
                </a:spcBef>
                <a:spcAft>
                  <a:spcPts val="0"/>
                </a:spcAft>
                <a:buClrTx/>
                <a:buSzTx/>
                <a:buFontTx/>
                <a:buNone/>
                <a:tabLst/>
                <a:defRPr/>
              </a:pPr>
              <a:r>
                <a:rPr lang="en-US" sz="1200" b="1" kern="0" dirty="0">
                  <a:solidFill>
                    <a:srgbClr val="F0CC71"/>
                  </a:solidFill>
                  <a:latin typeface="Oracle Sans Semi Bold" panose="020B0503020204020204" pitchFamily="34" charset="0"/>
                  <a:cs typeface="Oracle Sans Semi Bold" panose="020B0503020204020204" pitchFamily="34" charset="0"/>
                </a:rPr>
                <a:t>Added Benefits </a:t>
              </a:r>
              <a:r>
                <a:rPr lang="en-US" sz="1200" b="1" kern="0" dirty="0">
                  <a:latin typeface="Oracle Sans Semi Bold" panose="020B0503020204020204" pitchFamily="34" charset="0"/>
                  <a:cs typeface="Oracle Sans Semi Bold" panose="020B0503020204020204" pitchFamily="34" charset="0"/>
                </a:rPr>
                <a:t>Unlocked with Oracle Partner Credits</a:t>
              </a:r>
            </a:p>
          </p:txBody>
        </p:sp>
        <p:sp>
          <p:nvSpPr>
            <p:cNvPr id="36" name="TextBox 35">
              <a:extLst>
                <a:ext uri="{FF2B5EF4-FFF2-40B4-BE49-F238E27FC236}">
                  <a16:creationId xmlns:a16="http://schemas.microsoft.com/office/drawing/2014/main" id="{32C8E22E-3447-6F3C-7282-6381F20FFD60}"/>
                </a:ext>
              </a:extLst>
            </p:cNvPr>
            <p:cNvSpPr txBox="1"/>
            <p:nvPr/>
          </p:nvSpPr>
          <p:spPr>
            <a:xfrm>
              <a:off x="4775186" y="3625173"/>
              <a:ext cx="2103120" cy="707886"/>
            </a:xfrm>
            <a:prstGeom prst="rect">
              <a:avLst/>
            </a:prstGeom>
            <a:noFill/>
          </p:spPr>
          <p:txBody>
            <a:bodyPr wrap="square">
              <a:spAutoFit/>
            </a:bodyPr>
            <a:lstStyle/>
            <a:p>
              <a:pPr defTabSz="685739">
                <a:defRPr/>
              </a:pPr>
              <a:r>
                <a:rPr lang="en-US" sz="800" b="1" kern="0" dirty="0">
                  <a:latin typeface="Oracle Sans Semi Bold" panose="020B0503020204020204" pitchFamily="34" charset="0"/>
                  <a:cs typeface="Oracle Sans Semi Bold" panose="020B0503020204020204" pitchFamily="34" charset="0"/>
                </a:rPr>
                <a:t>Training and Enablement:</a:t>
              </a:r>
            </a:p>
            <a:p>
              <a:pPr marL="120650" lvl="0" defTabSz="685739">
                <a:defRPr/>
              </a:pPr>
              <a:r>
                <a:rPr lang="en-US" sz="800" kern="0" dirty="0">
                  <a:latin typeface="Oracle Sans Light" panose="020B0403020204020204" pitchFamily="34" charset="0"/>
                  <a:cs typeface="Oracle Sans Light" panose="020B0403020204020204" pitchFamily="34" charset="0"/>
                </a:rPr>
                <a:t>Advanced delivery &amp; success training</a:t>
              </a:r>
            </a:p>
            <a:p>
              <a:pPr defTabSz="685739">
                <a:defRPr/>
              </a:pPr>
              <a:r>
                <a:rPr lang="en-US" sz="800" b="1" kern="0" dirty="0">
                  <a:latin typeface="Oracle Sans Semi Bold" panose="020B0503020204020204" pitchFamily="34" charset="0"/>
                  <a:cs typeface="Oracle Sans Semi Bold" panose="020B0503020204020204" pitchFamily="34" charset="0"/>
                </a:rPr>
                <a:t>GTM Collaboration:</a:t>
              </a:r>
            </a:p>
            <a:p>
              <a:pPr marL="177800" defTabSz="685739">
                <a:defRPr/>
              </a:pPr>
              <a:r>
                <a:rPr lang="en-US" sz="800" kern="0" dirty="0">
                  <a:latin typeface="Oracle Sans Light" panose="020B0403020204020204" pitchFamily="34" charset="0"/>
                  <a:cs typeface="Oracle Sans Light" panose="020B0403020204020204" pitchFamily="34" charset="0"/>
                </a:rPr>
                <a:t>Advanced marketing resources</a:t>
              </a:r>
              <a:br>
                <a:rPr lang="en-US" sz="800" kern="0" dirty="0">
                  <a:latin typeface="Oracle Sans Light" panose="020B0403020204020204" pitchFamily="34" charset="0"/>
                  <a:cs typeface="Oracle Sans Light" panose="020B0403020204020204" pitchFamily="34" charset="0"/>
                </a:rPr>
              </a:br>
              <a:r>
                <a:rPr lang="en-US" sz="800" kern="0" dirty="0">
                  <a:latin typeface="Oracle Sans Light" panose="020B0403020204020204" pitchFamily="34" charset="0"/>
                  <a:cs typeface="Oracle Sans Light" panose="020B0403020204020204" pitchFamily="34" charset="0"/>
                </a:rPr>
                <a:t>&amp; activities</a:t>
              </a:r>
            </a:p>
          </p:txBody>
        </p:sp>
        <p:sp>
          <p:nvSpPr>
            <p:cNvPr id="37" name="TextBox 36">
              <a:extLst>
                <a:ext uri="{FF2B5EF4-FFF2-40B4-BE49-F238E27FC236}">
                  <a16:creationId xmlns:a16="http://schemas.microsoft.com/office/drawing/2014/main" id="{F2DE2920-ABB3-212D-BE36-45DD4C965F60}"/>
                </a:ext>
              </a:extLst>
            </p:cNvPr>
            <p:cNvSpPr txBox="1"/>
            <p:nvPr/>
          </p:nvSpPr>
          <p:spPr>
            <a:xfrm>
              <a:off x="6771907" y="3625173"/>
              <a:ext cx="2066544" cy="954107"/>
            </a:xfrm>
            <a:prstGeom prst="rect">
              <a:avLst/>
            </a:prstGeom>
            <a:noFill/>
          </p:spPr>
          <p:txBody>
            <a:bodyPr wrap="square">
              <a:spAutoFit/>
            </a:bodyPr>
            <a:lstStyle/>
            <a:p>
              <a:pPr lvl="0" defTabSz="685739">
                <a:defRPr/>
              </a:pPr>
              <a:r>
                <a:rPr lang="en-US" sz="800" b="1" kern="0" dirty="0">
                  <a:latin typeface="Oracle Sans Semi Bold" panose="020B0503020204020204" pitchFamily="34" charset="0"/>
                  <a:cs typeface="Oracle Sans Semi Bold" panose="020B0503020204020204" pitchFamily="34" charset="0"/>
                </a:rPr>
                <a:t>Technical Accelerators:</a:t>
              </a:r>
            </a:p>
            <a:p>
              <a:pPr marL="177800" defTabSz="685739">
                <a:defRPr/>
              </a:pPr>
              <a:r>
                <a:rPr lang="en-US" sz="800" kern="0" dirty="0">
                  <a:latin typeface="Oracle Sans Light" panose="020B0403020204020204" pitchFamily="34" charset="0"/>
                  <a:cs typeface="Oracle Sans Light" panose="020B0403020204020204" pitchFamily="34" charset="0"/>
                </a:rPr>
                <a:t>Integration validation</a:t>
              </a:r>
            </a:p>
            <a:p>
              <a:pPr marL="177800" lvl="0" defTabSz="685739">
                <a:defRPr/>
              </a:pPr>
              <a:r>
                <a:rPr lang="en-US" sz="800" kern="0" dirty="0">
                  <a:latin typeface="Oracle Sans Light" panose="020B0403020204020204" pitchFamily="34" charset="0"/>
                  <a:cs typeface="Oracle Sans Light" panose="020B0403020204020204" pitchFamily="34" charset="0"/>
                </a:rPr>
                <a:t>Dev/test environments</a:t>
              </a:r>
            </a:p>
            <a:p>
              <a:pPr marL="177800" defTabSz="685739">
                <a:defRPr/>
              </a:pPr>
              <a:r>
                <a:rPr lang="en-US" sz="800" kern="0" dirty="0">
                  <a:latin typeface="Oracle Sans Light" panose="020B0403020204020204" pitchFamily="34" charset="0"/>
                  <a:cs typeface="Oracle Sans Light" panose="020B0403020204020204" pitchFamily="34" charset="0"/>
                </a:rPr>
                <a:t>Solution architect &amp; migration services </a:t>
              </a:r>
            </a:p>
            <a:p>
              <a:pPr defTabSz="685739">
                <a:defRPr/>
              </a:pPr>
              <a:r>
                <a:rPr lang="en-US" sz="800" b="1" kern="0" dirty="0">
                  <a:latin typeface="Oracle Sans Semi Bold" panose="020B0503020204020204" pitchFamily="34" charset="0"/>
                  <a:cs typeface="Oracle Sans Semi Bold" panose="020B0503020204020204" pitchFamily="34" charset="0"/>
                </a:rPr>
                <a:t>Success Support:</a:t>
              </a:r>
            </a:p>
            <a:p>
              <a:pPr marL="177800" lvl="0" defTabSz="685739">
                <a:defRPr/>
              </a:pPr>
              <a:r>
                <a:rPr lang="en-US" sz="800" kern="0" dirty="0">
                  <a:latin typeface="Oracle Sans Light" panose="020B0403020204020204" pitchFamily="34" charset="0"/>
                  <a:cs typeface="Oracle Sans Light" panose="020B0403020204020204" pitchFamily="34" charset="0"/>
                </a:rPr>
                <a:t>Partner Success Manager</a:t>
              </a:r>
            </a:p>
            <a:p>
              <a:pPr marL="177800" lvl="0" defTabSz="685739">
                <a:defRPr/>
              </a:pPr>
              <a:r>
                <a:rPr lang="en-US" sz="800" kern="0" dirty="0">
                  <a:latin typeface="Oracle Sans Light" panose="020B0403020204020204" pitchFamily="34" charset="0"/>
                  <a:cs typeface="Oracle Sans Light" panose="020B0403020204020204" pitchFamily="34" charset="0"/>
                </a:rPr>
                <a:t>Partner Technical Account Manager</a:t>
              </a:r>
            </a:p>
          </p:txBody>
        </p:sp>
      </p:grpSp>
      <p:cxnSp>
        <p:nvCxnSpPr>
          <p:cNvPr id="38" name="Dotted Line">
            <a:extLst>
              <a:ext uri="{FF2B5EF4-FFF2-40B4-BE49-F238E27FC236}">
                <a16:creationId xmlns:a16="http://schemas.microsoft.com/office/drawing/2014/main" id="{C810020F-FB47-9D30-0455-46A39C8E547D}"/>
              </a:ext>
            </a:extLst>
          </p:cNvPr>
          <p:cNvCxnSpPr>
            <a:cxnSpLocks/>
          </p:cNvCxnSpPr>
          <p:nvPr/>
        </p:nvCxnSpPr>
        <p:spPr>
          <a:xfrm>
            <a:off x="4720811" y="3175779"/>
            <a:ext cx="0" cy="1280160"/>
          </a:xfrm>
          <a:prstGeom prst="line">
            <a:avLst/>
          </a:prstGeom>
          <a:ln w="12700">
            <a:solidFill>
              <a:srgbClr val="F1EFED"/>
            </a:solidFill>
            <a:prstDash val="sysDot"/>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4B1EED9C-98C3-9C7F-087E-5CE4D1903121}"/>
              </a:ext>
            </a:extLst>
          </p:cNvPr>
          <p:cNvSpPr txBox="1"/>
          <p:nvPr/>
        </p:nvSpPr>
        <p:spPr>
          <a:xfrm>
            <a:off x="5703751" y="1198731"/>
            <a:ext cx="3042798" cy="2123658"/>
          </a:xfrm>
          <a:prstGeom prst="rect">
            <a:avLst/>
          </a:prstGeom>
          <a:noFill/>
        </p:spPr>
        <p:txBody>
          <a:bodyPr wrap="square">
            <a:spAutoFit/>
          </a:bodyPr>
          <a:lstStyle/>
          <a:p>
            <a:pPr marL="0" lvl="1" defTabSz="932293" fontAlgn="base">
              <a:spcBef>
                <a:spcPct val="0"/>
              </a:spcBef>
              <a:defRPr/>
            </a:pPr>
            <a:r>
              <a:rPr lang="en-US" sz="1200" kern="0" dirty="0">
                <a:solidFill>
                  <a:schemeClr val="tx1"/>
                </a:solidFill>
                <a:latin typeface="Oracle Sans" panose="020B0503020204020204" pitchFamily="34" charset="0"/>
                <a:cs typeface="Oracle Sans" panose="020B0503020204020204" pitchFamily="34" charset="0"/>
              </a:rPr>
              <a:t>Level 3</a:t>
            </a:r>
          </a:p>
          <a:p>
            <a:pPr marL="285750" lvl="1" indent="-285750" defTabSz="932293" fontAlgn="base">
              <a:spcBef>
                <a:spcPct val="0"/>
              </a:spcBef>
              <a:buClr>
                <a:schemeClr val="tx1"/>
              </a:buClr>
              <a:buFont typeface="Arial" panose="020B0604020202020204" pitchFamily="34" charset="0"/>
              <a:buChar char="•"/>
              <a:defRPr/>
            </a:pPr>
            <a:r>
              <a:rPr lang="en-US" sz="1200" kern="0" dirty="0">
                <a:solidFill>
                  <a:srgbClr val="F0CC71"/>
                </a:solidFill>
                <a:latin typeface="Oracle Sans" panose="020B0503020204020204" pitchFamily="34" charset="0"/>
                <a:cs typeface="Oracle Sans" panose="020B0503020204020204" pitchFamily="34" charset="0"/>
              </a:rPr>
              <a:t>500 seats </a:t>
            </a:r>
            <a:r>
              <a:rPr lang="en-US" sz="1200" kern="0" dirty="0">
                <a:latin typeface="Oracle Sans" panose="020B0503020204020204" pitchFamily="34" charset="0"/>
                <a:cs typeface="Oracle Sans" panose="020B0503020204020204" pitchFamily="34" charset="0"/>
              </a:rPr>
              <a:t>for advanced delivery and success training on Oracle’s entire product portfolio</a:t>
            </a:r>
          </a:p>
          <a:p>
            <a:pPr marL="285750" lvl="1" indent="-285750" defTabSz="932293" fontAlgn="base">
              <a:spcBef>
                <a:spcPct val="0"/>
              </a:spcBef>
              <a:buClr>
                <a:schemeClr val="tx1"/>
              </a:buClr>
              <a:buFont typeface="Arial" panose="020B0604020202020204" pitchFamily="34" charset="0"/>
              <a:buChar char="•"/>
              <a:defRPr/>
            </a:pPr>
            <a:r>
              <a:rPr lang="en-US" sz="1200" kern="0" dirty="0">
                <a:solidFill>
                  <a:srgbClr val="F0CC71"/>
                </a:solidFill>
                <a:latin typeface="Oracle Sans" panose="020B0503020204020204" pitchFamily="34" charset="0"/>
                <a:cs typeface="Oracle Sans" panose="020B0503020204020204" pitchFamily="34" charset="0"/>
              </a:rPr>
              <a:t>750K Oracle Partner Credits </a:t>
            </a:r>
            <a:r>
              <a:rPr lang="en-US" sz="1200" kern="0" dirty="0">
                <a:latin typeface="Oracle Sans" panose="020B0503020204020204" pitchFamily="34" charset="0"/>
                <a:cs typeface="Oracle Sans" panose="020B0503020204020204" pitchFamily="34" charset="0"/>
              </a:rPr>
              <a:t>for use on added </a:t>
            </a:r>
            <a:r>
              <a:rPr lang="en-US" sz="1200" kern="0" dirty="0">
                <a:solidFill>
                  <a:schemeClr val="tx1"/>
                </a:solidFill>
                <a:latin typeface="Oracle Sans" panose="020B0503020204020204" pitchFamily="34" charset="0"/>
                <a:cs typeface="Oracle Sans" panose="020B0503020204020204" pitchFamily="34" charset="0"/>
              </a:rPr>
              <a:t>benefits</a:t>
            </a:r>
          </a:p>
          <a:p>
            <a:pPr marL="285750" lvl="1" indent="-285750" defTabSz="932293" fontAlgn="base">
              <a:spcBef>
                <a:spcPct val="0"/>
              </a:spcBef>
              <a:buClr>
                <a:schemeClr val="tx1"/>
              </a:buClr>
              <a:buFont typeface="Arial" panose="020B0604020202020204" pitchFamily="34" charset="0"/>
              <a:buChar char="•"/>
              <a:defRPr/>
            </a:pPr>
            <a:r>
              <a:rPr lang="en-US" sz="1200" kern="0" dirty="0">
                <a:solidFill>
                  <a:srgbClr val="F0CC71"/>
                </a:solidFill>
                <a:latin typeface="Oracle Sans" panose="020B0503020204020204" pitchFamily="34" charset="0"/>
                <a:cs typeface="Oracle Sans" panose="020B0503020204020204" pitchFamily="34" charset="0"/>
              </a:rPr>
              <a:t>Managed global</a:t>
            </a:r>
            <a:r>
              <a:rPr lang="en-US" sz="1200" kern="0" dirty="0">
                <a:latin typeface="Oracle Sans" panose="020B0503020204020204" pitchFamily="34" charset="0"/>
                <a:cs typeface="Oracle Sans" panose="020B0503020204020204" pitchFamily="34" charset="0"/>
              </a:rPr>
              <a:t> GTM collaboration</a:t>
            </a:r>
          </a:p>
          <a:p>
            <a:pPr marL="285750" lvl="1" indent="-285750" defTabSz="932293" fontAlgn="base">
              <a:spcBef>
                <a:spcPct val="0"/>
              </a:spcBef>
              <a:buClr>
                <a:schemeClr val="tx1"/>
              </a:buClr>
              <a:buFont typeface="Arial" panose="020B0604020202020204" pitchFamily="34" charset="0"/>
              <a:buChar char="•"/>
              <a:defRPr/>
            </a:pPr>
            <a:r>
              <a:rPr lang="en-US" sz="1200" kern="0" dirty="0">
                <a:solidFill>
                  <a:srgbClr val="F0CC71"/>
                </a:solidFill>
                <a:latin typeface="Oracle Sans" panose="020B0503020204020204" pitchFamily="34" charset="0"/>
                <a:cs typeface="Oracle Sans" panose="020B0503020204020204" pitchFamily="34" charset="0"/>
              </a:rPr>
              <a:t>Global Partner Marketing </a:t>
            </a:r>
            <a:r>
              <a:rPr lang="en-US" sz="1200" kern="0" dirty="0">
                <a:latin typeface="Oracle Sans" panose="020B0503020204020204" pitchFamily="34" charset="0"/>
                <a:cs typeface="Oracle Sans" panose="020B0503020204020204" pitchFamily="34" charset="0"/>
              </a:rPr>
              <a:t>Manager</a:t>
            </a:r>
            <a:endParaRPr lang="en-US" sz="1000" kern="0" dirty="0">
              <a:latin typeface="Oracle Sans" panose="020B0503020204020204" pitchFamily="34" charset="0"/>
              <a:cs typeface="Oracle Sans" panose="020B0503020204020204" pitchFamily="34" charset="0"/>
            </a:endParaRPr>
          </a:p>
          <a:p>
            <a:pPr marL="285750" lvl="1" indent="-285750" defTabSz="932293" fontAlgn="base">
              <a:spcBef>
                <a:spcPct val="0"/>
              </a:spcBef>
              <a:buClr>
                <a:schemeClr val="tx1"/>
              </a:buClr>
              <a:buFont typeface="Arial" panose="020B0604020202020204" pitchFamily="34" charset="0"/>
              <a:buChar char="•"/>
              <a:defRPr/>
            </a:pPr>
            <a:r>
              <a:rPr lang="en-US" sz="1200" kern="0" dirty="0">
                <a:solidFill>
                  <a:srgbClr val="F0CC71"/>
                </a:solidFill>
                <a:latin typeface="Oracle Sans" panose="020B0503020204020204" pitchFamily="34" charset="0"/>
                <a:cs typeface="Oracle Sans" panose="020B0503020204020204" pitchFamily="34" charset="0"/>
              </a:rPr>
              <a:t>Private offer</a:t>
            </a:r>
            <a:r>
              <a:rPr lang="en-US" sz="1200" kern="0" dirty="0">
                <a:latin typeface="Oracle Sans" panose="020B0503020204020204" pitchFamily="34" charset="0"/>
                <a:cs typeface="Oracle Sans" panose="020B0503020204020204" pitchFamily="34" charset="0"/>
              </a:rPr>
              <a:t> listing</a:t>
            </a:r>
            <a:endParaRPr lang="en-US" sz="1000" kern="0" dirty="0">
              <a:latin typeface="Oracle Sans" panose="020B0503020204020204" pitchFamily="34" charset="0"/>
              <a:cs typeface="Oracle Sans" panose="020B0503020204020204" pitchFamily="34" charset="0"/>
            </a:endParaRPr>
          </a:p>
          <a:p>
            <a:pPr marL="0" lvl="1" defTabSz="932293" fontAlgn="base">
              <a:spcBef>
                <a:spcPct val="0"/>
              </a:spcBef>
              <a:buClr>
                <a:schemeClr val="tx1"/>
              </a:buClr>
              <a:defRPr/>
            </a:pPr>
            <a:endParaRPr lang="en-US" sz="1200" kern="0" dirty="0">
              <a:latin typeface="Oracle Sans" panose="020B0503020204020204" pitchFamily="34" charset="0"/>
              <a:cs typeface="Oracle Sans" panose="020B0503020204020204" pitchFamily="34" charset="0"/>
            </a:endParaRPr>
          </a:p>
          <a:p>
            <a:pPr marL="285750" lvl="1" indent="-285750" defTabSz="932293" fontAlgn="base">
              <a:spcBef>
                <a:spcPct val="0"/>
              </a:spcBef>
              <a:buClr>
                <a:schemeClr val="tx1"/>
              </a:buClr>
              <a:buFont typeface="Arial" panose="020B0604020202020204" pitchFamily="34" charset="0"/>
              <a:buChar char="•"/>
              <a:defRPr/>
            </a:pPr>
            <a:endParaRPr lang="en-US" sz="1200" kern="0" dirty="0">
              <a:latin typeface="Oracle Sans" panose="020B0503020204020204" pitchFamily="34" charset="0"/>
              <a:cs typeface="Oracle Sans" panose="020B0503020204020204" pitchFamily="34" charset="0"/>
            </a:endParaRPr>
          </a:p>
        </p:txBody>
      </p:sp>
      <p:sp>
        <p:nvSpPr>
          <p:cNvPr id="40" name="TextBox 39">
            <a:extLst>
              <a:ext uri="{FF2B5EF4-FFF2-40B4-BE49-F238E27FC236}">
                <a16:creationId xmlns:a16="http://schemas.microsoft.com/office/drawing/2014/main" id="{B8AC4F0E-CB09-029E-1FCC-37C809E83683}"/>
              </a:ext>
            </a:extLst>
          </p:cNvPr>
          <p:cNvSpPr txBox="1"/>
          <p:nvPr/>
        </p:nvSpPr>
        <p:spPr>
          <a:xfrm>
            <a:off x="3065335" y="1198731"/>
            <a:ext cx="2728057" cy="1569660"/>
          </a:xfrm>
          <a:prstGeom prst="rect">
            <a:avLst/>
          </a:prstGeom>
          <a:noFill/>
        </p:spPr>
        <p:txBody>
          <a:bodyPr wrap="square">
            <a:spAutoFit/>
          </a:bodyPr>
          <a:lstStyle/>
          <a:p>
            <a:pPr marL="0" lvl="1" defTabSz="932293" fontAlgn="base">
              <a:spcBef>
                <a:spcPct val="0"/>
              </a:spcBef>
              <a:defRPr/>
            </a:pPr>
            <a:r>
              <a:rPr lang="en-US" sz="1200" kern="0" dirty="0">
                <a:latin typeface="Oracle Sans" panose="020B0503020204020204" pitchFamily="34" charset="0"/>
                <a:cs typeface="Oracle Sans" panose="020B0503020204020204" pitchFamily="34" charset="0"/>
              </a:rPr>
              <a:t>Level 2</a:t>
            </a:r>
          </a:p>
          <a:p>
            <a:pPr marL="171450" lvl="1" indent="-171450" defTabSz="932293" fontAlgn="base">
              <a:spcBef>
                <a:spcPct val="0"/>
              </a:spcBef>
              <a:buClr>
                <a:schemeClr val="tx1"/>
              </a:buClr>
              <a:buFont typeface="Arial" panose="020B0604020202020204" pitchFamily="34" charset="0"/>
              <a:buChar char="•"/>
              <a:defRPr/>
            </a:pPr>
            <a:r>
              <a:rPr lang="en-US" sz="1200" kern="0" dirty="0">
                <a:solidFill>
                  <a:srgbClr val="F0CC71"/>
                </a:solidFill>
                <a:latin typeface="Oracle Sans" panose="020B0503020204020204" pitchFamily="34" charset="0"/>
                <a:cs typeface="Oracle Sans" panose="020B0503020204020204" pitchFamily="34" charset="0"/>
              </a:rPr>
              <a:t>100 seats </a:t>
            </a:r>
            <a:r>
              <a:rPr lang="en-US" sz="1200" kern="0" dirty="0">
                <a:latin typeface="Oracle Sans" panose="020B0503020204020204" pitchFamily="34" charset="0"/>
                <a:cs typeface="Oracle Sans" panose="020B0503020204020204" pitchFamily="34" charset="0"/>
              </a:rPr>
              <a:t>for advanced delivery and success training on Oracle’s</a:t>
            </a:r>
            <a:br>
              <a:rPr lang="en-US" sz="1200" kern="0" dirty="0">
                <a:latin typeface="Oracle Sans" panose="020B0503020204020204" pitchFamily="34" charset="0"/>
                <a:cs typeface="Oracle Sans" panose="020B0503020204020204" pitchFamily="34" charset="0"/>
              </a:rPr>
            </a:br>
            <a:r>
              <a:rPr lang="en-US" sz="1200" kern="0" dirty="0">
                <a:latin typeface="Oracle Sans" panose="020B0503020204020204" pitchFamily="34" charset="0"/>
                <a:cs typeface="Oracle Sans" panose="020B0503020204020204" pitchFamily="34" charset="0"/>
              </a:rPr>
              <a:t>entire product portfolio</a:t>
            </a:r>
          </a:p>
          <a:p>
            <a:pPr marL="171450" lvl="1" indent="-171450" defTabSz="932293" fontAlgn="base">
              <a:spcBef>
                <a:spcPct val="0"/>
              </a:spcBef>
              <a:buClr>
                <a:schemeClr val="tx1"/>
              </a:buClr>
              <a:buFont typeface="Arial" panose="020B0604020202020204" pitchFamily="34" charset="0"/>
              <a:buChar char="•"/>
              <a:defRPr/>
            </a:pPr>
            <a:r>
              <a:rPr lang="en-US" sz="1200" kern="0" dirty="0">
                <a:solidFill>
                  <a:srgbClr val="F0CC71"/>
                </a:solidFill>
                <a:latin typeface="Oracle Sans" panose="020B0503020204020204" pitchFamily="34" charset="0"/>
                <a:cs typeface="Oracle Sans" panose="020B0503020204020204" pitchFamily="34" charset="0"/>
              </a:rPr>
              <a:t>125K</a:t>
            </a:r>
            <a:r>
              <a:rPr lang="en-US" sz="1200" kern="0" dirty="0">
                <a:latin typeface="Oracle Sans" panose="020B0503020204020204" pitchFamily="34" charset="0"/>
                <a:cs typeface="Oracle Sans" panose="020B0503020204020204" pitchFamily="34" charset="0"/>
              </a:rPr>
              <a:t> </a:t>
            </a:r>
            <a:r>
              <a:rPr lang="en-US" sz="1200" kern="0" dirty="0">
                <a:solidFill>
                  <a:srgbClr val="F0CC71"/>
                </a:solidFill>
                <a:latin typeface="Oracle Sans" panose="020B0503020204020204" pitchFamily="34" charset="0"/>
                <a:cs typeface="Oracle Sans" panose="020B0503020204020204" pitchFamily="34" charset="0"/>
              </a:rPr>
              <a:t>Oracle Partner Credits </a:t>
            </a:r>
            <a:r>
              <a:rPr lang="en-US" sz="1200" kern="0" dirty="0">
                <a:latin typeface="Oracle Sans" panose="020B0503020204020204" pitchFamily="34" charset="0"/>
                <a:cs typeface="Oracle Sans" panose="020B0503020204020204" pitchFamily="34" charset="0"/>
              </a:rPr>
              <a:t>for use on added benefits</a:t>
            </a:r>
          </a:p>
          <a:p>
            <a:pPr marL="171450" lvl="1" indent="-171450" defTabSz="932293" fontAlgn="base">
              <a:spcBef>
                <a:spcPct val="0"/>
              </a:spcBef>
              <a:buClr>
                <a:schemeClr val="tx1"/>
              </a:buClr>
              <a:buFont typeface="Arial" panose="020B0604020202020204" pitchFamily="34" charset="0"/>
              <a:buChar char="•"/>
              <a:defRPr/>
            </a:pPr>
            <a:r>
              <a:rPr lang="en-US" sz="1200" kern="0" dirty="0">
                <a:solidFill>
                  <a:srgbClr val="F0CC71"/>
                </a:solidFill>
                <a:latin typeface="Oracle Sans" panose="020B0503020204020204" pitchFamily="34" charset="0"/>
                <a:cs typeface="Oracle Sans" panose="020B0503020204020204" pitchFamily="34" charset="0"/>
              </a:rPr>
              <a:t>Managed regional </a:t>
            </a:r>
            <a:r>
              <a:rPr lang="en-US" sz="1200" kern="0" dirty="0">
                <a:latin typeface="Oracle Sans" panose="020B0503020204020204" pitchFamily="34" charset="0"/>
                <a:cs typeface="Oracle Sans" panose="020B0503020204020204" pitchFamily="34" charset="0"/>
              </a:rPr>
              <a:t>GTM collaboration</a:t>
            </a:r>
            <a:endParaRPr lang="en-US" sz="1000" kern="0" dirty="0">
              <a:latin typeface="Oracle Sans" panose="020B0503020204020204" pitchFamily="34" charset="0"/>
              <a:cs typeface="Oracle Sans" panose="020B0503020204020204" pitchFamily="34" charset="0"/>
            </a:endParaRPr>
          </a:p>
        </p:txBody>
      </p:sp>
      <p:sp>
        <p:nvSpPr>
          <p:cNvPr id="2" name="TextBox 1">
            <a:extLst>
              <a:ext uri="{FF2B5EF4-FFF2-40B4-BE49-F238E27FC236}">
                <a16:creationId xmlns:a16="http://schemas.microsoft.com/office/drawing/2014/main" id="{6C8D644E-9B0D-2093-1842-85610FFAE6B5}"/>
              </a:ext>
            </a:extLst>
          </p:cNvPr>
          <p:cNvSpPr txBox="1"/>
          <p:nvPr/>
        </p:nvSpPr>
        <p:spPr>
          <a:xfrm>
            <a:off x="240638" y="4711434"/>
            <a:ext cx="8505911" cy="215209"/>
          </a:xfrm>
          <a:prstGeom prst="rect">
            <a:avLst/>
          </a:prstGeom>
          <a:noFill/>
        </p:spPr>
        <p:txBody>
          <a:bodyPr wrap="square">
            <a:spAutoFit/>
          </a:bodyPr>
          <a:lstStyle/>
          <a:p>
            <a:pPr marL="177800" defTabSz="685739">
              <a:defRPr/>
            </a:pPr>
            <a:r>
              <a:rPr lang="en-US" sz="800" kern="0" dirty="0">
                <a:latin typeface="Oracle Sans Light" panose="020B0403020204020204" pitchFamily="34" charset="0"/>
                <a:cs typeface="Oracle Sans Light" panose="020B0403020204020204" pitchFamily="34" charset="0"/>
              </a:rPr>
              <a:t>Note: Oracle Marketplace listings, including private offer listings, are not available in all countries.. </a:t>
            </a:r>
          </a:p>
        </p:txBody>
      </p:sp>
    </p:spTree>
    <p:extLst>
      <p:ext uri="{BB962C8B-B14F-4D97-AF65-F5344CB8AC3E}">
        <p14:creationId xmlns:p14="http://schemas.microsoft.com/office/powerpoint/2010/main" val="3380824675"/>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a:extLst>
              <a:ext uri="{FF2B5EF4-FFF2-40B4-BE49-F238E27FC236}">
                <a16:creationId xmlns:a16="http://schemas.microsoft.com/office/drawing/2014/main" id="{E8FF7884-84E4-44D7-4586-FB25F7209793}"/>
              </a:ext>
            </a:extLst>
          </p:cNvPr>
          <p:cNvSpPr txBox="1"/>
          <p:nvPr/>
        </p:nvSpPr>
        <p:spPr>
          <a:xfrm>
            <a:off x="3200400" y="1211804"/>
            <a:ext cx="2743200" cy="1200329"/>
          </a:xfrm>
          <a:prstGeom prst="rect">
            <a:avLst/>
          </a:prstGeom>
          <a:noFill/>
        </p:spPr>
        <p:txBody>
          <a:bodyPr wrap="square">
            <a:spAutoFit/>
          </a:bodyPr>
          <a:lstStyle/>
          <a:p>
            <a:pPr marL="0" lvl="1" defTabSz="932293" fontAlgn="base">
              <a:spcBef>
                <a:spcPct val="0"/>
              </a:spcBef>
              <a:defRPr/>
            </a:pPr>
            <a:r>
              <a:rPr lang="en-US" sz="1200" kern="0" dirty="0">
                <a:latin typeface="Oracle Sans" panose="020B0503020204020204" pitchFamily="34" charset="0"/>
                <a:cs typeface="Oracle Sans" panose="020B0503020204020204" pitchFamily="34" charset="0"/>
              </a:rPr>
              <a:t>Level 1</a:t>
            </a:r>
          </a:p>
          <a:p>
            <a:pPr marL="285750" lvl="1" indent="-285750" defTabSz="932293" fontAlgn="base">
              <a:spcBef>
                <a:spcPct val="0"/>
              </a:spcBef>
              <a:buClr>
                <a:schemeClr val="tx1"/>
              </a:buClr>
              <a:buFont typeface="Arial" panose="020B0604020202020204" pitchFamily="34" charset="0"/>
              <a:buChar char="•"/>
              <a:defRPr/>
            </a:pPr>
            <a:r>
              <a:rPr lang="en-US" sz="1200" kern="0" dirty="0">
                <a:solidFill>
                  <a:srgbClr val="F0CC71"/>
                </a:solidFill>
                <a:latin typeface="Oracle Sans" panose="020B0503020204020204" pitchFamily="34" charset="0"/>
                <a:cs typeface="Oracle Sans" panose="020B0503020204020204" pitchFamily="34" charset="0"/>
              </a:rPr>
              <a:t>5 seats </a:t>
            </a:r>
            <a:r>
              <a:rPr lang="en-US" sz="1200" kern="0" dirty="0">
                <a:latin typeface="Oracle Sans" panose="020B0503020204020204" pitchFamily="34" charset="0"/>
                <a:cs typeface="Oracle Sans" panose="020B0503020204020204" pitchFamily="34" charset="0"/>
              </a:rPr>
              <a:t>for advanced delivery</a:t>
            </a:r>
            <a:br>
              <a:rPr lang="en-US" sz="1200" kern="0" dirty="0">
                <a:latin typeface="Oracle Sans" panose="020B0503020204020204" pitchFamily="34" charset="0"/>
                <a:cs typeface="Oracle Sans" panose="020B0503020204020204" pitchFamily="34" charset="0"/>
              </a:rPr>
            </a:br>
            <a:r>
              <a:rPr lang="en-US" sz="1200" kern="0" dirty="0">
                <a:latin typeface="Oracle Sans" panose="020B0503020204020204" pitchFamily="34" charset="0"/>
                <a:cs typeface="Oracle Sans" panose="020B0503020204020204" pitchFamily="34" charset="0"/>
              </a:rPr>
              <a:t>and success training on Oracle’s</a:t>
            </a:r>
            <a:br>
              <a:rPr lang="en-US" sz="1200" kern="0" dirty="0">
                <a:latin typeface="Oracle Sans" panose="020B0503020204020204" pitchFamily="34" charset="0"/>
                <a:cs typeface="Oracle Sans" panose="020B0503020204020204" pitchFamily="34" charset="0"/>
              </a:rPr>
            </a:br>
            <a:r>
              <a:rPr lang="en-US" sz="1200" kern="0" dirty="0">
                <a:latin typeface="Oracle Sans" panose="020B0503020204020204" pitchFamily="34" charset="0"/>
                <a:cs typeface="Oracle Sans" panose="020B0503020204020204" pitchFamily="34" charset="0"/>
              </a:rPr>
              <a:t>entire product portfolio</a:t>
            </a:r>
          </a:p>
          <a:p>
            <a:pPr marL="285750" lvl="1" indent="-285750" defTabSz="932293" fontAlgn="base">
              <a:spcBef>
                <a:spcPct val="0"/>
              </a:spcBef>
              <a:buClr>
                <a:schemeClr val="tx1"/>
              </a:buClr>
              <a:buFont typeface="Arial" panose="020B0604020202020204" pitchFamily="34" charset="0"/>
              <a:buChar char="•"/>
              <a:defRPr/>
            </a:pPr>
            <a:r>
              <a:rPr lang="en-US" sz="1200" kern="0" dirty="0">
                <a:solidFill>
                  <a:srgbClr val="F0CC71"/>
                </a:solidFill>
                <a:latin typeface="Oracle Sans" panose="020B0503020204020204" pitchFamily="34" charset="0"/>
                <a:cs typeface="Oracle Sans" panose="020B0503020204020204" pitchFamily="34" charset="0"/>
              </a:rPr>
              <a:t>Enabler</a:t>
            </a:r>
            <a:r>
              <a:rPr lang="en-US" sz="1200" kern="0" dirty="0">
                <a:latin typeface="Oracle Sans" panose="020B0503020204020204" pitchFamily="34" charset="0"/>
                <a:cs typeface="Oracle Sans" panose="020B0503020204020204" pitchFamily="34" charset="0"/>
              </a:rPr>
              <a:t> for dev/test</a:t>
            </a:r>
            <a:br>
              <a:rPr lang="en-US" sz="1200" kern="0" dirty="0">
                <a:latin typeface="Oracle Sans" panose="020B0503020204020204" pitchFamily="34" charset="0"/>
                <a:cs typeface="Oracle Sans" panose="020B0503020204020204" pitchFamily="34" charset="0"/>
              </a:rPr>
            </a:br>
            <a:r>
              <a:rPr lang="en-US" sz="1200" kern="0" dirty="0">
                <a:latin typeface="Oracle Sans" panose="020B0503020204020204" pitchFamily="34" charset="0"/>
                <a:cs typeface="Oracle Sans" panose="020B0503020204020204" pitchFamily="34" charset="0"/>
              </a:rPr>
              <a:t>environments</a:t>
            </a:r>
          </a:p>
        </p:txBody>
      </p:sp>
      <p:sp>
        <p:nvSpPr>
          <p:cNvPr id="3" name="Footer Placeholder 2">
            <a:extLst>
              <a:ext uri="{FF2B5EF4-FFF2-40B4-BE49-F238E27FC236}">
                <a16:creationId xmlns:a16="http://schemas.microsoft.com/office/drawing/2014/main" id="{DF210B13-4C14-3AC7-4B75-7982F82E2BCA}"/>
              </a:ext>
            </a:extLst>
          </p:cNvPr>
          <p:cNvSpPr txBox="1">
            <a:spLocks/>
          </p:cNvSpPr>
          <p:nvPr/>
        </p:nvSpPr>
        <p:spPr>
          <a:xfrm>
            <a:off x="529290" y="4869657"/>
            <a:ext cx="3769900" cy="273844"/>
          </a:xfrm>
          <a:prstGeom prst="rect">
            <a:avLst/>
          </a:prstGeom>
        </p:spPr>
        <p:txBody>
          <a:bodyPr/>
          <a:lstStyle>
            <a:defPPr>
              <a:defRPr lang="en-US"/>
            </a:defPPr>
            <a:lvl1pPr marL="0" algn="l" defTabSz="674692" rtl="0" eaLnBrk="1" latinLnBrk="0" hangingPunct="1">
              <a:defRPr sz="1328" kern="1200">
                <a:solidFill>
                  <a:schemeClr val="tx1"/>
                </a:solidFill>
                <a:latin typeface="+mn-lt"/>
                <a:ea typeface="+mn-ea"/>
                <a:cs typeface="+mn-cs"/>
              </a:defRPr>
            </a:lvl1pPr>
            <a:lvl2pPr marL="337347" algn="l" defTabSz="674692" rtl="0" eaLnBrk="1" latinLnBrk="0" hangingPunct="1">
              <a:defRPr sz="1328" kern="1200">
                <a:solidFill>
                  <a:schemeClr val="tx1"/>
                </a:solidFill>
                <a:latin typeface="+mn-lt"/>
                <a:ea typeface="+mn-ea"/>
                <a:cs typeface="+mn-cs"/>
              </a:defRPr>
            </a:lvl2pPr>
            <a:lvl3pPr marL="674692" algn="l" defTabSz="674692" rtl="0" eaLnBrk="1" latinLnBrk="0" hangingPunct="1">
              <a:defRPr sz="1328" kern="1200">
                <a:solidFill>
                  <a:schemeClr val="tx1"/>
                </a:solidFill>
                <a:latin typeface="+mn-lt"/>
                <a:ea typeface="+mn-ea"/>
                <a:cs typeface="+mn-cs"/>
              </a:defRPr>
            </a:lvl3pPr>
            <a:lvl4pPr marL="1012039" algn="l" defTabSz="674692" rtl="0" eaLnBrk="1" latinLnBrk="0" hangingPunct="1">
              <a:defRPr sz="1328" kern="1200">
                <a:solidFill>
                  <a:schemeClr val="tx1"/>
                </a:solidFill>
                <a:latin typeface="+mn-lt"/>
                <a:ea typeface="+mn-ea"/>
                <a:cs typeface="+mn-cs"/>
              </a:defRPr>
            </a:lvl4pPr>
            <a:lvl5pPr marL="1349384" algn="l" defTabSz="674692" rtl="0" eaLnBrk="1" latinLnBrk="0" hangingPunct="1">
              <a:defRPr sz="1328" kern="1200">
                <a:solidFill>
                  <a:schemeClr val="tx1"/>
                </a:solidFill>
                <a:latin typeface="+mn-lt"/>
                <a:ea typeface="+mn-ea"/>
                <a:cs typeface="+mn-cs"/>
              </a:defRPr>
            </a:lvl5pPr>
            <a:lvl6pPr marL="1686731" algn="l" defTabSz="674692" rtl="0" eaLnBrk="1" latinLnBrk="0" hangingPunct="1">
              <a:defRPr sz="1328" kern="1200">
                <a:solidFill>
                  <a:schemeClr val="tx1"/>
                </a:solidFill>
                <a:latin typeface="+mn-lt"/>
                <a:ea typeface="+mn-ea"/>
                <a:cs typeface="+mn-cs"/>
              </a:defRPr>
            </a:lvl6pPr>
            <a:lvl7pPr marL="2024077" algn="l" defTabSz="674692" rtl="0" eaLnBrk="1" latinLnBrk="0" hangingPunct="1">
              <a:defRPr sz="1328" kern="1200">
                <a:solidFill>
                  <a:schemeClr val="tx1"/>
                </a:solidFill>
                <a:latin typeface="+mn-lt"/>
                <a:ea typeface="+mn-ea"/>
                <a:cs typeface="+mn-cs"/>
              </a:defRPr>
            </a:lvl7pPr>
            <a:lvl8pPr marL="2361423" algn="l" defTabSz="674692" rtl="0" eaLnBrk="1" latinLnBrk="0" hangingPunct="1">
              <a:defRPr sz="1328" kern="1200">
                <a:solidFill>
                  <a:schemeClr val="tx1"/>
                </a:solidFill>
                <a:latin typeface="+mn-lt"/>
                <a:ea typeface="+mn-ea"/>
                <a:cs typeface="+mn-cs"/>
              </a:defRPr>
            </a:lvl8pPr>
            <a:lvl9pPr marL="2698769" algn="l" defTabSz="674692" rtl="0" eaLnBrk="1" latinLnBrk="0" hangingPunct="1">
              <a:defRPr sz="1328" kern="1200">
                <a:solidFill>
                  <a:schemeClr val="tx1"/>
                </a:solidFill>
                <a:latin typeface="+mn-lt"/>
                <a:ea typeface="+mn-ea"/>
                <a:cs typeface="+mn-cs"/>
              </a:defRPr>
            </a:lvl9pPr>
          </a:lstStyle>
          <a:p>
            <a:r>
              <a:rPr lang="en-US" sz="530" dirty="0">
                <a:latin typeface="Oracle Sans" panose="020B0503020204020204" pitchFamily="34" charset="0"/>
                <a:cs typeface="Oracle Sans" panose="020B0503020204020204" pitchFamily="34" charset="0"/>
                <a:sym typeface="Symbol" pitchFamily="2" charset="2"/>
              </a:rPr>
              <a:t>Copyright © 2025, Oracle and/or its affiliates. All rights reserved.</a:t>
            </a:r>
            <a:endParaRPr lang="en-CA" sz="530" dirty="0">
              <a:latin typeface="Oracle Sans" panose="020B0503020204020204" pitchFamily="34" charset="0"/>
              <a:cs typeface="Oracle Sans" panose="020B0503020204020204" pitchFamily="34" charset="0"/>
            </a:endParaRPr>
          </a:p>
        </p:txBody>
      </p:sp>
      <p:sp>
        <p:nvSpPr>
          <p:cNvPr id="4" name="Slide Number Placeholder 3">
            <a:extLst>
              <a:ext uri="{FF2B5EF4-FFF2-40B4-BE49-F238E27FC236}">
                <a16:creationId xmlns:a16="http://schemas.microsoft.com/office/drawing/2014/main" id="{0FE2A848-A358-10F5-4018-FAE224D2EDF0}"/>
              </a:ext>
            </a:extLst>
          </p:cNvPr>
          <p:cNvSpPr txBox="1">
            <a:spLocks/>
          </p:cNvSpPr>
          <p:nvPr/>
        </p:nvSpPr>
        <p:spPr>
          <a:xfrm>
            <a:off x="195597" y="4869657"/>
            <a:ext cx="326888" cy="273844"/>
          </a:xfrm>
          <a:prstGeom prst="rect">
            <a:avLst/>
          </a:prstGeom>
        </p:spPr>
        <p:txBody>
          <a:bodyPr/>
          <a:lstStyle>
            <a:defPPr>
              <a:defRPr lang="en-US"/>
            </a:defPPr>
            <a:lvl1pPr marL="0" algn="l" defTabSz="674692" rtl="0" eaLnBrk="1" latinLnBrk="0" hangingPunct="1">
              <a:defRPr sz="1328" kern="1200">
                <a:solidFill>
                  <a:schemeClr val="tx1"/>
                </a:solidFill>
                <a:latin typeface="+mn-lt"/>
                <a:ea typeface="+mn-ea"/>
                <a:cs typeface="+mn-cs"/>
              </a:defRPr>
            </a:lvl1pPr>
            <a:lvl2pPr marL="337347" algn="l" defTabSz="674692" rtl="0" eaLnBrk="1" latinLnBrk="0" hangingPunct="1">
              <a:defRPr sz="1328" kern="1200">
                <a:solidFill>
                  <a:schemeClr val="tx1"/>
                </a:solidFill>
                <a:latin typeface="+mn-lt"/>
                <a:ea typeface="+mn-ea"/>
                <a:cs typeface="+mn-cs"/>
              </a:defRPr>
            </a:lvl2pPr>
            <a:lvl3pPr marL="674692" algn="l" defTabSz="674692" rtl="0" eaLnBrk="1" latinLnBrk="0" hangingPunct="1">
              <a:defRPr sz="1328" kern="1200">
                <a:solidFill>
                  <a:schemeClr val="tx1"/>
                </a:solidFill>
                <a:latin typeface="+mn-lt"/>
                <a:ea typeface="+mn-ea"/>
                <a:cs typeface="+mn-cs"/>
              </a:defRPr>
            </a:lvl3pPr>
            <a:lvl4pPr marL="1012039" algn="l" defTabSz="674692" rtl="0" eaLnBrk="1" latinLnBrk="0" hangingPunct="1">
              <a:defRPr sz="1328" kern="1200">
                <a:solidFill>
                  <a:schemeClr val="tx1"/>
                </a:solidFill>
                <a:latin typeface="+mn-lt"/>
                <a:ea typeface="+mn-ea"/>
                <a:cs typeface="+mn-cs"/>
              </a:defRPr>
            </a:lvl4pPr>
            <a:lvl5pPr marL="1349384" algn="l" defTabSz="674692" rtl="0" eaLnBrk="1" latinLnBrk="0" hangingPunct="1">
              <a:defRPr sz="1328" kern="1200">
                <a:solidFill>
                  <a:schemeClr val="tx1"/>
                </a:solidFill>
                <a:latin typeface="+mn-lt"/>
                <a:ea typeface="+mn-ea"/>
                <a:cs typeface="+mn-cs"/>
              </a:defRPr>
            </a:lvl5pPr>
            <a:lvl6pPr marL="1686731" algn="l" defTabSz="674692" rtl="0" eaLnBrk="1" latinLnBrk="0" hangingPunct="1">
              <a:defRPr sz="1328" kern="1200">
                <a:solidFill>
                  <a:schemeClr val="tx1"/>
                </a:solidFill>
                <a:latin typeface="+mn-lt"/>
                <a:ea typeface="+mn-ea"/>
                <a:cs typeface="+mn-cs"/>
              </a:defRPr>
            </a:lvl6pPr>
            <a:lvl7pPr marL="2024077" algn="l" defTabSz="674692" rtl="0" eaLnBrk="1" latinLnBrk="0" hangingPunct="1">
              <a:defRPr sz="1328" kern="1200">
                <a:solidFill>
                  <a:schemeClr val="tx1"/>
                </a:solidFill>
                <a:latin typeface="+mn-lt"/>
                <a:ea typeface="+mn-ea"/>
                <a:cs typeface="+mn-cs"/>
              </a:defRPr>
            </a:lvl7pPr>
            <a:lvl8pPr marL="2361423" algn="l" defTabSz="674692" rtl="0" eaLnBrk="1" latinLnBrk="0" hangingPunct="1">
              <a:defRPr sz="1328" kern="1200">
                <a:solidFill>
                  <a:schemeClr val="tx1"/>
                </a:solidFill>
                <a:latin typeface="+mn-lt"/>
                <a:ea typeface="+mn-ea"/>
                <a:cs typeface="+mn-cs"/>
              </a:defRPr>
            </a:lvl8pPr>
            <a:lvl9pPr marL="2698769" algn="l" defTabSz="674692" rtl="0" eaLnBrk="1" latinLnBrk="0" hangingPunct="1">
              <a:defRPr sz="1328" kern="1200">
                <a:solidFill>
                  <a:schemeClr val="tx1"/>
                </a:solidFill>
                <a:latin typeface="+mn-lt"/>
                <a:ea typeface="+mn-ea"/>
                <a:cs typeface="+mn-cs"/>
              </a:defRPr>
            </a:lvl9pPr>
          </a:lstStyle>
          <a:p>
            <a:fld id="{CFF4B978-1D82-7745-80C5-DBABA6B131D3}" type="slidenum">
              <a:rPr lang="en-US" sz="530" smtClean="0">
                <a:latin typeface="Oracle Sans" panose="020B0503020204020204" pitchFamily="34" charset="0"/>
                <a:cs typeface="Oracle Sans" panose="020B0503020204020204" pitchFamily="34" charset="0"/>
              </a:rPr>
              <a:pPr/>
              <a:t>5</a:t>
            </a:fld>
            <a:endParaRPr lang="en-US" sz="530" dirty="0">
              <a:latin typeface="Oracle Sans" panose="020B0503020204020204" pitchFamily="34" charset="0"/>
              <a:cs typeface="Oracle Sans" panose="020B0503020204020204" pitchFamily="34" charset="0"/>
            </a:endParaRPr>
          </a:p>
        </p:txBody>
      </p:sp>
      <p:sp>
        <p:nvSpPr>
          <p:cNvPr id="5" name="Title 1">
            <a:extLst>
              <a:ext uri="{FF2B5EF4-FFF2-40B4-BE49-F238E27FC236}">
                <a16:creationId xmlns:a16="http://schemas.microsoft.com/office/drawing/2014/main" id="{B60D95FD-D6BB-A15B-3B00-A1799151F39D}"/>
              </a:ext>
            </a:extLst>
          </p:cNvPr>
          <p:cNvSpPr txBox="1">
            <a:spLocks/>
          </p:cNvSpPr>
          <p:nvPr/>
        </p:nvSpPr>
        <p:spPr>
          <a:xfrm>
            <a:off x="521829" y="239015"/>
            <a:ext cx="4560309" cy="695325"/>
          </a:xfrm>
          <a:prstGeom prst="rect">
            <a:avLst/>
          </a:prstGeom>
        </p:spPr>
        <p:txBody>
          <a:bodyPr vert="horz" lIns="0" tIns="0" rIns="0" bIns="0" rtlCol="0" anchor="b">
            <a:noAutofit/>
          </a:bodyPr>
          <a:lstStyle>
            <a:lvl1pPr algn="l" defTabSz="685800" rtl="0" eaLnBrk="1" latinLnBrk="0" hangingPunct="1">
              <a:lnSpc>
                <a:spcPct val="95000"/>
              </a:lnSpc>
              <a:spcBef>
                <a:spcPct val="0"/>
              </a:spcBef>
              <a:buNone/>
              <a:defRPr lang="en-US" sz="1800" b="1" i="0" kern="1200" baseline="0" dirty="0">
                <a:solidFill>
                  <a:schemeClr val="tx1"/>
                </a:solidFill>
                <a:latin typeface="+mn-lt"/>
                <a:ea typeface="+mn-ea"/>
                <a:cs typeface="+mj-cs"/>
              </a:defRPr>
            </a:lvl1pPr>
          </a:lstStyle>
          <a:p>
            <a:r>
              <a:rPr lang="en-US" sz="2400"/>
              <a:t>Choose your partnership</a:t>
            </a:r>
            <a:br>
              <a:rPr lang="en-US" sz="2400"/>
            </a:br>
            <a:r>
              <a:rPr lang="en-US" sz="2400"/>
              <a:t>path, benefits, and incentives</a:t>
            </a:r>
          </a:p>
        </p:txBody>
      </p:sp>
      <p:grpSp>
        <p:nvGrpSpPr>
          <p:cNvPr id="2" name="Group 1">
            <a:extLst>
              <a:ext uri="{FF2B5EF4-FFF2-40B4-BE49-F238E27FC236}">
                <a16:creationId xmlns:a16="http://schemas.microsoft.com/office/drawing/2014/main" id="{419FC286-6422-BF5E-265B-80784F773851}"/>
              </a:ext>
            </a:extLst>
          </p:cNvPr>
          <p:cNvGrpSpPr/>
          <p:nvPr/>
        </p:nvGrpSpPr>
        <p:grpSpPr>
          <a:xfrm>
            <a:off x="442260" y="2951483"/>
            <a:ext cx="4487726" cy="1691640"/>
            <a:chOff x="442260" y="3216230"/>
            <a:chExt cx="4487726" cy="1691640"/>
          </a:xfrm>
        </p:grpSpPr>
        <p:sp>
          <p:nvSpPr>
            <p:cNvPr id="6" name="Full Purple Backing">
              <a:extLst>
                <a:ext uri="{FF2B5EF4-FFF2-40B4-BE49-F238E27FC236}">
                  <a16:creationId xmlns:a16="http://schemas.microsoft.com/office/drawing/2014/main" id="{1F6CF87D-2735-A40D-2E7C-8DD465842DA8}"/>
                </a:ext>
              </a:extLst>
            </p:cNvPr>
            <p:cNvSpPr>
              <a:spLocks/>
            </p:cNvSpPr>
            <p:nvPr/>
          </p:nvSpPr>
          <p:spPr>
            <a:xfrm>
              <a:off x="442260" y="3217903"/>
              <a:ext cx="4240272" cy="1475022"/>
            </a:xfrm>
            <a:prstGeom prst="roundRect">
              <a:avLst>
                <a:gd name="adj" fmla="val 4965"/>
              </a:avLst>
            </a:prstGeom>
            <a:solidFill>
              <a:srgbClr val="1A2F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Oracle Sans" panose="020B0503020204020204" pitchFamily="34" charset="0"/>
              </a:endParaRPr>
            </a:p>
          </p:txBody>
        </p:sp>
        <p:grpSp>
          <p:nvGrpSpPr>
            <p:cNvPr id="7" name="Group 6">
              <a:extLst>
                <a:ext uri="{FF2B5EF4-FFF2-40B4-BE49-F238E27FC236}">
                  <a16:creationId xmlns:a16="http://schemas.microsoft.com/office/drawing/2014/main" id="{164BF8DB-25A5-7F0D-9D43-9FD9EB8A9364}"/>
                </a:ext>
              </a:extLst>
            </p:cNvPr>
            <p:cNvGrpSpPr/>
            <p:nvPr/>
          </p:nvGrpSpPr>
          <p:grpSpPr>
            <a:xfrm>
              <a:off x="442260" y="3216230"/>
              <a:ext cx="4487726" cy="1691640"/>
              <a:chOff x="442260" y="3262333"/>
              <a:chExt cx="4487726" cy="1628058"/>
            </a:xfrm>
          </p:grpSpPr>
          <p:sp>
            <p:nvSpPr>
              <p:cNvPr id="20" name="Included Benfifits Across Levels">
                <a:extLst>
                  <a:ext uri="{FF2B5EF4-FFF2-40B4-BE49-F238E27FC236}">
                    <a16:creationId xmlns:a16="http://schemas.microsoft.com/office/drawing/2014/main" id="{36CF1D30-8017-F203-C4BE-763E84E9FC85}"/>
                  </a:ext>
                </a:extLst>
              </p:cNvPr>
              <p:cNvSpPr txBox="1"/>
              <p:nvPr/>
            </p:nvSpPr>
            <p:spPr>
              <a:xfrm>
                <a:off x="444644" y="3301365"/>
                <a:ext cx="4485342" cy="276999"/>
              </a:xfrm>
              <a:prstGeom prst="rect">
                <a:avLst/>
              </a:prstGeom>
              <a:noFill/>
            </p:spPr>
            <p:txBody>
              <a:bodyPr wrap="square">
                <a:spAutoFit/>
              </a:bodyPr>
              <a:lstStyle/>
              <a:p>
                <a:pPr marL="0" marR="0" lvl="0" indent="0" defTabSz="685739" rtl="0" eaLnBrk="1" fontAlgn="auto" latinLnBrk="0" hangingPunct="1">
                  <a:lnSpc>
                    <a:spcPct val="100000"/>
                  </a:lnSpc>
                  <a:spcBef>
                    <a:spcPts val="0"/>
                  </a:spcBef>
                  <a:spcAft>
                    <a:spcPts val="0"/>
                  </a:spcAft>
                  <a:buClrTx/>
                  <a:buSzTx/>
                  <a:buFontTx/>
                  <a:buNone/>
                  <a:tabLst/>
                  <a:defRPr/>
                </a:pPr>
                <a:r>
                  <a:rPr lang="en-US" sz="1200" b="1" kern="0" dirty="0">
                    <a:solidFill>
                      <a:srgbClr val="F0CC71"/>
                    </a:solidFill>
                    <a:latin typeface="Oracle Sans Semi Bold" panose="020B0503020204020204" pitchFamily="34" charset="0"/>
                    <a:cs typeface="Oracle Sans Semi Bold" panose="020B0503020204020204" pitchFamily="34" charset="0"/>
                  </a:rPr>
                  <a:t>Included </a:t>
                </a:r>
                <a:r>
                  <a:rPr lang="en-US" sz="1200" kern="0" dirty="0">
                    <a:solidFill>
                      <a:srgbClr val="F0CC71"/>
                    </a:solidFill>
                    <a:latin typeface="Oracle Sans Semi Bold" panose="020B0503020204020204" pitchFamily="34" charset="0"/>
                    <a:cs typeface="Oracle Sans Semi Bold" panose="020B0503020204020204" pitchFamily="34" charset="0"/>
                  </a:rPr>
                  <a:t>Benefits</a:t>
                </a:r>
                <a:r>
                  <a:rPr lang="en-US" sz="1200" kern="0" dirty="0">
                    <a:latin typeface="Oracle Sans Semi Bold" panose="020B0503020204020204" pitchFamily="34" charset="0"/>
                    <a:cs typeface="Oracle Sans Semi Bold" panose="020B0503020204020204" pitchFamily="34" charset="0"/>
                  </a:rPr>
                  <a:t> Across Levels</a:t>
                </a:r>
              </a:p>
            </p:txBody>
          </p:sp>
          <p:sp>
            <p:nvSpPr>
              <p:cNvPr id="17" name="Half Purple">
                <a:extLst>
                  <a:ext uri="{FF2B5EF4-FFF2-40B4-BE49-F238E27FC236}">
                    <a16:creationId xmlns:a16="http://schemas.microsoft.com/office/drawing/2014/main" id="{9B3ADC92-FEDB-C10D-5E8C-72B281077C53}"/>
                  </a:ext>
                </a:extLst>
              </p:cNvPr>
              <p:cNvSpPr>
                <a:spLocks/>
              </p:cNvSpPr>
              <p:nvPr/>
            </p:nvSpPr>
            <p:spPr>
              <a:xfrm>
                <a:off x="442260" y="3262333"/>
                <a:ext cx="4260369" cy="1628058"/>
              </a:xfrm>
              <a:prstGeom prst="roundRect">
                <a:avLst>
                  <a:gd name="adj" fmla="val 496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Oracle Sans" panose="020B0503020204020204" pitchFamily="34" charset="0"/>
                </a:endParaRPr>
              </a:p>
            </p:txBody>
          </p:sp>
        </p:grpSp>
      </p:grpSp>
      <p:grpSp>
        <p:nvGrpSpPr>
          <p:cNvPr id="23" name="Group 22">
            <a:extLst>
              <a:ext uri="{FF2B5EF4-FFF2-40B4-BE49-F238E27FC236}">
                <a16:creationId xmlns:a16="http://schemas.microsoft.com/office/drawing/2014/main" id="{0CFDE745-B5BA-F5EB-D1F5-1DA55DF868DF}"/>
              </a:ext>
            </a:extLst>
          </p:cNvPr>
          <p:cNvGrpSpPr/>
          <p:nvPr/>
        </p:nvGrpSpPr>
        <p:grpSpPr>
          <a:xfrm>
            <a:off x="442260" y="2951483"/>
            <a:ext cx="4487726" cy="1735575"/>
            <a:chOff x="442260" y="3216230"/>
            <a:chExt cx="4487726" cy="1735575"/>
          </a:xfrm>
        </p:grpSpPr>
        <p:sp>
          <p:nvSpPr>
            <p:cNvPr id="24" name="Full Purple Backing">
              <a:extLst>
                <a:ext uri="{FF2B5EF4-FFF2-40B4-BE49-F238E27FC236}">
                  <a16:creationId xmlns:a16="http://schemas.microsoft.com/office/drawing/2014/main" id="{01415CC1-D2A0-A538-1624-D379556EE286}"/>
                </a:ext>
              </a:extLst>
            </p:cNvPr>
            <p:cNvSpPr>
              <a:spLocks/>
            </p:cNvSpPr>
            <p:nvPr/>
          </p:nvSpPr>
          <p:spPr>
            <a:xfrm>
              <a:off x="442260" y="3217903"/>
              <a:ext cx="4240272" cy="1475022"/>
            </a:xfrm>
            <a:prstGeom prst="roundRect">
              <a:avLst>
                <a:gd name="adj" fmla="val 4965"/>
              </a:avLst>
            </a:prstGeom>
            <a:solidFill>
              <a:srgbClr val="1A2F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Oracle Sans" panose="020B0503020204020204" pitchFamily="34" charset="0"/>
              </a:endParaRPr>
            </a:p>
          </p:txBody>
        </p:sp>
        <p:grpSp>
          <p:nvGrpSpPr>
            <p:cNvPr id="25" name="Group 24">
              <a:extLst>
                <a:ext uri="{FF2B5EF4-FFF2-40B4-BE49-F238E27FC236}">
                  <a16:creationId xmlns:a16="http://schemas.microsoft.com/office/drawing/2014/main" id="{A862E403-99A4-1B1C-974E-320DA7F65B98}"/>
                </a:ext>
              </a:extLst>
            </p:cNvPr>
            <p:cNvGrpSpPr/>
            <p:nvPr/>
          </p:nvGrpSpPr>
          <p:grpSpPr>
            <a:xfrm>
              <a:off x="442260" y="3216230"/>
              <a:ext cx="4487726" cy="1691640"/>
              <a:chOff x="442260" y="3262333"/>
              <a:chExt cx="4487726" cy="1628058"/>
            </a:xfrm>
          </p:grpSpPr>
          <p:sp>
            <p:nvSpPr>
              <p:cNvPr id="28" name="Half Purple">
                <a:extLst>
                  <a:ext uri="{FF2B5EF4-FFF2-40B4-BE49-F238E27FC236}">
                    <a16:creationId xmlns:a16="http://schemas.microsoft.com/office/drawing/2014/main" id="{7769254D-540A-CA3E-C403-28F56A2DA846}"/>
                  </a:ext>
                </a:extLst>
              </p:cNvPr>
              <p:cNvSpPr>
                <a:spLocks/>
              </p:cNvSpPr>
              <p:nvPr/>
            </p:nvSpPr>
            <p:spPr>
              <a:xfrm>
                <a:off x="442260" y="3262333"/>
                <a:ext cx="4260369" cy="1628058"/>
              </a:xfrm>
              <a:prstGeom prst="roundRect">
                <a:avLst>
                  <a:gd name="adj" fmla="val 496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Oracle Sans" panose="020B0503020204020204" pitchFamily="34" charset="0"/>
                </a:endParaRPr>
              </a:p>
            </p:txBody>
          </p:sp>
          <p:sp>
            <p:nvSpPr>
              <p:cNvPr id="29" name="Included Benfifits Across Levels">
                <a:extLst>
                  <a:ext uri="{FF2B5EF4-FFF2-40B4-BE49-F238E27FC236}">
                    <a16:creationId xmlns:a16="http://schemas.microsoft.com/office/drawing/2014/main" id="{44AA1EB4-A434-8C17-0DCF-105D918EB1C6}"/>
                  </a:ext>
                </a:extLst>
              </p:cNvPr>
              <p:cNvSpPr txBox="1"/>
              <p:nvPr/>
            </p:nvSpPr>
            <p:spPr>
              <a:xfrm>
                <a:off x="444644" y="3301365"/>
                <a:ext cx="4485342" cy="276999"/>
              </a:xfrm>
              <a:prstGeom prst="rect">
                <a:avLst/>
              </a:prstGeom>
              <a:noFill/>
            </p:spPr>
            <p:txBody>
              <a:bodyPr wrap="square">
                <a:spAutoFit/>
              </a:bodyPr>
              <a:lstStyle/>
              <a:p>
                <a:pPr marL="0" marR="0" lvl="0" indent="0" defTabSz="685739" rtl="0" eaLnBrk="1" fontAlgn="auto" latinLnBrk="0" hangingPunct="1">
                  <a:lnSpc>
                    <a:spcPct val="100000"/>
                  </a:lnSpc>
                  <a:spcBef>
                    <a:spcPts val="0"/>
                  </a:spcBef>
                  <a:spcAft>
                    <a:spcPts val="0"/>
                  </a:spcAft>
                  <a:buClrTx/>
                  <a:buSzTx/>
                  <a:buFontTx/>
                  <a:buNone/>
                  <a:tabLst/>
                  <a:defRPr/>
                </a:pPr>
                <a:r>
                  <a:rPr lang="en-US" sz="1200" b="1" kern="0" dirty="0">
                    <a:solidFill>
                      <a:srgbClr val="F0CC71"/>
                    </a:solidFill>
                    <a:latin typeface="Oracle Sans Semi Bold" panose="020B0503020204020204" pitchFamily="34" charset="0"/>
                    <a:cs typeface="Oracle Sans Semi Bold" panose="020B0503020204020204" pitchFamily="34" charset="0"/>
                  </a:rPr>
                  <a:t>Included </a:t>
                </a:r>
                <a:r>
                  <a:rPr lang="en-US" sz="1200" kern="0" dirty="0">
                    <a:solidFill>
                      <a:srgbClr val="F0CC71"/>
                    </a:solidFill>
                    <a:latin typeface="Oracle Sans Semi Bold" panose="020B0503020204020204" pitchFamily="34" charset="0"/>
                    <a:cs typeface="Oracle Sans Semi Bold" panose="020B0503020204020204" pitchFamily="34" charset="0"/>
                  </a:rPr>
                  <a:t>Benefits</a:t>
                </a:r>
                <a:r>
                  <a:rPr lang="en-US" sz="1200" kern="0" dirty="0">
                    <a:latin typeface="Oracle Sans Semi Bold" panose="020B0503020204020204" pitchFamily="34" charset="0"/>
                    <a:cs typeface="Oracle Sans Semi Bold" panose="020B0503020204020204" pitchFamily="34" charset="0"/>
                  </a:rPr>
                  <a:t> Across Levels</a:t>
                </a:r>
              </a:p>
            </p:txBody>
          </p:sp>
        </p:grpSp>
        <p:sp>
          <p:nvSpPr>
            <p:cNvPr id="26" name="Training and GTM">
              <a:extLst>
                <a:ext uri="{FF2B5EF4-FFF2-40B4-BE49-F238E27FC236}">
                  <a16:creationId xmlns:a16="http://schemas.microsoft.com/office/drawing/2014/main" id="{000D6308-2DA1-0F9F-B2A1-22508EBFCBB4}"/>
                </a:ext>
              </a:extLst>
            </p:cNvPr>
            <p:cNvSpPr txBox="1"/>
            <p:nvPr/>
          </p:nvSpPr>
          <p:spPr>
            <a:xfrm>
              <a:off x="461080" y="3505255"/>
              <a:ext cx="2468880" cy="1446550"/>
            </a:xfrm>
            <a:prstGeom prst="rect">
              <a:avLst/>
            </a:prstGeom>
            <a:noFill/>
          </p:spPr>
          <p:txBody>
            <a:bodyPr wrap="square">
              <a:spAutoFit/>
            </a:bodyPr>
            <a:lstStyle/>
            <a:p>
              <a:pPr defTabSz="685739">
                <a:defRPr/>
              </a:pPr>
              <a:r>
                <a:rPr lang="en-US" sz="800" b="1" kern="0" dirty="0">
                  <a:latin typeface="Oracle Sans Semi Bold" panose="020B0503020204020204" pitchFamily="34" charset="0"/>
                  <a:cs typeface="Oracle Sans Semi Bold" panose="020B0503020204020204" pitchFamily="34" charset="0"/>
                </a:rPr>
                <a:t>Training and Enablement:</a:t>
              </a:r>
            </a:p>
            <a:p>
              <a:pPr marL="177800" defTabSz="685739">
                <a:defRPr/>
              </a:pPr>
              <a:r>
                <a:rPr lang="en-US" sz="800" kern="0" dirty="0">
                  <a:latin typeface="Oracle Sans Light" panose="020B0403020204020204" pitchFamily="34" charset="0"/>
                  <a:cs typeface="Oracle Sans Light" panose="020B0403020204020204" pitchFamily="34" charset="0"/>
                </a:rPr>
                <a:t>Sales-readiness training</a:t>
              </a:r>
            </a:p>
            <a:p>
              <a:pPr marL="177800" defTabSz="685739">
                <a:defRPr/>
              </a:pPr>
              <a:r>
                <a:rPr lang="en-US" sz="800" kern="0" dirty="0">
                  <a:latin typeface="Oracle Sans Light" panose="020B0403020204020204" pitchFamily="34" charset="0"/>
                  <a:cs typeface="Oracle Sans Light" panose="020B0403020204020204" pitchFamily="34" charset="0"/>
                </a:rPr>
                <a:t>Foundational delivery &amp; success training</a:t>
              </a:r>
            </a:p>
            <a:p>
              <a:pPr lvl="0" defTabSz="685739">
                <a:defRPr/>
              </a:pPr>
              <a:r>
                <a:rPr lang="en-US" sz="800" b="1" kern="0" dirty="0">
                  <a:latin typeface="Oracle Sans Semi Bold" panose="020B0503020204020204" pitchFamily="34" charset="0"/>
                  <a:cs typeface="Oracle Sans Semi Bold" panose="020B0503020204020204" pitchFamily="34" charset="0"/>
                </a:rPr>
                <a:t>GTM Collaboration:</a:t>
              </a:r>
            </a:p>
            <a:p>
              <a:pPr marL="177800" lvl="0" defTabSz="685739">
                <a:defRPr/>
              </a:pPr>
              <a:r>
                <a:rPr lang="en-US" sz="800" kern="0" dirty="0">
                  <a:latin typeface="Oracle Sans Light" panose="020B0403020204020204" pitchFamily="34" charset="0"/>
                  <a:cs typeface="Oracle Sans Light" panose="020B0403020204020204" pitchFamily="34" charset="0"/>
                </a:rPr>
                <a:t>Foundational marketing resources &amp; activities</a:t>
              </a:r>
            </a:p>
            <a:p>
              <a:pPr marL="177800" defTabSz="685739">
                <a:defRPr/>
              </a:pPr>
              <a:r>
                <a:rPr lang="en-US" sz="800" kern="0" dirty="0">
                  <a:latin typeface="Oracle Sans Light" panose="020B0403020204020204" pitchFamily="34" charset="0"/>
                  <a:cs typeface="Oracle Sans Light" panose="020B0403020204020204" pitchFamily="34" charset="0"/>
                </a:rPr>
                <a:t>Business &amp; technical assessment funding for qualified opportunities</a:t>
              </a:r>
            </a:p>
            <a:p>
              <a:pPr marL="177800" lvl="0" defTabSz="685739">
                <a:defRPr/>
              </a:pPr>
              <a:r>
                <a:rPr lang="en-US" sz="800" kern="0" dirty="0">
                  <a:latin typeface="Oracle Sans Light" panose="020B0403020204020204" pitchFamily="34" charset="0"/>
                  <a:cs typeface="Oracle Sans Light" panose="020B0403020204020204" pitchFamily="34" charset="0"/>
                </a:rPr>
                <a:t>Sales assets  </a:t>
              </a:r>
              <a:br>
                <a:rPr lang="en-US" sz="800" kern="0" dirty="0">
                  <a:latin typeface="Oracle Sans Light" panose="020B0403020204020204" pitchFamily="34" charset="0"/>
                  <a:cs typeface="Oracle Sans Light" panose="020B0403020204020204" pitchFamily="34" charset="0"/>
                </a:rPr>
              </a:br>
              <a:r>
                <a:rPr lang="en-US" sz="800" kern="0" dirty="0">
                  <a:latin typeface="Oracle Sans Light" panose="020B0403020204020204" pitchFamily="34" charset="0"/>
                  <a:cs typeface="Oracle Sans Light" panose="020B0403020204020204" pitchFamily="34" charset="0"/>
                </a:rPr>
                <a:t>OCI pre-sales support</a:t>
              </a:r>
            </a:p>
            <a:p>
              <a:pPr marL="177800" defTabSz="685739">
                <a:defRPr/>
              </a:pPr>
              <a:r>
                <a:rPr lang="en-US" sz="800" kern="0" dirty="0">
                  <a:latin typeface="Oracle Sans Light" panose="020B0403020204020204" pitchFamily="34" charset="0"/>
                  <a:cs typeface="Oracle Sans Light" panose="020B0403020204020204" pitchFamily="34" charset="0"/>
                </a:rPr>
                <a:t>Joint account planning &amp; selling</a:t>
              </a:r>
            </a:p>
            <a:p>
              <a:pPr marL="177800" defTabSz="685739">
                <a:defRPr/>
              </a:pPr>
              <a:r>
                <a:rPr lang="en-US" sz="800" kern="0" dirty="0">
                  <a:latin typeface="Oracle Sans Light" panose="020B0403020204020204" pitchFamily="34" charset="0"/>
                  <a:cs typeface="Oracle Sans Light" panose="020B0403020204020204" pitchFamily="34" charset="0"/>
                </a:rPr>
                <a:t>Oracle Marketplace listing*</a:t>
              </a:r>
            </a:p>
          </p:txBody>
        </p:sp>
        <p:sp>
          <p:nvSpPr>
            <p:cNvPr id="27" name="Technical and Success">
              <a:extLst>
                <a:ext uri="{FF2B5EF4-FFF2-40B4-BE49-F238E27FC236}">
                  <a16:creationId xmlns:a16="http://schemas.microsoft.com/office/drawing/2014/main" id="{5920B457-5B60-1954-DD15-AFABCB111524}"/>
                </a:ext>
              </a:extLst>
            </p:cNvPr>
            <p:cNvSpPr txBox="1"/>
            <p:nvPr/>
          </p:nvSpPr>
          <p:spPr>
            <a:xfrm>
              <a:off x="2890515" y="3505255"/>
              <a:ext cx="1801014" cy="584775"/>
            </a:xfrm>
            <a:prstGeom prst="rect">
              <a:avLst/>
            </a:prstGeom>
            <a:noFill/>
          </p:spPr>
          <p:txBody>
            <a:bodyPr wrap="square">
              <a:spAutoFit/>
            </a:bodyPr>
            <a:lstStyle/>
            <a:p>
              <a:pPr defTabSz="685739">
                <a:defRPr/>
              </a:pPr>
              <a:r>
                <a:rPr lang="en-US" sz="800" b="1" kern="0" dirty="0">
                  <a:latin typeface="Oracle Sans Semi Bold" panose="020B0503020204020204" pitchFamily="34" charset="0"/>
                  <a:cs typeface="Oracle Sans Semi Bold" panose="020B0503020204020204" pitchFamily="34" charset="0"/>
                </a:rPr>
                <a:t>Technical Accelerators:</a:t>
              </a:r>
            </a:p>
            <a:p>
              <a:pPr marL="177800" lvl="0" defTabSz="685739">
                <a:defRPr/>
              </a:pPr>
              <a:r>
                <a:rPr lang="en-US" sz="800" kern="0" dirty="0">
                  <a:latin typeface="Oracle Sans Light" panose="020B0403020204020204" pitchFamily="34" charset="0"/>
                  <a:cs typeface="Oracle Sans Light" panose="020B0403020204020204" pitchFamily="34" charset="0"/>
                </a:rPr>
                <a:t>Integration qualification</a:t>
              </a:r>
            </a:p>
            <a:p>
              <a:pPr lvl="0" defTabSz="685739">
                <a:defRPr/>
              </a:pPr>
              <a:r>
                <a:rPr lang="en-US" sz="800" b="1" kern="0" dirty="0">
                  <a:latin typeface="Oracle Sans Semi Bold" panose="020B0503020204020204" pitchFamily="34" charset="0"/>
                  <a:cs typeface="Oracle Sans Semi Bold" panose="020B0503020204020204" pitchFamily="34" charset="0"/>
                </a:rPr>
                <a:t>Success Support:</a:t>
              </a:r>
            </a:p>
            <a:p>
              <a:pPr marL="177800" lvl="0" defTabSz="685739">
                <a:defRPr/>
              </a:pPr>
              <a:r>
                <a:rPr lang="en-US" sz="800" kern="0" dirty="0">
                  <a:latin typeface="Oracle Sans Light" panose="020B0403020204020204" pitchFamily="34" charset="0"/>
                  <a:cs typeface="Oracle Sans Light" panose="020B0403020204020204" pitchFamily="34" charset="0"/>
                </a:rPr>
                <a:t>Foundational success resources</a:t>
              </a:r>
            </a:p>
          </p:txBody>
        </p:sp>
      </p:grpSp>
      <p:sp>
        <p:nvSpPr>
          <p:cNvPr id="22" name="Plus Cash">
            <a:extLst>
              <a:ext uri="{FF2B5EF4-FFF2-40B4-BE49-F238E27FC236}">
                <a16:creationId xmlns:a16="http://schemas.microsoft.com/office/drawing/2014/main" id="{1A1FF437-8A3E-95D7-0B63-1E3A304597F3}"/>
              </a:ext>
            </a:extLst>
          </p:cNvPr>
          <p:cNvSpPr txBox="1"/>
          <p:nvPr/>
        </p:nvSpPr>
        <p:spPr>
          <a:xfrm>
            <a:off x="2888673" y="3848865"/>
            <a:ext cx="1830392" cy="461665"/>
          </a:xfrm>
          <a:prstGeom prst="rect">
            <a:avLst/>
          </a:prstGeom>
          <a:noFill/>
        </p:spPr>
        <p:txBody>
          <a:bodyPr wrap="square">
            <a:spAutoFit/>
          </a:bodyPr>
          <a:lstStyle/>
          <a:p>
            <a:pPr defTabSz="685739">
              <a:defRPr/>
            </a:pPr>
            <a:r>
              <a:rPr lang="en-US" sz="800" b="1" kern="0" dirty="0">
                <a:solidFill>
                  <a:srgbClr val="F0CC71"/>
                </a:solidFill>
                <a:latin typeface="Oracle Sans Semi Bold" panose="020B0503020204020204" pitchFamily="34" charset="0"/>
                <a:cs typeface="Oracle Sans Semi Bold" panose="020B0503020204020204" pitchFamily="34" charset="0"/>
              </a:rPr>
              <a:t>+ Earn Monetary Incentives </a:t>
            </a:r>
            <a:br>
              <a:rPr lang="en-US" sz="800" b="1" kern="0" dirty="0">
                <a:solidFill>
                  <a:srgbClr val="F0CC71"/>
                </a:solidFill>
                <a:latin typeface="Oracle Sans Semi Bold" panose="020B0503020204020204" pitchFamily="34" charset="0"/>
                <a:cs typeface="Oracle Sans Semi Bold" panose="020B0503020204020204" pitchFamily="34" charset="0"/>
              </a:rPr>
            </a:br>
            <a:r>
              <a:rPr lang="en-US" sz="800" b="1" u="sng" kern="0" dirty="0">
                <a:solidFill>
                  <a:srgbClr val="F0CC71"/>
                </a:solidFill>
                <a:latin typeface="Oracle Sans Semi Bold" panose="020B0503020204020204" pitchFamily="34" charset="0"/>
                <a:cs typeface="Oracle Sans Semi Bold" panose="020B0503020204020204" pitchFamily="34" charset="0"/>
              </a:rPr>
              <a:t>or</a:t>
            </a:r>
            <a:r>
              <a:rPr lang="en-US" sz="800" b="1" kern="0" dirty="0">
                <a:solidFill>
                  <a:srgbClr val="F0CC71"/>
                </a:solidFill>
                <a:latin typeface="Oracle Sans Semi Bold" panose="020B0503020204020204" pitchFamily="34" charset="0"/>
                <a:cs typeface="Oracle Sans Semi Bold" panose="020B0503020204020204" pitchFamily="34" charset="0"/>
              </a:rPr>
              <a:t> Oracle Partner Credits </a:t>
            </a:r>
            <a:br>
              <a:rPr lang="en-US" sz="800" b="1" kern="0" dirty="0">
                <a:solidFill>
                  <a:srgbClr val="F0CC71"/>
                </a:solidFill>
                <a:latin typeface="Oracle Sans Semi Bold" panose="020B0503020204020204" pitchFamily="34" charset="0"/>
                <a:cs typeface="Oracle Sans Semi Bold" panose="020B0503020204020204" pitchFamily="34" charset="0"/>
              </a:rPr>
            </a:br>
            <a:r>
              <a:rPr lang="en-US" sz="800" b="1" kern="0" dirty="0">
                <a:solidFill>
                  <a:srgbClr val="F0CC71"/>
                </a:solidFill>
                <a:latin typeface="Oracle Sans Semi Bold" panose="020B0503020204020204" pitchFamily="34" charset="0"/>
                <a:cs typeface="Oracle Sans Semi Bold" panose="020B0503020204020204" pitchFamily="34" charset="0"/>
              </a:rPr>
              <a:t>for More Benefits</a:t>
            </a:r>
          </a:p>
        </p:txBody>
      </p:sp>
      <p:sp>
        <p:nvSpPr>
          <p:cNvPr id="8" name="TextBox 7">
            <a:extLst>
              <a:ext uri="{FF2B5EF4-FFF2-40B4-BE49-F238E27FC236}">
                <a16:creationId xmlns:a16="http://schemas.microsoft.com/office/drawing/2014/main" id="{9F457C44-EE62-6142-6114-9F086D8B5524}"/>
              </a:ext>
            </a:extLst>
          </p:cNvPr>
          <p:cNvSpPr txBox="1"/>
          <p:nvPr/>
        </p:nvSpPr>
        <p:spPr>
          <a:xfrm>
            <a:off x="240638" y="4711434"/>
            <a:ext cx="8505911" cy="215209"/>
          </a:xfrm>
          <a:prstGeom prst="rect">
            <a:avLst/>
          </a:prstGeom>
          <a:noFill/>
        </p:spPr>
        <p:txBody>
          <a:bodyPr wrap="square">
            <a:spAutoFit/>
          </a:bodyPr>
          <a:lstStyle/>
          <a:p>
            <a:pPr marL="177800" defTabSz="685739">
              <a:defRPr/>
            </a:pPr>
            <a:r>
              <a:rPr lang="en-US" sz="800" kern="0" dirty="0">
                <a:latin typeface="Oracle Sans Light" panose="020B0403020204020204" pitchFamily="34" charset="0"/>
                <a:cs typeface="Oracle Sans Light" panose="020B0403020204020204" pitchFamily="34" charset="0"/>
              </a:rPr>
              <a:t>Note: Oracle Marketplace listings, including private offer listings, are not available in all countries.. </a:t>
            </a:r>
          </a:p>
        </p:txBody>
      </p:sp>
    </p:spTree>
    <p:extLst>
      <p:ext uri="{BB962C8B-B14F-4D97-AF65-F5344CB8AC3E}">
        <p14:creationId xmlns:p14="http://schemas.microsoft.com/office/powerpoint/2010/main" val="2571314878"/>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E7EB4450-3F9D-D886-889B-715B1C853479}"/>
              </a:ext>
            </a:extLst>
          </p:cNvPr>
          <p:cNvGrpSpPr/>
          <p:nvPr/>
        </p:nvGrpSpPr>
        <p:grpSpPr>
          <a:xfrm>
            <a:off x="442260" y="2951483"/>
            <a:ext cx="4487726" cy="1851426"/>
            <a:chOff x="442260" y="3216230"/>
            <a:chExt cx="4487726" cy="1735575"/>
          </a:xfrm>
        </p:grpSpPr>
        <p:sp>
          <p:nvSpPr>
            <p:cNvPr id="23" name="Full Purple Backing">
              <a:extLst>
                <a:ext uri="{FF2B5EF4-FFF2-40B4-BE49-F238E27FC236}">
                  <a16:creationId xmlns:a16="http://schemas.microsoft.com/office/drawing/2014/main" id="{972D1C46-ECDF-448E-C4BF-ADA94A482F95}"/>
                </a:ext>
              </a:extLst>
            </p:cNvPr>
            <p:cNvSpPr>
              <a:spLocks/>
            </p:cNvSpPr>
            <p:nvPr/>
          </p:nvSpPr>
          <p:spPr>
            <a:xfrm>
              <a:off x="442260" y="3217903"/>
              <a:ext cx="4240272" cy="1475022"/>
            </a:xfrm>
            <a:prstGeom prst="roundRect">
              <a:avLst>
                <a:gd name="adj" fmla="val 4965"/>
              </a:avLst>
            </a:prstGeom>
            <a:solidFill>
              <a:srgbClr val="1A2F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Oracle Sans" panose="020B0503020204020204" pitchFamily="34" charset="0"/>
              </a:endParaRPr>
            </a:p>
          </p:txBody>
        </p:sp>
        <p:grpSp>
          <p:nvGrpSpPr>
            <p:cNvPr id="24" name="Group 23">
              <a:extLst>
                <a:ext uri="{FF2B5EF4-FFF2-40B4-BE49-F238E27FC236}">
                  <a16:creationId xmlns:a16="http://schemas.microsoft.com/office/drawing/2014/main" id="{0D3B9633-F453-4347-DC63-4873464C6F6D}"/>
                </a:ext>
              </a:extLst>
            </p:cNvPr>
            <p:cNvGrpSpPr/>
            <p:nvPr/>
          </p:nvGrpSpPr>
          <p:grpSpPr>
            <a:xfrm>
              <a:off x="442260" y="3216230"/>
              <a:ext cx="4487726" cy="1691640"/>
              <a:chOff x="442260" y="3262333"/>
              <a:chExt cx="4487726" cy="1628058"/>
            </a:xfrm>
          </p:grpSpPr>
          <p:sp>
            <p:nvSpPr>
              <p:cNvPr id="27" name="Half Purple">
                <a:extLst>
                  <a:ext uri="{FF2B5EF4-FFF2-40B4-BE49-F238E27FC236}">
                    <a16:creationId xmlns:a16="http://schemas.microsoft.com/office/drawing/2014/main" id="{3B69567E-C765-BC7E-FECC-A1A532D73F89}"/>
                  </a:ext>
                </a:extLst>
              </p:cNvPr>
              <p:cNvSpPr>
                <a:spLocks/>
              </p:cNvSpPr>
              <p:nvPr/>
            </p:nvSpPr>
            <p:spPr>
              <a:xfrm>
                <a:off x="442260" y="3262333"/>
                <a:ext cx="4260369" cy="1628058"/>
              </a:xfrm>
              <a:prstGeom prst="roundRect">
                <a:avLst>
                  <a:gd name="adj" fmla="val 496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Oracle Sans" panose="020B0503020204020204" pitchFamily="34" charset="0"/>
                </a:endParaRPr>
              </a:p>
            </p:txBody>
          </p:sp>
          <p:sp>
            <p:nvSpPr>
              <p:cNvPr id="28" name="Included Benfifits Across Levels">
                <a:extLst>
                  <a:ext uri="{FF2B5EF4-FFF2-40B4-BE49-F238E27FC236}">
                    <a16:creationId xmlns:a16="http://schemas.microsoft.com/office/drawing/2014/main" id="{499F0B7B-9C6D-1EB5-FA33-C0E06CA9CE1B}"/>
                  </a:ext>
                </a:extLst>
              </p:cNvPr>
              <p:cNvSpPr txBox="1"/>
              <p:nvPr/>
            </p:nvSpPr>
            <p:spPr>
              <a:xfrm>
                <a:off x="444644" y="3301365"/>
                <a:ext cx="4485342" cy="276999"/>
              </a:xfrm>
              <a:prstGeom prst="rect">
                <a:avLst/>
              </a:prstGeom>
              <a:noFill/>
            </p:spPr>
            <p:txBody>
              <a:bodyPr wrap="square">
                <a:spAutoFit/>
              </a:bodyPr>
              <a:lstStyle/>
              <a:p>
                <a:pPr marL="0" marR="0" lvl="0" indent="0" defTabSz="685739" rtl="0" eaLnBrk="1" fontAlgn="auto" latinLnBrk="0" hangingPunct="1">
                  <a:lnSpc>
                    <a:spcPct val="100000"/>
                  </a:lnSpc>
                  <a:spcBef>
                    <a:spcPts val="0"/>
                  </a:spcBef>
                  <a:spcAft>
                    <a:spcPts val="0"/>
                  </a:spcAft>
                  <a:buClrTx/>
                  <a:buSzTx/>
                  <a:buFontTx/>
                  <a:buNone/>
                  <a:tabLst/>
                  <a:defRPr/>
                </a:pPr>
                <a:r>
                  <a:rPr lang="en-US" sz="1200" b="1" kern="0" dirty="0">
                    <a:solidFill>
                      <a:srgbClr val="F0CC71"/>
                    </a:solidFill>
                    <a:latin typeface="Oracle Sans Semi Bold" panose="020B0503020204020204" pitchFamily="34" charset="0"/>
                    <a:cs typeface="Oracle Sans Semi Bold" panose="020B0503020204020204" pitchFamily="34" charset="0"/>
                  </a:rPr>
                  <a:t>Included </a:t>
                </a:r>
                <a:r>
                  <a:rPr lang="en-US" sz="1200" kern="0" dirty="0">
                    <a:solidFill>
                      <a:srgbClr val="F0CC71"/>
                    </a:solidFill>
                    <a:latin typeface="Oracle Sans Semi Bold" panose="020B0503020204020204" pitchFamily="34" charset="0"/>
                    <a:cs typeface="Oracle Sans Semi Bold" panose="020B0503020204020204" pitchFamily="34" charset="0"/>
                  </a:rPr>
                  <a:t>Benefits</a:t>
                </a:r>
                <a:r>
                  <a:rPr lang="en-US" sz="1200" kern="0" dirty="0">
                    <a:latin typeface="Oracle Sans Semi Bold" panose="020B0503020204020204" pitchFamily="34" charset="0"/>
                    <a:cs typeface="Oracle Sans Semi Bold" panose="020B0503020204020204" pitchFamily="34" charset="0"/>
                  </a:rPr>
                  <a:t> Across Levels</a:t>
                </a:r>
              </a:p>
            </p:txBody>
          </p:sp>
        </p:grpSp>
        <p:sp>
          <p:nvSpPr>
            <p:cNvPr id="25" name="Training and GTM">
              <a:extLst>
                <a:ext uri="{FF2B5EF4-FFF2-40B4-BE49-F238E27FC236}">
                  <a16:creationId xmlns:a16="http://schemas.microsoft.com/office/drawing/2014/main" id="{CD09476A-C9AD-8618-FF87-F287ACC28A1C}"/>
                </a:ext>
              </a:extLst>
            </p:cNvPr>
            <p:cNvSpPr txBox="1"/>
            <p:nvPr/>
          </p:nvSpPr>
          <p:spPr>
            <a:xfrm>
              <a:off x="461080" y="3505255"/>
              <a:ext cx="2468880" cy="1446550"/>
            </a:xfrm>
            <a:prstGeom prst="rect">
              <a:avLst/>
            </a:prstGeom>
            <a:noFill/>
          </p:spPr>
          <p:txBody>
            <a:bodyPr wrap="square">
              <a:spAutoFit/>
            </a:bodyPr>
            <a:lstStyle/>
            <a:p>
              <a:pPr defTabSz="685739">
                <a:defRPr/>
              </a:pPr>
              <a:r>
                <a:rPr lang="en-US" sz="800" b="1" kern="0" dirty="0">
                  <a:latin typeface="Oracle Sans Semi Bold" panose="020B0503020204020204" pitchFamily="34" charset="0"/>
                  <a:cs typeface="Oracle Sans Semi Bold" panose="020B0503020204020204" pitchFamily="34" charset="0"/>
                </a:rPr>
                <a:t>Training and Enablement:</a:t>
              </a:r>
            </a:p>
            <a:p>
              <a:pPr marL="177800" defTabSz="685739">
                <a:defRPr/>
              </a:pPr>
              <a:r>
                <a:rPr lang="en-US" sz="800" kern="0" dirty="0">
                  <a:latin typeface="Oracle Sans Light" panose="020B0403020204020204" pitchFamily="34" charset="0"/>
                  <a:cs typeface="Oracle Sans Light" panose="020B0403020204020204" pitchFamily="34" charset="0"/>
                </a:rPr>
                <a:t>Sales-readiness training</a:t>
              </a:r>
            </a:p>
            <a:p>
              <a:pPr marL="177800" defTabSz="685739">
                <a:defRPr/>
              </a:pPr>
              <a:r>
                <a:rPr lang="en-US" sz="800" kern="0" dirty="0">
                  <a:latin typeface="Oracle Sans Light" panose="020B0403020204020204" pitchFamily="34" charset="0"/>
                  <a:cs typeface="Oracle Sans Light" panose="020B0403020204020204" pitchFamily="34" charset="0"/>
                </a:rPr>
                <a:t>Foundational delivery &amp; success training</a:t>
              </a:r>
            </a:p>
            <a:p>
              <a:pPr lvl="0" defTabSz="685739">
                <a:defRPr/>
              </a:pPr>
              <a:r>
                <a:rPr lang="en-US" sz="800" b="1" kern="0" dirty="0">
                  <a:latin typeface="Oracle Sans Semi Bold" panose="020B0503020204020204" pitchFamily="34" charset="0"/>
                  <a:cs typeface="Oracle Sans Semi Bold" panose="020B0503020204020204" pitchFamily="34" charset="0"/>
                </a:rPr>
                <a:t>GTM Collaboration:</a:t>
              </a:r>
            </a:p>
            <a:p>
              <a:pPr marL="177800" lvl="0" defTabSz="685739">
                <a:defRPr/>
              </a:pPr>
              <a:r>
                <a:rPr lang="en-US" sz="800" kern="0" dirty="0">
                  <a:latin typeface="Oracle Sans Light" panose="020B0403020204020204" pitchFamily="34" charset="0"/>
                  <a:cs typeface="Oracle Sans Light" panose="020B0403020204020204" pitchFamily="34" charset="0"/>
                </a:rPr>
                <a:t>Foundational marketing resources &amp; activities</a:t>
              </a:r>
            </a:p>
            <a:p>
              <a:pPr marL="177800" defTabSz="685739">
                <a:defRPr/>
              </a:pPr>
              <a:r>
                <a:rPr lang="en-US" sz="800" kern="0" dirty="0">
                  <a:latin typeface="Oracle Sans Light" panose="020B0403020204020204" pitchFamily="34" charset="0"/>
                  <a:cs typeface="Oracle Sans Light" panose="020B0403020204020204" pitchFamily="34" charset="0"/>
                </a:rPr>
                <a:t>Business &amp; technical assessment funding for qualified opportunities</a:t>
              </a:r>
            </a:p>
            <a:p>
              <a:pPr marL="177800" lvl="0" defTabSz="685739">
                <a:defRPr/>
              </a:pPr>
              <a:r>
                <a:rPr lang="en-US" sz="800" kern="0" dirty="0">
                  <a:latin typeface="Oracle Sans Light" panose="020B0403020204020204" pitchFamily="34" charset="0"/>
                  <a:cs typeface="Oracle Sans Light" panose="020B0403020204020204" pitchFamily="34" charset="0"/>
                </a:rPr>
                <a:t>Sales assets  </a:t>
              </a:r>
              <a:br>
                <a:rPr lang="en-US" sz="800" kern="0" dirty="0">
                  <a:latin typeface="Oracle Sans Light" panose="020B0403020204020204" pitchFamily="34" charset="0"/>
                  <a:cs typeface="Oracle Sans Light" panose="020B0403020204020204" pitchFamily="34" charset="0"/>
                </a:rPr>
              </a:br>
              <a:r>
                <a:rPr lang="en-US" sz="800" kern="0" dirty="0">
                  <a:latin typeface="Oracle Sans Light" panose="020B0403020204020204" pitchFamily="34" charset="0"/>
                  <a:cs typeface="Oracle Sans Light" panose="020B0403020204020204" pitchFamily="34" charset="0"/>
                </a:rPr>
                <a:t>OCI pre-sales support</a:t>
              </a:r>
            </a:p>
            <a:p>
              <a:pPr marL="177800" defTabSz="685739">
                <a:defRPr/>
              </a:pPr>
              <a:r>
                <a:rPr lang="en-US" sz="800" kern="0" dirty="0">
                  <a:latin typeface="Oracle Sans Light" panose="020B0403020204020204" pitchFamily="34" charset="0"/>
                  <a:cs typeface="Oracle Sans Light" panose="020B0403020204020204" pitchFamily="34" charset="0"/>
                </a:rPr>
                <a:t>Joint account planning &amp; selling</a:t>
              </a:r>
            </a:p>
            <a:p>
              <a:pPr marL="177800" defTabSz="685739">
                <a:defRPr/>
              </a:pPr>
              <a:r>
                <a:rPr lang="en-US" sz="800" kern="0" dirty="0">
                  <a:latin typeface="Oracle Sans Light" panose="020B0403020204020204" pitchFamily="34" charset="0"/>
                  <a:cs typeface="Oracle Sans Light" panose="020B0403020204020204" pitchFamily="34" charset="0"/>
                </a:rPr>
                <a:t>Oracle Marketplace listing</a:t>
              </a:r>
            </a:p>
          </p:txBody>
        </p:sp>
        <p:sp>
          <p:nvSpPr>
            <p:cNvPr id="26" name="Technical and Success">
              <a:extLst>
                <a:ext uri="{FF2B5EF4-FFF2-40B4-BE49-F238E27FC236}">
                  <a16:creationId xmlns:a16="http://schemas.microsoft.com/office/drawing/2014/main" id="{DBE1BA19-6076-9D6E-08A1-7336E5D144E0}"/>
                </a:ext>
              </a:extLst>
            </p:cNvPr>
            <p:cNvSpPr txBox="1"/>
            <p:nvPr/>
          </p:nvSpPr>
          <p:spPr>
            <a:xfrm>
              <a:off x="2890515" y="3505255"/>
              <a:ext cx="1801014" cy="584775"/>
            </a:xfrm>
            <a:prstGeom prst="rect">
              <a:avLst/>
            </a:prstGeom>
            <a:noFill/>
          </p:spPr>
          <p:txBody>
            <a:bodyPr wrap="square">
              <a:spAutoFit/>
            </a:bodyPr>
            <a:lstStyle/>
            <a:p>
              <a:pPr defTabSz="685739">
                <a:defRPr/>
              </a:pPr>
              <a:r>
                <a:rPr lang="en-US" sz="800" b="1" kern="0" dirty="0">
                  <a:latin typeface="Oracle Sans Semi Bold" panose="020B0503020204020204" pitchFamily="34" charset="0"/>
                  <a:cs typeface="Oracle Sans Semi Bold" panose="020B0503020204020204" pitchFamily="34" charset="0"/>
                </a:rPr>
                <a:t>Technical Accelerators:</a:t>
              </a:r>
            </a:p>
            <a:p>
              <a:pPr marL="177800" lvl="0" defTabSz="685739">
                <a:defRPr/>
              </a:pPr>
              <a:r>
                <a:rPr lang="en-US" sz="800" kern="0" dirty="0">
                  <a:latin typeface="Oracle Sans Light" panose="020B0403020204020204" pitchFamily="34" charset="0"/>
                  <a:cs typeface="Oracle Sans Light" panose="020B0403020204020204" pitchFamily="34" charset="0"/>
                </a:rPr>
                <a:t>Integration qualification</a:t>
              </a:r>
            </a:p>
            <a:p>
              <a:pPr lvl="0" defTabSz="685739">
                <a:defRPr/>
              </a:pPr>
              <a:r>
                <a:rPr lang="en-US" sz="800" b="1" kern="0" dirty="0">
                  <a:latin typeface="Oracle Sans Semi Bold" panose="020B0503020204020204" pitchFamily="34" charset="0"/>
                  <a:cs typeface="Oracle Sans Semi Bold" panose="020B0503020204020204" pitchFamily="34" charset="0"/>
                </a:rPr>
                <a:t>Success Support:</a:t>
              </a:r>
            </a:p>
            <a:p>
              <a:pPr marL="177800" lvl="0" defTabSz="685739">
                <a:defRPr/>
              </a:pPr>
              <a:r>
                <a:rPr lang="en-US" sz="800" kern="0" dirty="0">
                  <a:latin typeface="Oracle Sans Light" panose="020B0403020204020204" pitchFamily="34" charset="0"/>
                  <a:cs typeface="Oracle Sans Light" panose="020B0403020204020204" pitchFamily="34" charset="0"/>
                </a:rPr>
                <a:t>Foundational success resources</a:t>
              </a:r>
            </a:p>
          </p:txBody>
        </p:sp>
      </p:grpSp>
      <p:sp>
        <p:nvSpPr>
          <p:cNvPr id="3" name="Rectangle 2">
            <a:extLst>
              <a:ext uri="{FF2B5EF4-FFF2-40B4-BE49-F238E27FC236}">
                <a16:creationId xmlns:a16="http://schemas.microsoft.com/office/drawing/2014/main" id="{A947A4EB-2085-8FB2-784B-5C61A02221BB}"/>
              </a:ext>
            </a:extLst>
          </p:cNvPr>
          <p:cNvSpPr>
            <a:spLocks noGrp="1" noRot="1" noMove="1" noResize="1" noEditPoints="1" noAdjustHandles="1" noChangeArrowheads="1" noChangeShapeType="1"/>
          </p:cNvSpPr>
          <p:nvPr/>
        </p:nvSpPr>
        <p:spPr>
          <a:xfrm>
            <a:off x="8357191" y="4677557"/>
            <a:ext cx="582310" cy="465943"/>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E8FF7884-84E4-44D7-4586-FB25F7209793}"/>
              </a:ext>
            </a:extLst>
          </p:cNvPr>
          <p:cNvSpPr txBox="1"/>
          <p:nvPr/>
        </p:nvSpPr>
        <p:spPr>
          <a:xfrm>
            <a:off x="3200400" y="1211804"/>
            <a:ext cx="2743200" cy="1200329"/>
          </a:xfrm>
          <a:prstGeom prst="rect">
            <a:avLst/>
          </a:prstGeom>
          <a:noFill/>
        </p:spPr>
        <p:txBody>
          <a:bodyPr wrap="square">
            <a:spAutoFit/>
          </a:bodyPr>
          <a:lstStyle/>
          <a:p>
            <a:pPr marL="0" lvl="1" defTabSz="932293" fontAlgn="base">
              <a:spcBef>
                <a:spcPct val="0"/>
              </a:spcBef>
              <a:defRPr/>
            </a:pPr>
            <a:r>
              <a:rPr lang="en-US" sz="1200" kern="0" dirty="0">
                <a:latin typeface="Oracle Sans" panose="020B0503020204020204" pitchFamily="34" charset="0"/>
                <a:cs typeface="Oracle Sans" panose="020B0503020204020204" pitchFamily="34" charset="0"/>
              </a:rPr>
              <a:t>Level 1</a:t>
            </a:r>
          </a:p>
          <a:p>
            <a:pPr marL="285750" lvl="1" indent="-285750" defTabSz="932293" fontAlgn="base">
              <a:spcBef>
                <a:spcPct val="0"/>
              </a:spcBef>
              <a:buClr>
                <a:schemeClr val="tx1"/>
              </a:buClr>
              <a:buFont typeface="Arial" panose="020B0604020202020204" pitchFamily="34" charset="0"/>
              <a:buChar char="•"/>
              <a:defRPr/>
            </a:pPr>
            <a:r>
              <a:rPr lang="en-US" sz="1200" kern="0" dirty="0">
                <a:solidFill>
                  <a:srgbClr val="F0CC71"/>
                </a:solidFill>
                <a:latin typeface="Oracle Sans" panose="020B0503020204020204" pitchFamily="34" charset="0"/>
                <a:cs typeface="Oracle Sans" panose="020B0503020204020204" pitchFamily="34" charset="0"/>
              </a:rPr>
              <a:t>5 seats </a:t>
            </a:r>
            <a:r>
              <a:rPr lang="en-US" sz="1200" kern="0" dirty="0">
                <a:latin typeface="Oracle Sans" panose="020B0503020204020204" pitchFamily="34" charset="0"/>
                <a:cs typeface="Oracle Sans" panose="020B0503020204020204" pitchFamily="34" charset="0"/>
              </a:rPr>
              <a:t>for advanced delivery</a:t>
            </a:r>
            <a:br>
              <a:rPr lang="en-US" sz="1200" kern="0" dirty="0">
                <a:latin typeface="Oracle Sans" panose="020B0503020204020204" pitchFamily="34" charset="0"/>
                <a:cs typeface="Oracle Sans" panose="020B0503020204020204" pitchFamily="34" charset="0"/>
              </a:rPr>
            </a:br>
            <a:r>
              <a:rPr lang="en-US" sz="1200" kern="0" dirty="0">
                <a:latin typeface="Oracle Sans" panose="020B0503020204020204" pitchFamily="34" charset="0"/>
                <a:cs typeface="Oracle Sans" panose="020B0503020204020204" pitchFamily="34" charset="0"/>
              </a:rPr>
              <a:t>and success training on Oracle’s</a:t>
            </a:r>
            <a:br>
              <a:rPr lang="en-US" sz="1200" kern="0" dirty="0">
                <a:latin typeface="Oracle Sans" panose="020B0503020204020204" pitchFamily="34" charset="0"/>
                <a:cs typeface="Oracle Sans" panose="020B0503020204020204" pitchFamily="34" charset="0"/>
              </a:rPr>
            </a:br>
            <a:r>
              <a:rPr lang="en-US" sz="1200" kern="0" dirty="0">
                <a:latin typeface="Oracle Sans" panose="020B0503020204020204" pitchFamily="34" charset="0"/>
                <a:cs typeface="Oracle Sans" panose="020B0503020204020204" pitchFamily="34" charset="0"/>
              </a:rPr>
              <a:t>entire product portfolio</a:t>
            </a:r>
          </a:p>
          <a:p>
            <a:pPr marL="285750" lvl="1" indent="-285750" defTabSz="932293" fontAlgn="base">
              <a:spcBef>
                <a:spcPct val="0"/>
              </a:spcBef>
              <a:buClr>
                <a:schemeClr val="tx1"/>
              </a:buClr>
              <a:buFont typeface="Arial" panose="020B0604020202020204" pitchFamily="34" charset="0"/>
              <a:buChar char="•"/>
              <a:defRPr/>
            </a:pPr>
            <a:r>
              <a:rPr lang="en-US" sz="1200" kern="0" dirty="0">
                <a:solidFill>
                  <a:srgbClr val="F0CC71"/>
                </a:solidFill>
                <a:latin typeface="Oracle Sans" panose="020B0503020204020204" pitchFamily="34" charset="0"/>
                <a:cs typeface="Oracle Sans" panose="020B0503020204020204" pitchFamily="34" charset="0"/>
              </a:rPr>
              <a:t>Enabler</a:t>
            </a:r>
            <a:r>
              <a:rPr lang="en-US" sz="1200" kern="0" dirty="0">
                <a:latin typeface="Oracle Sans" panose="020B0503020204020204" pitchFamily="34" charset="0"/>
                <a:cs typeface="Oracle Sans" panose="020B0503020204020204" pitchFamily="34" charset="0"/>
              </a:rPr>
              <a:t> for dev/test</a:t>
            </a:r>
            <a:br>
              <a:rPr lang="en-US" sz="1200" kern="0" dirty="0">
                <a:latin typeface="Oracle Sans" panose="020B0503020204020204" pitchFamily="34" charset="0"/>
                <a:cs typeface="Oracle Sans" panose="020B0503020204020204" pitchFamily="34" charset="0"/>
              </a:rPr>
            </a:br>
            <a:r>
              <a:rPr lang="en-US" sz="1200" kern="0" dirty="0">
                <a:latin typeface="Oracle Sans" panose="020B0503020204020204" pitchFamily="34" charset="0"/>
                <a:cs typeface="Oracle Sans" panose="020B0503020204020204" pitchFamily="34" charset="0"/>
              </a:rPr>
              <a:t>environments</a:t>
            </a:r>
          </a:p>
        </p:txBody>
      </p:sp>
      <p:sp>
        <p:nvSpPr>
          <p:cNvPr id="5" name="Half Purple">
            <a:extLst>
              <a:ext uri="{FF2B5EF4-FFF2-40B4-BE49-F238E27FC236}">
                <a16:creationId xmlns:a16="http://schemas.microsoft.com/office/drawing/2014/main" id="{BF9848C9-F7A3-C18B-D3C1-3C853B7E9237}"/>
              </a:ext>
            </a:extLst>
          </p:cNvPr>
          <p:cNvSpPr>
            <a:spLocks/>
          </p:cNvSpPr>
          <p:nvPr/>
        </p:nvSpPr>
        <p:spPr>
          <a:xfrm>
            <a:off x="4583074" y="3199581"/>
            <a:ext cx="4356427" cy="1691640"/>
          </a:xfrm>
          <a:prstGeom prst="roundRect">
            <a:avLst>
              <a:gd name="adj" fmla="val 496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Oracle Sans" panose="020B0503020204020204" pitchFamily="34" charset="0"/>
            </a:endParaRPr>
          </a:p>
        </p:txBody>
      </p:sp>
      <p:grpSp>
        <p:nvGrpSpPr>
          <p:cNvPr id="6" name="All the Added Benifits">
            <a:extLst>
              <a:ext uri="{FF2B5EF4-FFF2-40B4-BE49-F238E27FC236}">
                <a16:creationId xmlns:a16="http://schemas.microsoft.com/office/drawing/2014/main" id="{60C6B13B-C09F-70C9-326A-D3810BC2DFFD}"/>
              </a:ext>
            </a:extLst>
          </p:cNvPr>
          <p:cNvGrpSpPr/>
          <p:nvPr/>
        </p:nvGrpSpPr>
        <p:grpSpPr>
          <a:xfrm>
            <a:off x="4772197" y="3010815"/>
            <a:ext cx="4066254" cy="1196417"/>
            <a:chOff x="4772197" y="3382863"/>
            <a:chExt cx="4066254" cy="1196417"/>
          </a:xfrm>
        </p:grpSpPr>
        <p:sp>
          <p:nvSpPr>
            <p:cNvPr id="7" name="TextBox 6">
              <a:extLst>
                <a:ext uri="{FF2B5EF4-FFF2-40B4-BE49-F238E27FC236}">
                  <a16:creationId xmlns:a16="http://schemas.microsoft.com/office/drawing/2014/main" id="{13C4CB01-C987-3FD4-CC50-E2F3BA2854A3}"/>
                </a:ext>
              </a:extLst>
            </p:cNvPr>
            <p:cNvSpPr txBox="1"/>
            <p:nvPr/>
          </p:nvSpPr>
          <p:spPr>
            <a:xfrm>
              <a:off x="4772197" y="3382863"/>
              <a:ext cx="3974353" cy="276999"/>
            </a:xfrm>
            <a:prstGeom prst="rect">
              <a:avLst/>
            </a:prstGeom>
            <a:noFill/>
          </p:spPr>
          <p:txBody>
            <a:bodyPr wrap="square">
              <a:spAutoFit/>
            </a:bodyPr>
            <a:lstStyle/>
            <a:p>
              <a:pPr marL="0" marR="0" lvl="0" indent="0" defTabSz="685739" rtl="0" eaLnBrk="1" fontAlgn="auto" latinLnBrk="0" hangingPunct="1">
                <a:lnSpc>
                  <a:spcPct val="100000"/>
                </a:lnSpc>
                <a:spcBef>
                  <a:spcPts val="0"/>
                </a:spcBef>
                <a:spcAft>
                  <a:spcPts val="0"/>
                </a:spcAft>
                <a:buClrTx/>
                <a:buSzTx/>
                <a:buFontTx/>
                <a:buNone/>
                <a:tabLst/>
                <a:defRPr/>
              </a:pPr>
              <a:r>
                <a:rPr lang="en-US" sz="1200" b="1" kern="0" dirty="0">
                  <a:solidFill>
                    <a:srgbClr val="F0CC71"/>
                  </a:solidFill>
                  <a:latin typeface="Oracle Sans Semi Bold" panose="020B0503020204020204" pitchFamily="34" charset="0"/>
                  <a:cs typeface="Oracle Sans Semi Bold" panose="020B0503020204020204" pitchFamily="34" charset="0"/>
                </a:rPr>
                <a:t>Added Benefits </a:t>
              </a:r>
              <a:r>
                <a:rPr lang="en-US" sz="1200" b="1" kern="0" dirty="0">
                  <a:latin typeface="Oracle Sans Semi Bold" panose="020B0503020204020204" pitchFamily="34" charset="0"/>
                  <a:cs typeface="Oracle Sans Semi Bold" panose="020B0503020204020204" pitchFamily="34" charset="0"/>
                </a:rPr>
                <a:t>Unlocked with Oracle Partner Credits</a:t>
              </a:r>
            </a:p>
          </p:txBody>
        </p:sp>
        <p:sp>
          <p:nvSpPr>
            <p:cNvPr id="8" name="TextBox 7">
              <a:extLst>
                <a:ext uri="{FF2B5EF4-FFF2-40B4-BE49-F238E27FC236}">
                  <a16:creationId xmlns:a16="http://schemas.microsoft.com/office/drawing/2014/main" id="{1F8A9378-1B7E-E41E-7D84-BB54BF33AE34}"/>
                </a:ext>
              </a:extLst>
            </p:cNvPr>
            <p:cNvSpPr txBox="1"/>
            <p:nvPr/>
          </p:nvSpPr>
          <p:spPr>
            <a:xfrm>
              <a:off x="4775186" y="3625173"/>
              <a:ext cx="2103120" cy="707886"/>
            </a:xfrm>
            <a:prstGeom prst="rect">
              <a:avLst/>
            </a:prstGeom>
            <a:noFill/>
          </p:spPr>
          <p:txBody>
            <a:bodyPr wrap="square">
              <a:spAutoFit/>
            </a:bodyPr>
            <a:lstStyle/>
            <a:p>
              <a:pPr defTabSz="685739">
                <a:defRPr/>
              </a:pPr>
              <a:r>
                <a:rPr lang="en-US" sz="800" b="1" kern="0" dirty="0">
                  <a:latin typeface="Oracle Sans Semi Bold" panose="020B0503020204020204" pitchFamily="34" charset="0"/>
                  <a:cs typeface="Oracle Sans Semi Bold" panose="020B0503020204020204" pitchFamily="34" charset="0"/>
                </a:rPr>
                <a:t>Training and Enablement:</a:t>
              </a:r>
            </a:p>
            <a:p>
              <a:pPr marL="120650" lvl="0" defTabSz="685739">
                <a:defRPr/>
              </a:pPr>
              <a:r>
                <a:rPr lang="en-US" sz="800" kern="0" dirty="0">
                  <a:latin typeface="Oracle Sans Light" panose="020B0403020204020204" pitchFamily="34" charset="0"/>
                  <a:cs typeface="Oracle Sans Light" panose="020B0403020204020204" pitchFamily="34" charset="0"/>
                </a:rPr>
                <a:t>Advanced delivery &amp; success training</a:t>
              </a:r>
            </a:p>
            <a:p>
              <a:pPr defTabSz="685739">
                <a:defRPr/>
              </a:pPr>
              <a:r>
                <a:rPr lang="en-US" sz="800" b="1" kern="0" dirty="0">
                  <a:latin typeface="Oracle Sans Semi Bold" panose="020B0503020204020204" pitchFamily="34" charset="0"/>
                  <a:cs typeface="Oracle Sans Semi Bold" panose="020B0503020204020204" pitchFamily="34" charset="0"/>
                </a:rPr>
                <a:t>GTM Collaboration:</a:t>
              </a:r>
            </a:p>
            <a:p>
              <a:pPr marL="177800" defTabSz="685739">
                <a:defRPr/>
              </a:pPr>
              <a:r>
                <a:rPr lang="en-US" sz="800" kern="0" dirty="0">
                  <a:latin typeface="Oracle Sans Light" panose="020B0403020204020204" pitchFamily="34" charset="0"/>
                  <a:cs typeface="Oracle Sans Light" panose="020B0403020204020204" pitchFamily="34" charset="0"/>
                </a:rPr>
                <a:t>Advanced marketing resources</a:t>
              </a:r>
              <a:br>
                <a:rPr lang="en-US" sz="800" kern="0" dirty="0">
                  <a:latin typeface="Oracle Sans Light" panose="020B0403020204020204" pitchFamily="34" charset="0"/>
                  <a:cs typeface="Oracle Sans Light" panose="020B0403020204020204" pitchFamily="34" charset="0"/>
                </a:rPr>
              </a:br>
              <a:r>
                <a:rPr lang="en-US" sz="800" kern="0" dirty="0">
                  <a:latin typeface="Oracle Sans Light" panose="020B0403020204020204" pitchFamily="34" charset="0"/>
                  <a:cs typeface="Oracle Sans Light" panose="020B0403020204020204" pitchFamily="34" charset="0"/>
                </a:rPr>
                <a:t>&amp; activities</a:t>
              </a:r>
            </a:p>
          </p:txBody>
        </p:sp>
        <p:sp>
          <p:nvSpPr>
            <p:cNvPr id="9" name="TextBox 8">
              <a:extLst>
                <a:ext uri="{FF2B5EF4-FFF2-40B4-BE49-F238E27FC236}">
                  <a16:creationId xmlns:a16="http://schemas.microsoft.com/office/drawing/2014/main" id="{606F9AA6-7D1E-0668-1870-1DDF3FF4B7EC}"/>
                </a:ext>
              </a:extLst>
            </p:cNvPr>
            <p:cNvSpPr txBox="1"/>
            <p:nvPr/>
          </p:nvSpPr>
          <p:spPr>
            <a:xfrm>
              <a:off x="6771907" y="3625173"/>
              <a:ext cx="2066544" cy="954107"/>
            </a:xfrm>
            <a:prstGeom prst="rect">
              <a:avLst/>
            </a:prstGeom>
            <a:noFill/>
          </p:spPr>
          <p:txBody>
            <a:bodyPr wrap="square">
              <a:spAutoFit/>
            </a:bodyPr>
            <a:lstStyle/>
            <a:p>
              <a:pPr lvl="0" defTabSz="685739">
                <a:defRPr/>
              </a:pPr>
              <a:r>
                <a:rPr lang="en-US" sz="800" b="1" kern="0" dirty="0">
                  <a:latin typeface="Oracle Sans Semi Bold" panose="020B0503020204020204" pitchFamily="34" charset="0"/>
                  <a:cs typeface="Oracle Sans Semi Bold" panose="020B0503020204020204" pitchFamily="34" charset="0"/>
                </a:rPr>
                <a:t>Technical Accelerators:</a:t>
              </a:r>
            </a:p>
            <a:p>
              <a:pPr marL="177800" defTabSz="685739">
                <a:defRPr/>
              </a:pPr>
              <a:r>
                <a:rPr lang="en-US" sz="800" kern="0" dirty="0">
                  <a:latin typeface="Oracle Sans Light" panose="020B0403020204020204" pitchFamily="34" charset="0"/>
                  <a:cs typeface="Oracle Sans Light" panose="020B0403020204020204" pitchFamily="34" charset="0"/>
                </a:rPr>
                <a:t>Integration validation</a:t>
              </a:r>
            </a:p>
            <a:p>
              <a:pPr marL="177800" lvl="0" defTabSz="685739">
                <a:defRPr/>
              </a:pPr>
              <a:r>
                <a:rPr lang="en-US" sz="800" kern="0" dirty="0">
                  <a:latin typeface="Oracle Sans Light" panose="020B0403020204020204" pitchFamily="34" charset="0"/>
                  <a:cs typeface="Oracle Sans Light" panose="020B0403020204020204" pitchFamily="34" charset="0"/>
                </a:rPr>
                <a:t>Dev/test environments</a:t>
              </a:r>
            </a:p>
            <a:p>
              <a:pPr marL="177800" defTabSz="685739">
                <a:defRPr/>
              </a:pPr>
              <a:r>
                <a:rPr lang="en-US" sz="800" kern="0" dirty="0">
                  <a:latin typeface="Oracle Sans Light" panose="020B0403020204020204" pitchFamily="34" charset="0"/>
                  <a:cs typeface="Oracle Sans Light" panose="020B0403020204020204" pitchFamily="34" charset="0"/>
                </a:rPr>
                <a:t>Solution architect &amp; migration services </a:t>
              </a:r>
            </a:p>
            <a:p>
              <a:pPr defTabSz="685739">
                <a:defRPr/>
              </a:pPr>
              <a:r>
                <a:rPr lang="en-US" sz="800" b="1" kern="0" dirty="0">
                  <a:latin typeface="Oracle Sans Semi Bold" panose="020B0503020204020204" pitchFamily="34" charset="0"/>
                  <a:cs typeface="Oracle Sans Semi Bold" panose="020B0503020204020204" pitchFamily="34" charset="0"/>
                </a:rPr>
                <a:t>Success Support:</a:t>
              </a:r>
            </a:p>
            <a:p>
              <a:pPr marL="177800" lvl="0" defTabSz="685739">
                <a:defRPr/>
              </a:pPr>
              <a:r>
                <a:rPr lang="en-US" sz="800" kern="0" dirty="0">
                  <a:latin typeface="Oracle Sans Light" panose="020B0403020204020204" pitchFamily="34" charset="0"/>
                  <a:cs typeface="Oracle Sans Light" panose="020B0403020204020204" pitchFamily="34" charset="0"/>
                </a:rPr>
                <a:t>Partner Success Manager</a:t>
              </a:r>
            </a:p>
            <a:p>
              <a:pPr marL="177800" lvl="0" defTabSz="685739">
                <a:defRPr/>
              </a:pPr>
              <a:r>
                <a:rPr lang="en-US" sz="800" kern="0" dirty="0">
                  <a:latin typeface="Oracle Sans Light" panose="020B0403020204020204" pitchFamily="34" charset="0"/>
                  <a:cs typeface="Oracle Sans Light" panose="020B0403020204020204" pitchFamily="34" charset="0"/>
                </a:rPr>
                <a:t>Partner Technical Account Manager</a:t>
              </a:r>
            </a:p>
          </p:txBody>
        </p:sp>
      </p:grpSp>
      <p:cxnSp>
        <p:nvCxnSpPr>
          <p:cNvPr id="17" name="Dotted Line">
            <a:extLst>
              <a:ext uri="{FF2B5EF4-FFF2-40B4-BE49-F238E27FC236}">
                <a16:creationId xmlns:a16="http://schemas.microsoft.com/office/drawing/2014/main" id="{98626712-FA08-A66B-9337-DA1992D7A654}"/>
              </a:ext>
            </a:extLst>
          </p:cNvPr>
          <p:cNvCxnSpPr>
            <a:cxnSpLocks/>
          </p:cNvCxnSpPr>
          <p:nvPr/>
        </p:nvCxnSpPr>
        <p:spPr>
          <a:xfrm>
            <a:off x="4720811" y="3416404"/>
            <a:ext cx="0" cy="1280160"/>
          </a:xfrm>
          <a:prstGeom prst="line">
            <a:avLst/>
          </a:prstGeom>
          <a:ln w="12700">
            <a:solidFill>
              <a:srgbClr val="F1EFED"/>
            </a:solidFill>
            <a:prstDash val="sysDot"/>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1F1E2F4D-F2B8-B4CC-61ED-373731AF5489}"/>
              </a:ext>
            </a:extLst>
          </p:cNvPr>
          <p:cNvSpPr txBox="1"/>
          <p:nvPr/>
        </p:nvSpPr>
        <p:spPr>
          <a:xfrm>
            <a:off x="5911898" y="1378052"/>
            <a:ext cx="2728057" cy="1569660"/>
          </a:xfrm>
          <a:prstGeom prst="rect">
            <a:avLst/>
          </a:prstGeom>
          <a:noFill/>
        </p:spPr>
        <p:txBody>
          <a:bodyPr wrap="square">
            <a:spAutoFit/>
          </a:bodyPr>
          <a:lstStyle/>
          <a:p>
            <a:pPr marL="0" lvl="1" defTabSz="932293" fontAlgn="base">
              <a:spcBef>
                <a:spcPct val="0"/>
              </a:spcBef>
              <a:buClr>
                <a:schemeClr val="bg2"/>
              </a:buClr>
              <a:defRPr/>
            </a:pPr>
            <a:r>
              <a:rPr lang="en-US" sz="1200" kern="0" dirty="0">
                <a:noFill/>
                <a:latin typeface="Oracle Sans" panose="020B0503020204020204" pitchFamily="34" charset="0"/>
                <a:cs typeface="Oracle Sans" panose="020B0503020204020204" pitchFamily="34" charset="0"/>
              </a:rPr>
              <a:t>Level 2</a:t>
            </a:r>
          </a:p>
          <a:p>
            <a:pPr marL="171450" lvl="1" indent="-171450" defTabSz="932293" fontAlgn="base">
              <a:spcBef>
                <a:spcPct val="0"/>
              </a:spcBef>
              <a:buClr>
                <a:schemeClr val="bg2"/>
              </a:buClr>
              <a:buFont typeface="Arial" panose="020B0604020202020204" pitchFamily="34" charset="0"/>
              <a:buChar char="•"/>
              <a:defRPr/>
            </a:pPr>
            <a:r>
              <a:rPr lang="en-US" sz="1200" kern="0" dirty="0">
                <a:noFill/>
                <a:latin typeface="Oracle Sans" panose="020B0503020204020204" pitchFamily="34" charset="0"/>
                <a:cs typeface="Oracle Sans" panose="020B0503020204020204" pitchFamily="34" charset="0"/>
              </a:rPr>
              <a:t>100 seats for advanced delivery and success training on Oracle’s</a:t>
            </a:r>
            <a:br>
              <a:rPr lang="en-US" sz="1200" kern="0" dirty="0">
                <a:noFill/>
                <a:latin typeface="Oracle Sans" panose="020B0503020204020204" pitchFamily="34" charset="0"/>
                <a:cs typeface="Oracle Sans" panose="020B0503020204020204" pitchFamily="34" charset="0"/>
              </a:rPr>
            </a:br>
            <a:r>
              <a:rPr lang="en-US" sz="1200" kern="0" dirty="0">
                <a:noFill/>
                <a:latin typeface="Oracle Sans" panose="020B0503020204020204" pitchFamily="34" charset="0"/>
                <a:cs typeface="Oracle Sans" panose="020B0503020204020204" pitchFamily="34" charset="0"/>
              </a:rPr>
              <a:t>entire product portfolio</a:t>
            </a:r>
          </a:p>
          <a:p>
            <a:pPr marL="171450" lvl="1" indent="-171450" defTabSz="932293" fontAlgn="base">
              <a:spcBef>
                <a:spcPct val="0"/>
              </a:spcBef>
              <a:buClr>
                <a:schemeClr val="bg2"/>
              </a:buClr>
              <a:buFont typeface="Arial" panose="020B0604020202020204" pitchFamily="34" charset="0"/>
              <a:buChar char="•"/>
              <a:defRPr/>
            </a:pPr>
            <a:r>
              <a:rPr lang="en-US" sz="1200" kern="0" dirty="0">
                <a:noFill/>
                <a:latin typeface="Oracle Sans" panose="020B0503020204020204" pitchFamily="34" charset="0"/>
                <a:cs typeface="Oracle Sans" panose="020B0503020204020204" pitchFamily="34" charset="0"/>
              </a:rPr>
              <a:t>125K Oracle Partner Credits for use on added benefits</a:t>
            </a:r>
          </a:p>
          <a:p>
            <a:pPr marL="171450" lvl="1" indent="-171450" defTabSz="932293" fontAlgn="base">
              <a:spcBef>
                <a:spcPct val="0"/>
              </a:spcBef>
              <a:buClr>
                <a:schemeClr val="bg2"/>
              </a:buClr>
              <a:buFont typeface="Arial" panose="020B0604020202020204" pitchFamily="34" charset="0"/>
              <a:buChar char="•"/>
              <a:defRPr/>
            </a:pPr>
            <a:r>
              <a:rPr lang="en-US" sz="1200" kern="0" dirty="0">
                <a:noFill/>
                <a:latin typeface="Oracle Sans" panose="020B0503020204020204" pitchFamily="34" charset="0"/>
                <a:cs typeface="Oracle Sans" panose="020B0503020204020204" pitchFamily="34" charset="0"/>
              </a:rPr>
              <a:t>Managed regional GTM collaboration</a:t>
            </a:r>
            <a:r>
              <a:rPr lang="en-US" sz="1000" kern="0" dirty="0">
                <a:noFill/>
                <a:latin typeface="Oracle Sans Light" panose="020B0403020204020204" pitchFamily="34" charset="0"/>
                <a:cs typeface="Oracle Sans Light" panose="020B0403020204020204" pitchFamily="34" charset="0"/>
              </a:rPr>
              <a:t>*</a:t>
            </a:r>
            <a:endParaRPr lang="en-US" sz="1000" kern="0" dirty="0">
              <a:noFill/>
              <a:latin typeface="Oracle Sans" panose="020B0503020204020204" pitchFamily="34" charset="0"/>
              <a:cs typeface="Oracle Sans" panose="020B0503020204020204" pitchFamily="34" charset="0"/>
            </a:endParaRPr>
          </a:p>
        </p:txBody>
      </p:sp>
      <p:sp>
        <p:nvSpPr>
          <p:cNvPr id="4" name="Footer Placeholder 2">
            <a:extLst>
              <a:ext uri="{FF2B5EF4-FFF2-40B4-BE49-F238E27FC236}">
                <a16:creationId xmlns:a16="http://schemas.microsoft.com/office/drawing/2014/main" id="{186AF6E7-5763-9E89-2511-5512D64EFB44}"/>
              </a:ext>
            </a:extLst>
          </p:cNvPr>
          <p:cNvSpPr txBox="1">
            <a:spLocks/>
          </p:cNvSpPr>
          <p:nvPr/>
        </p:nvSpPr>
        <p:spPr>
          <a:xfrm>
            <a:off x="529290" y="4869657"/>
            <a:ext cx="3769900" cy="273844"/>
          </a:xfrm>
          <a:prstGeom prst="rect">
            <a:avLst/>
          </a:prstGeom>
        </p:spPr>
        <p:txBody>
          <a:bodyPr/>
          <a:lstStyle>
            <a:defPPr>
              <a:defRPr lang="en-US"/>
            </a:defPPr>
            <a:lvl1pPr marL="0" algn="l" defTabSz="674692" rtl="0" eaLnBrk="1" latinLnBrk="0" hangingPunct="1">
              <a:defRPr sz="1328" kern="1200">
                <a:solidFill>
                  <a:schemeClr val="tx1"/>
                </a:solidFill>
                <a:latin typeface="+mn-lt"/>
                <a:ea typeface="+mn-ea"/>
                <a:cs typeface="+mn-cs"/>
              </a:defRPr>
            </a:lvl1pPr>
            <a:lvl2pPr marL="337347" algn="l" defTabSz="674692" rtl="0" eaLnBrk="1" latinLnBrk="0" hangingPunct="1">
              <a:defRPr sz="1328" kern="1200">
                <a:solidFill>
                  <a:schemeClr val="tx1"/>
                </a:solidFill>
                <a:latin typeface="+mn-lt"/>
                <a:ea typeface="+mn-ea"/>
                <a:cs typeface="+mn-cs"/>
              </a:defRPr>
            </a:lvl2pPr>
            <a:lvl3pPr marL="674692" algn="l" defTabSz="674692" rtl="0" eaLnBrk="1" latinLnBrk="0" hangingPunct="1">
              <a:defRPr sz="1328" kern="1200">
                <a:solidFill>
                  <a:schemeClr val="tx1"/>
                </a:solidFill>
                <a:latin typeface="+mn-lt"/>
                <a:ea typeface="+mn-ea"/>
                <a:cs typeface="+mn-cs"/>
              </a:defRPr>
            </a:lvl3pPr>
            <a:lvl4pPr marL="1012039" algn="l" defTabSz="674692" rtl="0" eaLnBrk="1" latinLnBrk="0" hangingPunct="1">
              <a:defRPr sz="1328" kern="1200">
                <a:solidFill>
                  <a:schemeClr val="tx1"/>
                </a:solidFill>
                <a:latin typeface="+mn-lt"/>
                <a:ea typeface="+mn-ea"/>
                <a:cs typeface="+mn-cs"/>
              </a:defRPr>
            </a:lvl4pPr>
            <a:lvl5pPr marL="1349384" algn="l" defTabSz="674692" rtl="0" eaLnBrk="1" latinLnBrk="0" hangingPunct="1">
              <a:defRPr sz="1328" kern="1200">
                <a:solidFill>
                  <a:schemeClr val="tx1"/>
                </a:solidFill>
                <a:latin typeface="+mn-lt"/>
                <a:ea typeface="+mn-ea"/>
                <a:cs typeface="+mn-cs"/>
              </a:defRPr>
            </a:lvl5pPr>
            <a:lvl6pPr marL="1686731" algn="l" defTabSz="674692" rtl="0" eaLnBrk="1" latinLnBrk="0" hangingPunct="1">
              <a:defRPr sz="1328" kern="1200">
                <a:solidFill>
                  <a:schemeClr val="tx1"/>
                </a:solidFill>
                <a:latin typeface="+mn-lt"/>
                <a:ea typeface="+mn-ea"/>
                <a:cs typeface="+mn-cs"/>
              </a:defRPr>
            </a:lvl6pPr>
            <a:lvl7pPr marL="2024077" algn="l" defTabSz="674692" rtl="0" eaLnBrk="1" latinLnBrk="0" hangingPunct="1">
              <a:defRPr sz="1328" kern="1200">
                <a:solidFill>
                  <a:schemeClr val="tx1"/>
                </a:solidFill>
                <a:latin typeface="+mn-lt"/>
                <a:ea typeface="+mn-ea"/>
                <a:cs typeface="+mn-cs"/>
              </a:defRPr>
            </a:lvl7pPr>
            <a:lvl8pPr marL="2361423" algn="l" defTabSz="674692" rtl="0" eaLnBrk="1" latinLnBrk="0" hangingPunct="1">
              <a:defRPr sz="1328" kern="1200">
                <a:solidFill>
                  <a:schemeClr val="tx1"/>
                </a:solidFill>
                <a:latin typeface="+mn-lt"/>
                <a:ea typeface="+mn-ea"/>
                <a:cs typeface="+mn-cs"/>
              </a:defRPr>
            </a:lvl8pPr>
            <a:lvl9pPr marL="2698769" algn="l" defTabSz="674692" rtl="0" eaLnBrk="1" latinLnBrk="0" hangingPunct="1">
              <a:defRPr sz="1328" kern="1200">
                <a:solidFill>
                  <a:schemeClr val="tx1"/>
                </a:solidFill>
                <a:latin typeface="+mn-lt"/>
                <a:ea typeface="+mn-ea"/>
                <a:cs typeface="+mn-cs"/>
              </a:defRPr>
            </a:lvl9pPr>
          </a:lstStyle>
          <a:p>
            <a:r>
              <a:rPr lang="en-US" sz="530" dirty="0">
                <a:latin typeface="Oracle Sans" panose="020B0503020204020204" pitchFamily="34" charset="0"/>
                <a:cs typeface="Oracle Sans" panose="020B0503020204020204" pitchFamily="34" charset="0"/>
                <a:sym typeface="Symbol" pitchFamily="2" charset="2"/>
              </a:rPr>
              <a:t>Copyright © 2025, Oracle and/or its affiliates. All rights reserved.</a:t>
            </a:r>
            <a:endParaRPr lang="en-CA" sz="530" dirty="0">
              <a:latin typeface="Oracle Sans" panose="020B0503020204020204" pitchFamily="34" charset="0"/>
              <a:cs typeface="Oracle Sans" panose="020B0503020204020204" pitchFamily="34" charset="0"/>
            </a:endParaRPr>
          </a:p>
        </p:txBody>
      </p:sp>
      <p:sp>
        <p:nvSpPr>
          <p:cNvPr id="20" name="Slide Number Placeholder 3">
            <a:extLst>
              <a:ext uri="{FF2B5EF4-FFF2-40B4-BE49-F238E27FC236}">
                <a16:creationId xmlns:a16="http://schemas.microsoft.com/office/drawing/2014/main" id="{079FC6CE-55EB-55CF-A0B1-3E7D65D346F4}"/>
              </a:ext>
            </a:extLst>
          </p:cNvPr>
          <p:cNvSpPr txBox="1">
            <a:spLocks/>
          </p:cNvSpPr>
          <p:nvPr/>
        </p:nvSpPr>
        <p:spPr>
          <a:xfrm>
            <a:off x="195597" y="4869657"/>
            <a:ext cx="326888" cy="273844"/>
          </a:xfrm>
          <a:prstGeom prst="rect">
            <a:avLst/>
          </a:prstGeom>
        </p:spPr>
        <p:txBody>
          <a:bodyPr/>
          <a:lstStyle>
            <a:defPPr>
              <a:defRPr lang="en-US"/>
            </a:defPPr>
            <a:lvl1pPr marL="0" algn="l" defTabSz="674692" rtl="0" eaLnBrk="1" latinLnBrk="0" hangingPunct="1">
              <a:defRPr sz="1328" kern="1200">
                <a:solidFill>
                  <a:schemeClr val="tx1"/>
                </a:solidFill>
                <a:latin typeface="+mn-lt"/>
                <a:ea typeface="+mn-ea"/>
                <a:cs typeface="+mn-cs"/>
              </a:defRPr>
            </a:lvl1pPr>
            <a:lvl2pPr marL="337347" algn="l" defTabSz="674692" rtl="0" eaLnBrk="1" latinLnBrk="0" hangingPunct="1">
              <a:defRPr sz="1328" kern="1200">
                <a:solidFill>
                  <a:schemeClr val="tx1"/>
                </a:solidFill>
                <a:latin typeface="+mn-lt"/>
                <a:ea typeface="+mn-ea"/>
                <a:cs typeface="+mn-cs"/>
              </a:defRPr>
            </a:lvl2pPr>
            <a:lvl3pPr marL="674692" algn="l" defTabSz="674692" rtl="0" eaLnBrk="1" latinLnBrk="0" hangingPunct="1">
              <a:defRPr sz="1328" kern="1200">
                <a:solidFill>
                  <a:schemeClr val="tx1"/>
                </a:solidFill>
                <a:latin typeface="+mn-lt"/>
                <a:ea typeface="+mn-ea"/>
                <a:cs typeface="+mn-cs"/>
              </a:defRPr>
            </a:lvl3pPr>
            <a:lvl4pPr marL="1012039" algn="l" defTabSz="674692" rtl="0" eaLnBrk="1" latinLnBrk="0" hangingPunct="1">
              <a:defRPr sz="1328" kern="1200">
                <a:solidFill>
                  <a:schemeClr val="tx1"/>
                </a:solidFill>
                <a:latin typeface="+mn-lt"/>
                <a:ea typeface="+mn-ea"/>
                <a:cs typeface="+mn-cs"/>
              </a:defRPr>
            </a:lvl4pPr>
            <a:lvl5pPr marL="1349384" algn="l" defTabSz="674692" rtl="0" eaLnBrk="1" latinLnBrk="0" hangingPunct="1">
              <a:defRPr sz="1328" kern="1200">
                <a:solidFill>
                  <a:schemeClr val="tx1"/>
                </a:solidFill>
                <a:latin typeface="+mn-lt"/>
                <a:ea typeface="+mn-ea"/>
                <a:cs typeface="+mn-cs"/>
              </a:defRPr>
            </a:lvl5pPr>
            <a:lvl6pPr marL="1686731" algn="l" defTabSz="674692" rtl="0" eaLnBrk="1" latinLnBrk="0" hangingPunct="1">
              <a:defRPr sz="1328" kern="1200">
                <a:solidFill>
                  <a:schemeClr val="tx1"/>
                </a:solidFill>
                <a:latin typeface="+mn-lt"/>
                <a:ea typeface="+mn-ea"/>
                <a:cs typeface="+mn-cs"/>
              </a:defRPr>
            </a:lvl6pPr>
            <a:lvl7pPr marL="2024077" algn="l" defTabSz="674692" rtl="0" eaLnBrk="1" latinLnBrk="0" hangingPunct="1">
              <a:defRPr sz="1328" kern="1200">
                <a:solidFill>
                  <a:schemeClr val="tx1"/>
                </a:solidFill>
                <a:latin typeface="+mn-lt"/>
                <a:ea typeface="+mn-ea"/>
                <a:cs typeface="+mn-cs"/>
              </a:defRPr>
            </a:lvl7pPr>
            <a:lvl8pPr marL="2361423" algn="l" defTabSz="674692" rtl="0" eaLnBrk="1" latinLnBrk="0" hangingPunct="1">
              <a:defRPr sz="1328" kern="1200">
                <a:solidFill>
                  <a:schemeClr val="tx1"/>
                </a:solidFill>
                <a:latin typeface="+mn-lt"/>
                <a:ea typeface="+mn-ea"/>
                <a:cs typeface="+mn-cs"/>
              </a:defRPr>
            </a:lvl8pPr>
            <a:lvl9pPr marL="2698769" algn="l" defTabSz="674692" rtl="0" eaLnBrk="1" latinLnBrk="0" hangingPunct="1">
              <a:defRPr sz="1328" kern="1200">
                <a:solidFill>
                  <a:schemeClr val="tx1"/>
                </a:solidFill>
                <a:latin typeface="+mn-lt"/>
                <a:ea typeface="+mn-ea"/>
                <a:cs typeface="+mn-cs"/>
              </a:defRPr>
            </a:lvl9pPr>
          </a:lstStyle>
          <a:p>
            <a:fld id="{CFF4B978-1D82-7745-80C5-DBABA6B131D3}" type="slidenum">
              <a:rPr lang="en-US" sz="530" smtClean="0">
                <a:latin typeface="Oracle Sans" panose="020B0503020204020204" pitchFamily="34" charset="0"/>
                <a:cs typeface="Oracle Sans" panose="020B0503020204020204" pitchFamily="34" charset="0"/>
              </a:rPr>
              <a:pPr/>
              <a:t>6</a:t>
            </a:fld>
            <a:endParaRPr lang="en-US" sz="530" dirty="0">
              <a:latin typeface="Oracle Sans" panose="020B0503020204020204" pitchFamily="34" charset="0"/>
              <a:cs typeface="Oracle Sans" panose="020B0503020204020204" pitchFamily="34" charset="0"/>
            </a:endParaRPr>
          </a:p>
        </p:txBody>
      </p:sp>
      <p:sp>
        <p:nvSpPr>
          <p:cNvPr id="22" name="Title 1">
            <a:extLst>
              <a:ext uri="{FF2B5EF4-FFF2-40B4-BE49-F238E27FC236}">
                <a16:creationId xmlns:a16="http://schemas.microsoft.com/office/drawing/2014/main" id="{93A367F2-4246-B4D2-F6EC-35BD3CBCADA2}"/>
              </a:ext>
            </a:extLst>
          </p:cNvPr>
          <p:cNvSpPr txBox="1">
            <a:spLocks/>
          </p:cNvSpPr>
          <p:nvPr/>
        </p:nvSpPr>
        <p:spPr>
          <a:xfrm>
            <a:off x="521829" y="239015"/>
            <a:ext cx="4560309" cy="695325"/>
          </a:xfrm>
          <a:prstGeom prst="rect">
            <a:avLst/>
          </a:prstGeom>
        </p:spPr>
        <p:txBody>
          <a:bodyPr vert="horz" lIns="0" tIns="0" rIns="0" bIns="0" rtlCol="0" anchor="b">
            <a:noAutofit/>
          </a:bodyPr>
          <a:lstStyle>
            <a:lvl1pPr algn="l" defTabSz="685800" rtl="0" eaLnBrk="1" latinLnBrk="0" hangingPunct="1">
              <a:lnSpc>
                <a:spcPct val="95000"/>
              </a:lnSpc>
              <a:spcBef>
                <a:spcPct val="0"/>
              </a:spcBef>
              <a:buNone/>
              <a:defRPr lang="en-US" sz="1800" b="1" i="0" kern="1200" baseline="0" dirty="0">
                <a:solidFill>
                  <a:schemeClr val="tx1"/>
                </a:solidFill>
                <a:latin typeface="+mn-lt"/>
                <a:ea typeface="+mn-ea"/>
                <a:cs typeface="+mj-cs"/>
              </a:defRPr>
            </a:lvl1pPr>
          </a:lstStyle>
          <a:p>
            <a:r>
              <a:rPr lang="en-US" sz="2400"/>
              <a:t>Choose your partnership</a:t>
            </a:r>
            <a:br>
              <a:rPr lang="en-US" sz="2400"/>
            </a:br>
            <a:r>
              <a:rPr lang="en-US" sz="2400"/>
              <a:t>path, benefits, and incentives</a:t>
            </a:r>
          </a:p>
        </p:txBody>
      </p:sp>
      <p:sp>
        <p:nvSpPr>
          <p:cNvPr id="30" name="Plus Cash">
            <a:extLst>
              <a:ext uri="{FF2B5EF4-FFF2-40B4-BE49-F238E27FC236}">
                <a16:creationId xmlns:a16="http://schemas.microsoft.com/office/drawing/2014/main" id="{C9F870CD-548F-EEE0-AE91-BF03CBE999A7}"/>
              </a:ext>
            </a:extLst>
          </p:cNvPr>
          <p:cNvSpPr txBox="1"/>
          <p:nvPr/>
        </p:nvSpPr>
        <p:spPr>
          <a:xfrm>
            <a:off x="2888673" y="3848865"/>
            <a:ext cx="1830392" cy="461665"/>
          </a:xfrm>
          <a:prstGeom prst="rect">
            <a:avLst/>
          </a:prstGeom>
          <a:noFill/>
        </p:spPr>
        <p:txBody>
          <a:bodyPr wrap="square">
            <a:spAutoFit/>
          </a:bodyPr>
          <a:lstStyle/>
          <a:p>
            <a:pPr defTabSz="685739">
              <a:defRPr/>
            </a:pPr>
            <a:r>
              <a:rPr lang="en-US" sz="800" b="1" kern="0" dirty="0">
                <a:solidFill>
                  <a:srgbClr val="F0CC71"/>
                </a:solidFill>
                <a:latin typeface="Oracle Sans Semi Bold" panose="020B0503020204020204" pitchFamily="34" charset="0"/>
                <a:cs typeface="Oracle Sans Semi Bold" panose="020B0503020204020204" pitchFamily="34" charset="0"/>
              </a:rPr>
              <a:t>+ Earn Monetary Incentives </a:t>
            </a:r>
            <a:br>
              <a:rPr lang="en-US" sz="800" b="1" kern="0" dirty="0">
                <a:solidFill>
                  <a:srgbClr val="F0CC71"/>
                </a:solidFill>
                <a:latin typeface="Oracle Sans Semi Bold" panose="020B0503020204020204" pitchFamily="34" charset="0"/>
                <a:cs typeface="Oracle Sans Semi Bold" panose="020B0503020204020204" pitchFamily="34" charset="0"/>
              </a:rPr>
            </a:br>
            <a:r>
              <a:rPr lang="en-US" sz="800" b="1" u="sng" kern="0" dirty="0">
                <a:solidFill>
                  <a:srgbClr val="F0CC71"/>
                </a:solidFill>
                <a:latin typeface="Oracle Sans Semi Bold" panose="020B0503020204020204" pitchFamily="34" charset="0"/>
                <a:cs typeface="Oracle Sans Semi Bold" panose="020B0503020204020204" pitchFamily="34" charset="0"/>
              </a:rPr>
              <a:t>or</a:t>
            </a:r>
            <a:r>
              <a:rPr lang="en-US" sz="800" b="1" kern="0" dirty="0">
                <a:solidFill>
                  <a:srgbClr val="F0CC71"/>
                </a:solidFill>
                <a:latin typeface="Oracle Sans Semi Bold" panose="020B0503020204020204" pitchFamily="34" charset="0"/>
                <a:cs typeface="Oracle Sans Semi Bold" panose="020B0503020204020204" pitchFamily="34" charset="0"/>
              </a:rPr>
              <a:t> Oracle Partner Credits </a:t>
            </a:r>
            <a:br>
              <a:rPr lang="en-US" sz="800" b="1" kern="0" dirty="0">
                <a:solidFill>
                  <a:srgbClr val="F0CC71"/>
                </a:solidFill>
                <a:latin typeface="Oracle Sans Semi Bold" panose="020B0503020204020204" pitchFamily="34" charset="0"/>
                <a:cs typeface="Oracle Sans Semi Bold" panose="020B0503020204020204" pitchFamily="34" charset="0"/>
              </a:rPr>
            </a:br>
            <a:r>
              <a:rPr lang="en-US" sz="800" b="1" kern="0" dirty="0">
                <a:solidFill>
                  <a:srgbClr val="F0CC71"/>
                </a:solidFill>
                <a:latin typeface="Oracle Sans Semi Bold" panose="020B0503020204020204" pitchFamily="34" charset="0"/>
                <a:cs typeface="Oracle Sans Semi Bold" panose="020B0503020204020204" pitchFamily="34" charset="0"/>
              </a:rPr>
              <a:t>for More Benefits</a:t>
            </a:r>
          </a:p>
        </p:txBody>
      </p:sp>
      <p:sp>
        <p:nvSpPr>
          <p:cNvPr id="10" name="TextBox 9">
            <a:extLst>
              <a:ext uri="{FF2B5EF4-FFF2-40B4-BE49-F238E27FC236}">
                <a16:creationId xmlns:a16="http://schemas.microsoft.com/office/drawing/2014/main" id="{20D22003-5FA2-EE0C-6918-D4E673D28E67}"/>
              </a:ext>
            </a:extLst>
          </p:cNvPr>
          <p:cNvSpPr txBox="1"/>
          <p:nvPr/>
        </p:nvSpPr>
        <p:spPr>
          <a:xfrm>
            <a:off x="240638" y="4711434"/>
            <a:ext cx="8505911" cy="215209"/>
          </a:xfrm>
          <a:prstGeom prst="rect">
            <a:avLst/>
          </a:prstGeom>
          <a:noFill/>
        </p:spPr>
        <p:txBody>
          <a:bodyPr wrap="square">
            <a:spAutoFit/>
          </a:bodyPr>
          <a:lstStyle/>
          <a:p>
            <a:pPr marL="177800" defTabSz="685739">
              <a:defRPr/>
            </a:pPr>
            <a:r>
              <a:rPr lang="en-US" sz="800" kern="0" dirty="0">
                <a:latin typeface="Oracle Sans Light" panose="020B0403020204020204" pitchFamily="34" charset="0"/>
                <a:cs typeface="Oracle Sans Light" panose="020B0403020204020204" pitchFamily="34" charset="0"/>
              </a:rPr>
              <a:t>Note: Oracle Marketplace listings, including private offer listings, are not available in all countries.. </a:t>
            </a:r>
          </a:p>
        </p:txBody>
      </p:sp>
    </p:spTree>
    <p:extLst>
      <p:ext uri="{BB962C8B-B14F-4D97-AF65-F5344CB8AC3E}">
        <p14:creationId xmlns:p14="http://schemas.microsoft.com/office/powerpoint/2010/main" val="3390514854"/>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EDE1181-EDE2-DA77-D1ED-14882D37474D}"/>
              </a:ext>
            </a:extLst>
          </p:cNvPr>
          <p:cNvSpPr/>
          <p:nvPr/>
        </p:nvSpPr>
        <p:spPr>
          <a:xfrm>
            <a:off x="387178" y="1196579"/>
            <a:ext cx="45719" cy="584886"/>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Oracle Sans" panose="020B0503020204020204" pitchFamily="34" charset="0"/>
            </a:endParaRPr>
          </a:p>
        </p:txBody>
      </p:sp>
      <p:sp>
        <p:nvSpPr>
          <p:cNvPr id="7" name="White GTM">
            <a:extLst>
              <a:ext uri="{FF2B5EF4-FFF2-40B4-BE49-F238E27FC236}">
                <a16:creationId xmlns:a16="http://schemas.microsoft.com/office/drawing/2014/main" id="{E879194E-0D4D-51B1-A61D-AA0CB7B4A2B7}"/>
              </a:ext>
            </a:extLst>
          </p:cNvPr>
          <p:cNvSpPr txBox="1">
            <a:spLocks/>
          </p:cNvSpPr>
          <p:nvPr/>
        </p:nvSpPr>
        <p:spPr>
          <a:xfrm>
            <a:off x="486032" y="1986691"/>
            <a:ext cx="3216877" cy="461665"/>
          </a:xfrm>
          <a:prstGeom prst="rect">
            <a:avLst/>
          </a:prstGeom>
          <a:noFill/>
        </p:spPr>
        <p:txBody>
          <a:bodyPr wrap="square" rtlCol="0">
            <a:spAutoFit/>
          </a:bodyPr>
          <a:lstStyle/>
          <a:p>
            <a:r>
              <a:rPr lang="en-US" sz="2400" b="1" dirty="0">
                <a:latin typeface="Oracle Sans Tab" panose="020B0503020204020204" pitchFamily="34" charset="0"/>
                <a:cs typeface="Oracle Sans Tab" panose="020B0503020204020204" pitchFamily="34" charset="0"/>
              </a:rPr>
              <a:t>GTM Collaboration</a:t>
            </a:r>
          </a:p>
        </p:txBody>
      </p:sp>
      <p:sp>
        <p:nvSpPr>
          <p:cNvPr id="8" name="TextBox 7">
            <a:extLst>
              <a:ext uri="{FF2B5EF4-FFF2-40B4-BE49-F238E27FC236}">
                <a16:creationId xmlns:a16="http://schemas.microsoft.com/office/drawing/2014/main" id="{6CF618EC-F0F3-22E5-954C-284B26B9556C}"/>
              </a:ext>
            </a:extLst>
          </p:cNvPr>
          <p:cNvSpPr txBox="1"/>
          <p:nvPr/>
        </p:nvSpPr>
        <p:spPr>
          <a:xfrm>
            <a:off x="486032" y="2695145"/>
            <a:ext cx="3962401" cy="461665"/>
          </a:xfrm>
          <a:prstGeom prst="rect">
            <a:avLst/>
          </a:prstGeom>
          <a:noFill/>
        </p:spPr>
        <p:txBody>
          <a:bodyPr wrap="square" rtlCol="0">
            <a:spAutoFit/>
          </a:bodyPr>
          <a:lstStyle/>
          <a:p>
            <a:r>
              <a:rPr lang="en-US" sz="2400" b="1" dirty="0">
                <a:latin typeface="Oracle Sans Tab" panose="020B0503020204020204" pitchFamily="34" charset="0"/>
                <a:cs typeface="Oracle Sans Tab" panose="020B0503020204020204" pitchFamily="34" charset="0"/>
              </a:rPr>
              <a:t>Technical Accelerators</a:t>
            </a:r>
          </a:p>
        </p:txBody>
      </p:sp>
      <p:sp>
        <p:nvSpPr>
          <p:cNvPr id="12" name="TextBox 11">
            <a:extLst>
              <a:ext uri="{FF2B5EF4-FFF2-40B4-BE49-F238E27FC236}">
                <a16:creationId xmlns:a16="http://schemas.microsoft.com/office/drawing/2014/main" id="{24214914-FE4E-1568-0361-0BF4B502CA75}"/>
              </a:ext>
            </a:extLst>
          </p:cNvPr>
          <p:cNvSpPr txBox="1"/>
          <p:nvPr/>
        </p:nvSpPr>
        <p:spPr>
          <a:xfrm>
            <a:off x="486032" y="3403599"/>
            <a:ext cx="4024185" cy="461665"/>
          </a:xfrm>
          <a:prstGeom prst="rect">
            <a:avLst/>
          </a:prstGeom>
          <a:noFill/>
        </p:spPr>
        <p:txBody>
          <a:bodyPr wrap="square" rtlCol="0">
            <a:spAutoFit/>
          </a:bodyPr>
          <a:lstStyle/>
          <a:p>
            <a:r>
              <a:rPr lang="en-US" sz="2400" b="1" dirty="0">
                <a:latin typeface="Oracle Sans Tab" panose="020B0503020204020204" pitchFamily="34" charset="0"/>
                <a:cs typeface="Oracle Sans Tab" panose="020B0503020204020204" pitchFamily="34" charset="0"/>
              </a:rPr>
              <a:t>Success Support </a:t>
            </a:r>
          </a:p>
        </p:txBody>
      </p:sp>
      <p:sp>
        <p:nvSpPr>
          <p:cNvPr id="13" name="White Training" hidden="1">
            <a:extLst>
              <a:ext uri="{FF2B5EF4-FFF2-40B4-BE49-F238E27FC236}">
                <a16:creationId xmlns:a16="http://schemas.microsoft.com/office/drawing/2014/main" id="{4A03F540-0E0C-95D6-3ACA-D80AEAE9D738}"/>
              </a:ext>
            </a:extLst>
          </p:cNvPr>
          <p:cNvSpPr txBox="1">
            <a:spLocks/>
          </p:cNvSpPr>
          <p:nvPr/>
        </p:nvSpPr>
        <p:spPr>
          <a:xfrm>
            <a:off x="489020" y="1277982"/>
            <a:ext cx="4744996" cy="461665"/>
          </a:xfrm>
          <a:prstGeom prst="rect">
            <a:avLst/>
          </a:prstGeom>
          <a:noFill/>
        </p:spPr>
        <p:txBody>
          <a:bodyPr wrap="square" rtlCol="0">
            <a:spAutoFit/>
          </a:bodyPr>
          <a:lstStyle/>
          <a:p>
            <a:r>
              <a:rPr lang="en-US" sz="2400" dirty="0">
                <a:latin typeface="Oracle Sans" panose="020B0503020204020204" pitchFamily="34" charset="0"/>
              </a:rPr>
              <a:t>Training</a:t>
            </a:r>
          </a:p>
        </p:txBody>
      </p:sp>
      <p:sp>
        <p:nvSpPr>
          <p:cNvPr id="3" name="Yellow Training">
            <a:extLst>
              <a:ext uri="{FF2B5EF4-FFF2-40B4-BE49-F238E27FC236}">
                <a16:creationId xmlns:a16="http://schemas.microsoft.com/office/drawing/2014/main" id="{55188A00-CC63-257F-6944-71E3FA5258FC}"/>
              </a:ext>
            </a:extLst>
          </p:cNvPr>
          <p:cNvSpPr txBox="1">
            <a:spLocks/>
          </p:cNvSpPr>
          <p:nvPr/>
        </p:nvSpPr>
        <p:spPr>
          <a:xfrm>
            <a:off x="486032" y="1278237"/>
            <a:ext cx="4744996" cy="461665"/>
          </a:xfrm>
          <a:prstGeom prst="rect">
            <a:avLst/>
          </a:prstGeom>
          <a:noFill/>
        </p:spPr>
        <p:txBody>
          <a:bodyPr wrap="square" rtlCol="0">
            <a:spAutoFit/>
          </a:bodyPr>
          <a:lstStyle/>
          <a:p>
            <a:r>
              <a:rPr lang="en-US" sz="2400" b="1" dirty="0">
                <a:latin typeface="Oracle Sans Tab" panose="020B0503020204020204" pitchFamily="34" charset="0"/>
                <a:cs typeface="Oracle Sans Tab" panose="020B0503020204020204" pitchFamily="34" charset="0"/>
              </a:rPr>
              <a:t>Training &amp; Enablement</a:t>
            </a:r>
          </a:p>
        </p:txBody>
      </p:sp>
      <p:sp>
        <p:nvSpPr>
          <p:cNvPr id="4" name="Footer Placeholder 2">
            <a:extLst>
              <a:ext uri="{FF2B5EF4-FFF2-40B4-BE49-F238E27FC236}">
                <a16:creationId xmlns:a16="http://schemas.microsoft.com/office/drawing/2014/main" id="{37B2553F-080A-CAF2-F321-49AF944E03AB}"/>
              </a:ext>
            </a:extLst>
          </p:cNvPr>
          <p:cNvSpPr txBox="1">
            <a:spLocks/>
          </p:cNvSpPr>
          <p:nvPr/>
        </p:nvSpPr>
        <p:spPr>
          <a:xfrm>
            <a:off x="529290" y="4869657"/>
            <a:ext cx="3769900" cy="273844"/>
          </a:xfrm>
          <a:prstGeom prst="rect">
            <a:avLst/>
          </a:prstGeom>
        </p:spPr>
        <p:txBody>
          <a:bodyPr/>
          <a:lstStyle>
            <a:defPPr>
              <a:defRPr lang="en-US"/>
            </a:defPPr>
            <a:lvl1pPr marL="0" algn="l" defTabSz="674692" rtl="0" eaLnBrk="1" latinLnBrk="0" hangingPunct="1">
              <a:defRPr sz="1328" kern="1200">
                <a:solidFill>
                  <a:schemeClr val="tx1"/>
                </a:solidFill>
                <a:latin typeface="+mn-lt"/>
                <a:ea typeface="+mn-ea"/>
                <a:cs typeface="+mn-cs"/>
              </a:defRPr>
            </a:lvl1pPr>
            <a:lvl2pPr marL="337347" algn="l" defTabSz="674692" rtl="0" eaLnBrk="1" latinLnBrk="0" hangingPunct="1">
              <a:defRPr sz="1328" kern="1200">
                <a:solidFill>
                  <a:schemeClr val="tx1"/>
                </a:solidFill>
                <a:latin typeface="+mn-lt"/>
                <a:ea typeface="+mn-ea"/>
                <a:cs typeface="+mn-cs"/>
              </a:defRPr>
            </a:lvl2pPr>
            <a:lvl3pPr marL="674692" algn="l" defTabSz="674692" rtl="0" eaLnBrk="1" latinLnBrk="0" hangingPunct="1">
              <a:defRPr sz="1328" kern="1200">
                <a:solidFill>
                  <a:schemeClr val="tx1"/>
                </a:solidFill>
                <a:latin typeface="+mn-lt"/>
                <a:ea typeface="+mn-ea"/>
                <a:cs typeface="+mn-cs"/>
              </a:defRPr>
            </a:lvl3pPr>
            <a:lvl4pPr marL="1012039" algn="l" defTabSz="674692" rtl="0" eaLnBrk="1" latinLnBrk="0" hangingPunct="1">
              <a:defRPr sz="1328" kern="1200">
                <a:solidFill>
                  <a:schemeClr val="tx1"/>
                </a:solidFill>
                <a:latin typeface="+mn-lt"/>
                <a:ea typeface="+mn-ea"/>
                <a:cs typeface="+mn-cs"/>
              </a:defRPr>
            </a:lvl4pPr>
            <a:lvl5pPr marL="1349384" algn="l" defTabSz="674692" rtl="0" eaLnBrk="1" latinLnBrk="0" hangingPunct="1">
              <a:defRPr sz="1328" kern="1200">
                <a:solidFill>
                  <a:schemeClr val="tx1"/>
                </a:solidFill>
                <a:latin typeface="+mn-lt"/>
                <a:ea typeface="+mn-ea"/>
                <a:cs typeface="+mn-cs"/>
              </a:defRPr>
            </a:lvl5pPr>
            <a:lvl6pPr marL="1686731" algn="l" defTabSz="674692" rtl="0" eaLnBrk="1" latinLnBrk="0" hangingPunct="1">
              <a:defRPr sz="1328" kern="1200">
                <a:solidFill>
                  <a:schemeClr val="tx1"/>
                </a:solidFill>
                <a:latin typeface="+mn-lt"/>
                <a:ea typeface="+mn-ea"/>
                <a:cs typeface="+mn-cs"/>
              </a:defRPr>
            </a:lvl6pPr>
            <a:lvl7pPr marL="2024077" algn="l" defTabSz="674692" rtl="0" eaLnBrk="1" latinLnBrk="0" hangingPunct="1">
              <a:defRPr sz="1328" kern="1200">
                <a:solidFill>
                  <a:schemeClr val="tx1"/>
                </a:solidFill>
                <a:latin typeface="+mn-lt"/>
                <a:ea typeface="+mn-ea"/>
                <a:cs typeface="+mn-cs"/>
              </a:defRPr>
            </a:lvl7pPr>
            <a:lvl8pPr marL="2361423" algn="l" defTabSz="674692" rtl="0" eaLnBrk="1" latinLnBrk="0" hangingPunct="1">
              <a:defRPr sz="1328" kern="1200">
                <a:solidFill>
                  <a:schemeClr val="tx1"/>
                </a:solidFill>
                <a:latin typeface="+mn-lt"/>
                <a:ea typeface="+mn-ea"/>
                <a:cs typeface="+mn-cs"/>
              </a:defRPr>
            </a:lvl8pPr>
            <a:lvl9pPr marL="2698769" algn="l" defTabSz="674692" rtl="0" eaLnBrk="1" latinLnBrk="0" hangingPunct="1">
              <a:defRPr sz="1328" kern="1200">
                <a:solidFill>
                  <a:schemeClr val="tx1"/>
                </a:solidFill>
                <a:latin typeface="+mn-lt"/>
                <a:ea typeface="+mn-ea"/>
                <a:cs typeface="+mn-cs"/>
              </a:defRPr>
            </a:lvl9pPr>
          </a:lstStyle>
          <a:p>
            <a:r>
              <a:rPr lang="en-US" sz="530" dirty="0">
                <a:latin typeface="Oracle Sans" panose="020B0503020204020204" pitchFamily="34" charset="0"/>
                <a:cs typeface="Oracle Sans" panose="020B0503020204020204" pitchFamily="34" charset="0"/>
                <a:sym typeface="Symbol" pitchFamily="2" charset="2"/>
              </a:rPr>
              <a:t>Copyright © 2025, Oracle and/or its affiliates. All rights reserved.</a:t>
            </a:r>
            <a:endParaRPr lang="en-CA" sz="530" dirty="0">
              <a:latin typeface="Oracle Sans" panose="020B0503020204020204" pitchFamily="34" charset="0"/>
              <a:cs typeface="Oracle Sans" panose="020B0503020204020204" pitchFamily="34" charset="0"/>
            </a:endParaRPr>
          </a:p>
        </p:txBody>
      </p:sp>
      <p:sp>
        <p:nvSpPr>
          <p:cNvPr id="5" name="Slide Number Placeholder 3">
            <a:extLst>
              <a:ext uri="{FF2B5EF4-FFF2-40B4-BE49-F238E27FC236}">
                <a16:creationId xmlns:a16="http://schemas.microsoft.com/office/drawing/2014/main" id="{CB9ED03A-EAE0-26EC-F034-B137AC5D76FB}"/>
              </a:ext>
            </a:extLst>
          </p:cNvPr>
          <p:cNvSpPr txBox="1">
            <a:spLocks/>
          </p:cNvSpPr>
          <p:nvPr/>
        </p:nvSpPr>
        <p:spPr>
          <a:xfrm>
            <a:off x="195597" y="4869657"/>
            <a:ext cx="326888" cy="273844"/>
          </a:xfrm>
          <a:prstGeom prst="rect">
            <a:avLst/>
          </a:prstGeom>
        </p:spPr>
        <p:txBody>
          <a:bodyPr/>
          <a:lstStyle>
            <a:defPPr>
              <a:defRPr lang="en-US"/>
            </a:defPPr>
            <a:lvl1pPr marL="0" algn="l" defTabSz="674692" rtl="0" eaLnBrk="1" latinLnBrk="0" hangingPunct="1">
              <a:defRPr sz="1328" kern="1200">
                <a:solidFill>
                  <a:schemeClr val="tx1"/>
                </a:solidFill>
                <a:latin typeface="+mn-lt"/>
                <a:ea typeface="+mn-ea"/>
                <a:cs typeface="+mn-cs"/>
              </a:defRPr>
            </a:lvl1pPr>
            <a:lvl2pPr marL="337347" algn="l" defTabSz="674692" rtl="0" eaLnBrk="1" latinLnBrk="0" hangingPunct="1">
              <a:defRPr sz="1328" kern="1200">
                <a:solidFill>
                  <a:schemeClr val="tx1"/>
                </a:solidFill>
                <a:latin typeface="+mn-lt"/>
                <a:ea typeface="+mn-ea"/>
                <a:cs typeface="+mn-cs"/>
              </a:defRPr>
            </a:lvl2pPr>
            <a:lvl3pPr marL="674692" algn="l" defTabSz="674692" rtl="0" eaLnBrk="1" latinLnBrk="0" hangingPunct="1">
              <a:defRPr sz="1328" kern="1200">
                <a:solidFill>
                  <a:schemeClr val="tx1"/>
                </a:solidFill>
                <a:latin typeface="+mn-lt"/>
                <a:ea typeface="+mn-ea"/>
                <a:cs typeface="+mn-cs"/>
              </a:defRPr>
            </a:lvl3pPr>
            <a:lvl4pPr marL="1012039" algn="l" defTabSz="674692" rtl="0" eaLnBrk="1" latinLnBrk="0" hangingPunct="1">
              <a:defRPr sz="1328" kern="1200">
                <a:solidFill>
                  <a:schemeClr val="tx1"/>
                </a:solidFill>
                <a:latin typeface="+mn-lt"/>
                <a:ea typeface="+mn-ea"/>
                <a:cs typeface="+mn-cs"/>
              </a:defRPr>
            </a:lvl4pPr>
            <a:lvl5pPr marL="1349384" algn="l" defTabSz="674692" rtl="0" eaLnBrk="1" latinLnBrk="0" hangingPunct="1">
              <a:defRPr sz="1328" kern="1200">
                <a:solidFill>
                  <a:schemeClr val="tx1"/>
                </a:solidFill>
                <a:latin typeface="+mn-lt"/>
                <a:ea typeface="+mn-ea"/>
                <a:cs typeface="+mn-cs"/>
              </a:defRPr>
            </a:lvl5pPr>
            <a:lvl6pPr marL="1686731" algn="l" defTabSz="674692" rtl="0" eaLnBrk="1" latinLnBrk="0" hangingPunct="1">
              <a:defRPr sz="1328" kern="1200">
                <a:solidFill>
                  <a:schemeClr val="tx1"/>
                </a:solidFill>
                <a:latin typeface="+mn-lt"/>
                <a:ea typeface="+mn-ea"/>
                <a:cs typeface="+mn-cs"/>
              </a:defRPr>
            </a:lvl6pPr>
            <a:lvl7pPr marL="2024077" algn="l" defTabSz="674692" rtl="0" eaLnBrk="1" latinLnBrk="0" hangingPunct="1">
              <a:defRPr sz="1328" kern="1200">
                <a:solidFill>
                  <a:schemeClr val="tx1"/>
                </a:solidFill>
                <a:latin typeface="+mn-lt"/>
                <a:ea typeface="+mn-ea"/>
                <a:cs typeface="+mn-cs"/>
              </a:defRPr>
            </a:lvl7pPr>
            <a:lvl8pPr marL="2361423" algn="l" defTabSz="674692" rtl="0" eaLnBrk="1" latinLnBrk="0" hangingPunct="1">
              <a:defRPr sz="1328" kern="1200">
                <a:solidFill>
                  <a:schemeClr val="tx1"/>
                </a:solidFill>
                <a:latin typeface="+mn-lt"/>
                <a:ea typeface="+mn-ea"/>
                <a:cs typeface="+mn-cs"/>
              </a:defRPr>
            </a:lvl8pPr>
            <a:lvl9pPr marL="2698769" algn="l" defTabSz="674692" rtl="0" eaLnBrk="1" latinLnBrk="0" hangingPunct="1">
              <a:defRPr sz="1328" kern="1200">
                <a:solidFill>
                  <a:schemeClr val="tx1"/>
                </a:solidFill>
                <a:latin typeface="+mn-lt"/>
                <a:ea typeface="+mn-ea"/>
                <a:cs typeface="+mn-cs"/>
              </a:defRPr>
            </a:lvl9pPr>
          </a:lstStyle>
          <a:p>
            <a:fld id="{CFF4B978-1D82-7745-80C5-DBABA6B131D3}" type="slidenum">
              <a:rPr lang="en-US" sz="530" smtClean="0">
                <a:latin typeface="Oracle Sans" panose="020B0503020204020204" pitchFamily="34" charset="0"/>
                <a:cs typeface="Oracle Sans" panose="020B0503020204020204" pitchFamily="34" charset="0"/>
              </a:rPr>
              <a:pPr/>
              <a:t>7</a:t>
            </a:fld>
            <a:endParaRPr lang="en-US" sz="530" dirty="0">
              <a:latin typeface="Oracle Sans" panose="020B0503020204020204" pitchFamily="34" charset="0"/>
              <a:cs typeface="Oracle Sans" panose="020B0503020204020204" pitchFamily="34" charset="0"/>
            </a:endParaRPr>
          </a:p>
        </p:txBody>
      </p:sp>
    </p:spTree>
    <p:extLst>
      <p:ext uri="{BB962C8B-B14F-4D97-AF65-F5344CB8AC3E}">
        <p14:creationId xmlns:p14="http://schemas.microsoft.com/office/powerpoint/2010/main" val="203122142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50"/>
                                        <p:tgtEl>
                                          <p:spTgt spid="2"/>
                                        </p:tgtEl>
                                      </p:cBhvr>
                                    </p:animEffect>
                                  </p:childTnLst>
                                </p:cTn>
                              </p:par>
                              <p:par>
                                <p:cTn id="8" presetID="42" presetClass="path" presetSubtype="0" decel="100000" fill="hold" grpId="1" nodeType="withEffect">
                                  <p:stCondLst>
                                    <p:cond delay="0"/>
                                  </p:stCondLst>
                                  <p:childTnLst>
                                    <p:animMotion origin="layout" path="M -1.66667E-6 -0.03457 L -1.66667E-6 3.82716E-6 " pathEditMode="relative" rAng="0" ptsTypes="AA">
                                      <p:cBhvr>
                                        <p:cTn id="9" dur="500" fill="hold"/>
                                        <p:tgtEl>
                                          <p:spTgt spid="2"/>
                                        </p:tgtEl>
                                        <p:attrNameLst>
                                          <p:attrName>ppt_x</p:attrName>
                                          <p:attrName>ppt_y</p:attrName>
                                        </p:attrNameLst>
                                      </p:cBhvr>
                                      <p:rCtr x="0" y="1728"/>
                                    </p:animMotion>
                                  </p:childTnLst>
                                </p:cTn>
                              </p:par>
                              <p:par>
                                <p:cTn id="10" presetID="3" presetClass="emph" presetSubtype="2" fill="hold" nodeType="withEffect">
                                  <p:stCondLst>
                                    <p:cond delay="0"/>
                                  </p:stCondLst>
                                  <p:childTnLst>
                                    <p:animClr clrSpc="rgb" dir="cw">
                                      <p:cBhvr override="childStyle">
                                        <p:cTn id="11" dur="1000" fill="hold"/>
                                        <p:tgtEl>
                                          <p:spTgt spid="3"/>
                                        </p:tgtEl>
                                        <p:attrNameLst>
                                          <p:attrName>style.color</p:attrName>
                                        </p:attrNameLst>
                                      </p:cBhvr>
                                      <p:to>
                                        <a:srgbClr val="FFE864"/>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a:extLst>
              <a:ext uri="{FF2B5EF4-FFF2-40B4-BE49-F238E27FC236}">
                <a16:creationId xmlns:a16="http://schemas.microsoft.com/office/drawing/2014/main" id="{1546A400-0018-D61B-510E-6BBC117953DF}"/>
              </a:ext>
            </a:extLst>
          </p:cNvPr>
          <p:cNvSpPr>
            <a:spLocks noGrp="1"/>
          </p:cNvSpPr>
          <p:nvPr>
            <p:ph type="title"/>
          </p:nvPr>
        </p:nvSpPr>
        <p:spPr/>
        <p:txBody>
          <a:bodyPr anchor="ctr"/>
          <a:lstStyle/>
          <a:p>
            <a:r>
              <a:rPr lang="en-US" sz="1400" dirty="0"/>
              <a:t>SALES READY</a:t>
            </a:r>
            <a:br>
              <a:rPr lang="en-US" dirty="0"/>
            </a:br>
            <a:r>
              <a:rPr lang="en-US" dirty="0"/>
              <a:t>Learn to sell Oracle solutions</a:t>
            </a:r>
          </a:p>
        </p:txBody>
      </p:sp>
      <p:sp>
        <p:nvSpPr>
          <p:cNvPr id="12" name="TextBox 11">
            <a:extLst>
              <a:ext uri="{FF2B5EF4-FFF2-40B4-BE49-F238E27FC236}">
                <a16:creationId xmlns:a16="http://schemas.microsoft.com/office/drawing/2014/main" id="{DDC14214-0E1B-FEA0-8435-56746120535B}"/>
              </a:ext>
            </a:extLst>
          </p:cNvPr>
          <p:cNvSpPr txBox="1"/>
          <p:nvPr/>
        </p:nvSpPr>
        <p:spPr>
          <a:xfrm>
            <a:off x="4140700" y="1371421"/>
            <a:ext cx="4360126" cy="2308324"/>
          </a:xfrm>
          <a:prstGeom prst="rect">
            <a:avLst/>
          </a:prstGeom>
          <a:noFill/>
        </p:spPr>
        <p:txBody>
          <a:bodyPr wrap="square">
            <a:spAutoFit/>
          </a:bodyPr>
          <a:lstStyle/>
          <a:p>
            <a:pPr defTabSz="685800">
              <a:spcAft>
                <a:spcPts val="1200"/>
              </a:spcAft>
              <a:defRPr/>
            </a:pPr>
            <a:r>
              <a:rPr lang="en-US" sz="1400" b="1" dirty="0">
                <a:solidFill>
                  <a:srgbClr val="F0CC71"/>
                </a:solidFill>
                <a:latin typeface="Oracle Sans" panose="020B0503020204020204" pitchFamily="34" charset="0"/>
                <a:cs typeface="Oracle Sans" panose="020B0503020204020204" pitchFamily="34" charset="0"/>
              </a:rPr>
              <a:t>Industry, product, and persona messaging</a:t>
            </a:r>
            <a:br>
              <a:rPr lang="en-US" sz="1600" dirty="0">
                <a:latin typeface="Oracle Sans Light" panose="020B0403020204020204" pitchFamily="34" charset="0"/>
                <a:ea typeface="League Spartan" charset="0"/>
                <a:cs typeface="Oracle Sans Light" panose="020B0403020204020204" pitchFamily="34" charset="0"/>
              </a:rPr>
            </a:br>
            <a:r>
              <a:rPr lang="en-US" sz="1400" dirty="0">
                <a:solidFill>
                  <a:srgbClr val="FFFFFF"/>
                </a:solidFill>
                <a:latin typeface="Oracle Sans" panose="020B0503020204020204" pitchFamily="34" charset="0"/>
                <a:cs typeface="Oracle Sans" panose="020B0503020204020204" pitchFamily="34" charset="0"/>
              </a:rPr>
              <a:t>to support customer outreach</a:t>
            </a:r>
          </a:p>
          <a:p>
            <a:pPr defTabSz="685800">
              <a:spcAft>
                <a:spcPts val="1200"/>
              </a:spcAft>
              <a:defRPr/>
            </a:pPr>
            <a:r>
              <a:rPr lang="en-US" sz="1400" b="1" dirty="0">
                <a:solidFill>
                  <a:srgbClr val="F0CC71"/>
                </a:solidFill>
                <a:latin typeface="Oracle Sans" panose="020B0503020204020204" pitchFamily="34" charset="0"/>
                <a:cs typeface="Oracle Sans" panose="020B0503020204020204" pitchFamily="34" charset="0"/>
              </a:rPr>
              <a:t>Portfolio and value positioning</a:t>
            </a:r>
            <a:br>
              <a:rPr lang="en-US" sz="1600" dirty="0">
                <a:latin typeface="Oracle Sans Light" panose="020B0403020204020204" pitchFamily="34" charset="0"/>
                <a:cs typeface="Oracle Sans Light" panose="020B0403020204020204" pitchFamily="34" charset="0"/>
              </a:rPr>
            </a:br>
            <a:r>
              <a:rPr lang="en-US" sz="1400" dirty="0">
                <a:solidFill>
                  <a:srgbClr val="FFFFFF"/>
                </a:solidFill>
                <a:latin typeface="Oracle Sans" panose="020B0503020204020204" pitchFamily="34" charset="0"/>
                <a:cs typeface="Oracle Sans" panose="020B0503020204020204" pitchFamily="34" charset="0"/>
              </a:rPr>
              <a:t>including unique benefits and features</a:t>
            </a:r>
          </a:p>
          <a:p>
            <a:pPr defTabSz="685800">
              <a:spcAft>
                <a:spcPts val="1200"/>
              </a:spcAft>
              <a:defRPr/>
            </a:pPr>
            <a:r>
              <a:rPr lang="en-US" sz="1400" b="1" dirty="0">
                <a:solidFill>
                  <a:srgbClr val="F0CC71"/>
                </a:solidFill>
                <a:latin typeface="Oracle Sans" panose="020B0503020204020204" pitchFamily="34" charset="0"/>
                <a:cs typeface="Oracle Sans" panose="020B0503020204020204" pitchFamily="34" charset="0"/>
              </a:rPr>
              <a:t>Account planning methodology</a:t>
            </a:r>
            <a:br>
              <a:rPr lang="en-US" sz="1600" dirty="0">
                <a:latin typeface="Oracle Sans Light" panose="020B0403020204020204" pitchFamily="34" charset="0"/>
                <a:ea typeface="League Spartan" charset="0"/>
                <a:cs typeface="Oracle Sans Light" panose="020B0403020204020204" pitchFamily="34" charset="0"/>
              </a:rPr>
            </a:br>
            <a:r>
              <a:rPr lang="en-US" sz="1400" dirty="0">
                <a:solidFill>
                  <a:srgbClr val="FFFFFF"/>
                </a:solidFill>
                <a:latin typeface="Oracle Sans" panose="020B0503020204020204" pitchFamily="34" charset="0"/>
                <a:cs typeface="Oracle Sans" panose="020B0503020204020204" pitchFamily="34" charset="0"/>
              </a:rPr>
              <a:t>to drive sales productivity and performance</a:t>
            </a:r>
          </a:p>
          <a:p>
            <a:pPr defTabSz="685800">
              <a:spcAft>
                <a:spcPts val="1200"/>
              </a:spcAft>
              <a:defRPr/>
            </a:pPr>
            <a:r>
              <a:rPr lang="en-US" sz="1400" b="1" dirty="0">
                <a:solidFill>
                  <a:srgbClr val="F0CC71"/>
                </a:solidFill>
                <a:latin typeface="Oracle Sans" panose="020B0503020204020204" pitchFamily="34" charset="0"/>
                <a:cs typeface="Oracle Sans" panose="020B0503020204020204" pitchFamily="34" charset="0"/>
              </a:rPr>
              <a:t>Sales and demo methodology</a:t>
            </a:r>
            <a:br>
              <a:rPr lang="en-US" sz="1600" dirty="0">
                <a:latin typeface="Oracle Sans Light" panose="020B0403020204020204" pitchFamily="34" charset="0"/>
                <a:cs typeface="Oracle Sans Light" panose="020B0403020204020204" pitchFamily="34" charset="0"/>
              </a:rPr>
            </a:br>
            <a:r>
              <a:rPr lang="en-US" sz="1400" dirty="0">
                <a:solidFill>
                  <a:srgbClr val="FFFFFF"/>
                </a:solidFill>
                <a:latin typeface="Oracle Sans" panose="020B0503020204020204" pitchFamily="34" charset="0"/>
                <a:cs typeface="Oracle Sans" panose="020B0503020204020204" pitchFamily="34" charset="0"/>
              </a:rPr>
              <a:t>to showcase the value of Oracle solutions</a:t>
            </a:r>
          </a:p>
        </p:txBody>
      </p:sp>
      <p:sp>
        <p:nvSpPr>
          <p:cNvPr id="7" name="Oval 6">
            <a:extLst>
              <a:ext uri="{FF2B5EF4-FFF2-40B4-BE49-F238E27FC236}">
                <a16:creationId xmlns:a16="http://schemas.microsoft.com/office/drawing/2014/main" id="{DBA8117B-C45D-E8F1-0C30-F7F3F79221DE}"/>
              </a:ext>
            </a:extLst>
          </p:cNvPr>
          <p:cNvSpPr/>
          <p:nvPr/>
        </p:nvSpPr>
        <p:spPr>
          <a:xfrm>
            <a:off x="574609" y="1616736"/>
            <a:ext cx="345688" cy="345688"/>
          </a:xfrm>
          <a:prstGeom prst="ellipse">
            <a:avLst/>
          </a:prstGeom>
          <a:solidFill>
            <a:srgbClr val="F0CC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2"/>
                </a:solidFill>
                <a:latin typeface="Oracle Sans" panose="020B0503020204020204" pitchFamily="34" charset="0"/>
                <a:cs typeface="Oracle Sans" panose="020B0503020204020204" pitchFamily="34" charset="0"/>
              </a:rPr>
              <a:t>1</a:t>
            </a:r>
          </a:p>
        </p:txBody>
      </p:sp>
      <p:sp>
        <p:nvSpPr>
          <p:cNvPr id="6" name="TextBox 5">
            <a:extLst>
              <a:ext uri="{FF2B5EF4-FFF2-40B4-BE49-F238E27FC236}">
                <a16:creationId xmlns:a16="http://schemas.microsoft.com/office/drawing/2014/main" id="{59F4ACF8-B34A-30DA-1717-927DC695740B}"/>
              </a:ext>
            </a:extLst>
          </p:cNvPr>
          <p:cNvSpPr txBox="1"/>
          <p:nvPr/>
        </p:nvSpPr>
        <p:spPr>
          <a:xfrm>
            <a:off x="1150471" y="3059861"/>
            <a:ext cx="1234141" cy="461665"/>
          </a:xfrm>
          <a:prstGeom prst="rect">
            <a:avLst/>
          </a:prstGeom>
          <a:noFill/>
        </p:spPr>
        <p:txBody>
          <a:bodyPr wrap="square">
            <a:spAutoFit/>
          </a:bodyPr>
          <a:lstStyle/>
          <a:p>
            <a:r>
              <a:rPr lang="en-US" sz="800" dirty="0">
                <a:latin typeface="Oracle Sans" panose="020B0503020204020204" pitchFamily="34" charset="0"/>
                <a:cs typeface="Oracle Sans" panose="020B0503020204020204" pitchFamily="34" charset="0"/>
              </a:rPr>
              <a:t>Digital learning paths</a:t>
            </a:r>
            <a:br>
              <a:rPr lang="en-US" sz="800" dirty="0">
                <a:latin typeface="Oracle Sans" panose="020B0503020204020204" pitchFamily="34" charset="0"/>
                <a:cs typeface="Oracle Sans" panose="020B0503020204020204" pitchFamily="34" charset="0"/>
              </a:rPr>
            </a:br>
            <a:r>
              <a:rPr lang="en-US" sz="800" dirty="0">
                <a:latin typeface="Oracle Sans" panose="020B0503020204020204" pitchFamily="34" charset="0"/>
                <a:cs typeface="Oracle Sans" panose="020B0503020204020204" pitchFamily="34" charset="0"/>
              </a:rPr>
              <a:t>Online labs</a:t>
            </a:r>
          </a:p>
          <a:p>
            <a:r>
              <a:rPr lang="en-US" sz="800" dirty="0">
                <a:latin typeface="Oracle Sans" panose="020B0503020204020204" pitchFamily="34" charset="0"/>
                <a:cs typeface="Oracle Sans" panose="020B0503020204020204" pitchFamily="34" charset="0"/>
              </a:rPr>
              <a:t>Live workshops</a:t>
            </a:r>
          </a:p>
        </p:txBody>
      </p:sp>
      <p:sp>
        <p:nvSpPr>
          <p:cNvPr id="10" name="TextBox 9">
            <a:extLst>
              <a:ext uri="{FF2B5EF4-FFF2-40B4-BE49-F238E27FC236}">
                <a16:creationId xmlns:a16="http://schemas.microsoft.com/office/drawing/2014/main" id="{180722AA-FD8D-CC68-A75F-CED6AC67D594}"/>
              </a:ext>
            </a:extLst>
          </p:cNvPr>
          <p:cNvSpPr txBox="1"/>
          <p:nvPr/>
        </p:nvSpPr>
        <p:spPr>
          <a:xfrm>
            <a:off x="505014" y="3136805"/>
            <a:ext cx="672352" cy="307777"/>
          </a:xfrm>
          <a:prstGeom prst="rect">
            <a:avLst/>
          </a:prstGeom>
          <a:noFill/>
        </p:spPr>
        <p:txBody>
          <a:bodyPr wrap="square">
            <a:spAutoFit/>
          </a:bodyPr>
          <a:lstStyle/>
          <a:p>
            <a:r>
              <a:rPr lang="en-US" sz="700" dirty="0">
                <a:latin typeface="Oracle Sans" panose="020B0503020204020204" pitchFamily="34" charset="0"/>
                <a:cs typeface="Oracle Sans" panose="020B0503020204020204" pitchFamily="34" charset="0"/>
              </a:rPr>
              <a:t>DELIVERED</a:t>
            </a:r>
          </a:p>
          <a:p>
            <a:r>
              <a:rPr lang="en-US" sz="700" dirty="0">
                <a:latin typeface="Oracle Sans" panose="020B0503020204020204" pitchFamily="34" charset="0"/>
                <a:cs typeface="Oracle Sans" panose="020B0503020204020204" pitchFamily="34" charset="0"/>
              </a:rPr>
              <a:t>VIA </a:t>
            </a:r>
            <a:endParaRPr lang="en-US" sz="700" dirty="0">
              <a:latin typeface="Oracle Sans" panose="020B0503020204020204" pitchFamily="34" charset="0"/>
            </a:endParaRPr>
          </a:p>
        </p:txBody>
      </p:sp>
      <p:cxnSp>
        <p:nvCxnSpPr>
          <p:cNvPr id="13" name="Straight Connector 12">
            <a:extLst>
              <a:ext uri="{FF2B5EF4-FFF2-40B4-BE49-F238E27FC236}">
                <a16:creationId xmlns:a16="http://schemas.microsoft.com/office/drawing/2014/main" id="{F3F1D28E-6D35-1A96-5154-EF8A983A4C75}"/>
              </a:ext>
            </a:extLst>
          </p:cNvPr>
          <p:cNvCxnSpPr>
            <a:cxnSpLocks/>
          </p:cNvCxnSpPr>
          <p:nvPr/>
        </p:nvCxnSpPr>
        <p:spPr>
          <a:xfrm>
            <a:off x="1163919" y="3054623"/>
            <a:ext cx="0" cy="472141"/>
          </a:xfrm>
          <a:prstGeom prst="line">
            <a:avLst/>
          </a:prstGeom>
          <a:ln>
            <a:solidFill>
              <a:srgbClr val="A2AAB6"/>
            </a:solidFill>
          </a:ln>
        </p:spPr>
        <p:style>
          <a:lnRef idx="1">
            <a:schemeClr val="accent1"/>
          </a:lnRef>
          <a:fillRef idx="0">
            <a:schemeClr val="accent1"/>
          </a:fillRef>
          <a:effectRef idx="0">
            <a:schemeClr val="accent1"/>
          </a:effectRef>
          <a:fontRef idx="minor">
            <a:schemeClr val="tx1"/>
          </a:fontRef>
        </p:style>
      </p:cxnSp>
      <p:sp>
        <p:nvSpPr>
          <p:cNvPr id="9" name="Title 1">
            <a:extLst>
              <a:ext uri="{FF2B5EF4-FFF2-40B4-BE49-F238E27FC236}">
                <a16:creationId xmlns:a16="http://schemas.microsoft.com/office/drawing/2014/main" id="{4380A785-4C0F-6A97-3A0A-B7FFFCFADCBE}"/>
              </a:ext>
            </a:extLst>
          </p:cNvPr>
          <p:cNvSpPr txBox="1">
            <a:spLocks/>
          </p:cNvSpPr>
          <p:nvPr/>
        </p:nvSpPr>
        <p:spPr>
          <a:xfrm>
            <a:off x="463358" y="2159211"/>
            <a:ext cx="3663894" cy="696087"/>
          </a:xfrm>
          <a:prstGeom prst="rect">
            <a:avLst/>
          </a:prstGeom>
          <a:ln>
            <a:noFill/>
          </a:ln>
        </p:spPr>
        <p:txBody>
          <a:bodyPr vert="horz" lIns="91440" tIns="45720" rIns="91440" bIns="45720" rtlCol="0" anchor="ctr">
            <a:noAutofit/>
          </a:bodyPr>
          <a:lstStyle>
            <a:lvl1pPr algn="l" defTabSz="685739" rtl="0" eaLnBrk="1" latinLnBrk="0" hangingPunct="1">
              <a:lnSpc>
                <a:spcPct val="100000"/>
              </a:lnSpc>
              <a:spcBef>
                <a:spcPct val="0"/>
              </a:spcBef>
              <a:buNone/>
              <a:defRPr sz="2200" b="0" i="0" kern="1200">
                <a:solidFill>
                  <a:schemeClr val="tx1"/>
                </a:solidFill>
                <a:latin typeface="Oracle Sans" panose="020B0503020204020204" pitchFamily="34" charset="0"/>
                <a:ea typeface="+mj-ea"/>
                <a:cs typeface="+mn-cs"/>
              </a:defRPr>
            </a:lvl1pPr>
          </a:lstStyle>
          <a:p>
            <a:r>
              <a:rPr lang="en-US" sz="1400" dirty="0"/>
              <a:t>SALES READY</a:t>
            </a:r>
            <a:br>
              <a:rPr lang="en-US" dirty="0"/>
            </a:br>
            <a:r>
              <a:rPr lang="en-US" dirty="0"/>
              <a:t>Learn to sell Oracle solutions</a:t>
            </a:r>
          </a:p>
        </p:txBody>
      </p:sp>
      <p:sp>
        <p:nvSpPr>
          <p:cNvPr id="3" name="Footer Placeholder 2">
            <a:extLst>
              <a:ext uri="{FF2B5EF4-FFF2-40B4-BE49-F238E27FC236}">
                <a16:creationId xmlns:a16="http://schemas.microsoft.com/office/drawing/2014/main" id="{C14E90F8-6D81-EDA4-FA43-5C2F0DC83ECD}"/>
              </a:ext>
            </a:extLst>
          </p:cNvPr>
          <p:cNvSpPr txBox="1">
            <a:spLocks/>
          </p:cNvSpPr>
          <p:nvPr/>
        </p:nvSpPr>
        <p:spPr>
          <a:xfrm>
            <a:off x="529290" y="4869657"/>
            <a:ext cx="3769900" cy="273844"/>
          </a:xfrm>
          <a:prstGeom prst="rect">
            <a:avLst/>
          </a:prstGeom>
        </p:spPr>
        <p:txBody>
          <a:bodyPr/>
          <a:lstStyle>
            <a:defPPr>
              <a:defRPr lang="en-US"/>
            </a:defPPr>
            <a:lvl1pPr marL="0" algn="l" defTabSz="674692" rtl="0" eaLnBrk="1" latinLnBrk="0" hangingPunct="1">
              <a:defRPr sz="1328" kern="1200">
                <a:solidFill>
                  <a:schemeClr val="tx1"/>
                </a:solidFill>
                <a:latin typeface="+mn-lt"/>
                <a:ea typeface="+mn-ea"/>
                <a:cs typeface="+mn-cs"/>
              </a:defRPr>
            </a:lvl1pPr>
            <a:lvl2pPr marL="337347" algn="l" defTabSz="674692" rtl="0" eaLnBrk="1" latinLnBrk="0" hangingPunct="1">
              <a:defRPr sz="1328" kern="1200">
                <a:solidFill>
                  <a:schemeClr val="tx1"/>
                </a:solidFill>
                <a:latin typeface="+mn-lt"/>
                <a:ea typeface="+mn-ea"/>
                <a:cs typeface="+mn-cs"/>
              </a:defRPr>
            </a:lvl2pPr>
            <a:lvl3pPr marL="674692" algn="l" defTabSz="674692" rtl="0" eaLnBrk="1" latinLnBrk="0" hangingPunct="1">
              <a:defRPr sz="1328" kern="1200">
                <a:solidFill>
                  <a:schemeClr val="tx1"/>
                </a:solidFill>
                <a:latin typeface="+mn-lt"/>
                <a:ea typeface="+mn-ea"/>
                <a:cs typeface="+mn-cs"/>
              </a:defRPr>
            </a:lvl3pPr>
            <a:lvl4pPr marL="1012039" algn="l" defTabSz="674692" rtl="0" eaLnBrk="1" latinLnBrk="0" hangingPunct="1">
              <a:defRPr sz="1328" kern="1200">
                <a:solidFill>
                  <a:schemeClr val="tx1"/>
                </a:solidFill>
                <a:latin typeface="+mn-lt"/>
                <a:ea typeface="+mn-ea"/>
                <a:cs typeface="+mn-cs"/>
              </a:defRPr>
            </a:lvl4pPr>
            <a:lvl5pPr marL="1349384" algn="l" defTabSz="674692" rtl="0" eaLnBrk="1" latinLnBrk="0" hangingPunct="1">
              <a:defRPr sz="1328" kern="1200">
                <a:solidFill>
                  <a:schemeClr val="tx1"/>
                </a:solidFill>
                <a:latin typeface="+mn-lt"/>
                <a:ea typeface="+mn-ea"/>
                <a:cs typeface="+mn-cs"/>
              </a:defRPr>
            </a:lvl5pPr>
            <a:lvl6pPr marL="1686731" algn="l" defTabSz="674692" rtl="0" eaLnBrk="1" latinLnBrk="0" hangingPunct="1">
              <a:defRPr sz="1328" kern="1200">
                <a:solidFill>
                  <a:schemeClr val="tx1"/>
                </a:solidFill>
                <a:latin typeface="+mn-lt"/>
                <a:ea typeface="+mn-ea"/>
                <a:cs typeface="+mn-cs"/>
              </a:defRPr>
            </a:lvl6pPr>
            <a:lvl7pPr marL="2024077" algn="l" defTabSz="674692" rtl="0" eaLnBrk="1" latinLnBrk="0" hangingPunct="1">
              <a:defRPr sz="1328" kern="1200">
                <a:solidFill>
                  <a:schemeClr val="tx1"/>
                </a:solidFill>
                <a:latin typeface="+mn-lt"/>
                <a:ea typeface="+mn-ea"/>
                <a:cs typeface="+mn-cs"/>
              </a:defRPr>
            </a:lvl7pPr>
            <a:lvl8pPr marL="2361423" algn="l" defTabSz="674692" rtl="0" eaLnBrk="1" latinLnBrk="0" hangingPunct="1">
              <a:defRPr sz="1328" kern="1200">
                <a:solidFill>
                  <a:schemeClr val="tx1"/>
                </a:solidFill>
                <a:latin typeface="+mn-lt"/>
                <a:ea typeface="+mn-ea"/>
                <a:cs typeface="+mn-cs"/>
              </a:defRPr>
            </a:lvl8pPr>
            <a:lvl9pPr marL="2698769" algn="l" defTabSz="674692" rtl="0" eaLnBrk="1" latinLnBrk="0" hangingPunct="1">
              <a:defRPr sz="1328" kern="1200">
                <a:solidFill>
                  <a:schemeClr val="tx1"/>
                </a:solidFill>
                <a:latin typeface="+mn-lt"/>
                <a:ea typeface="+mn-ea"/>
                <a:cs typeface="+mn-cs"/>
              </a:defRPr>
            </a:lvl9pPr>
          </a:lstStyle>
          <a:p>
            <a:r>
              <a:rPr lang="en-US" sz="530" dirty="0">
                <a:latin typeface="Oracle Sans" panose="020B0503020204020204" pitchFamily="34" charset="0"/>
                <a:cs typeface="Oracle Sans" panose="020B0503020204020204" pitchFamily="34" charset="0"/>
                <a:sym typeface="Symbol" pitchFamily="2" charset="2"/>
              </a:rPr>
              <a:t>Copyright © 2025, Oracle and/or its affiliates. All rights reserved.</a:t>
            </a:r>
            <a:endParaRPr lang="en-CA" sz="530" dirty="0">
              <a:latin typeface="Oracle Sans" panose="020B0503020204020204" pitchFamily="34" charset="0"/>
              <a:cs typeface="Oracle Sans" panose="020B0503020204020204" pitchFamily="34" charset="0"/>
            </a:endParaRPr>
          </a:p>
        </p:txBody>
      </p:sp>
      <p:sp>
        <p:nvSpPr>
          <p:cNvPr id="4" name="Slide Number Placeholder 3">
            <a:extLst>
              <a:ext uri="{FF2B5EF4-FFF2-40B4-BE49-F238E27FC236}">
                <a16:creationId xmlns:a16="http://schemas.microsoft.com/office/drawing/2014/main" id="{FE40A0CE-75CB-4B4C-E300-0C1F8626698A}"/>
              </a:ext>
            </a:extLst>
          </p:cNvPr>
          <p:cNvSpPr txBox="1">
            <a:spLocks/>
          </p:cNvSpPr>
          <p:nvPr/>
        </p:nvSpPr>
        <p:spPr>
          <a:xfrm>
            <a:off x="195597" y="4869657"/>
            <a:ext cx="326888" cy="273844"/>
          </a:xfrm>
          <a:prstGeom prst="rect">
            <a:avLst/>
          </a:prstGeom>
        </p:spPr>
        <p:txBody>
          <a:bodyPr/>
          <a:lstStyle>
            <a:defPPr>
              <a:defRPr lang="en-US"/>
            </a:defPPr>
            <a:lvl1pPr marL="0" algn="l" defTabSz="674692" rtl="0" eaLnBrk="1" latinLnBrk="0" hangingPunct="1">
              <a:defRPr sz="1328" kern="1200">
                <a:solidFill>
                  <a:schemeClr val="tx1"/>
                </a:solidFill>
                <a:latin typeface="+mn-lt"/>
                <a:ea typeface="+mn-ea"/>
                <a:cs typeface="+mn-cs"/>
              </a:defRPr>
            </a:lvl1pPr>
            <a:lvl2pPr marL="337347" algn="l" defTabSz="674692" rtl="0" eaLnBrk="1" latinLnBrk="0" hangingPunct="1">
              <a:defRPr sz="1328" kern="1200">
                <a:solidFill>
                  <a:schemeClr val="tx1"/>
                </a:solidFill>
                <a:latin typeface="+mn-lt"/>
                <a:ea typeface="+mn-ea"/>
                <a:cs typeface="+mn-cs"/>
              </a:defRPr>
            </a:lvl2pPr>
            <a:lvl3pPr marL="674692" algn="l" defTabSz="674692" rtl="0" eaLnBrk="1" latinLnBrk="0" hangingPunct="1">
              <a:defRPr sz="1328" kern="1200">
                <a:solidFill>
                  <a:schemeClr val="tx1"/>
                </a:solidFill>
                <a:latin typeface="+mn-lt"/>
                <a:ea typeface="+mn-ea"/>
                <a:cs typeface="+mn-cs"/>
              </a:defRPr>
            </a:lvl3pPr>
            <a:lvl4pPr marL="1012039" algn="l" defTabSz="674692" rtl="0" eaLnBrk="1" latinLnBrk="0" hangingPunct="1">
              <a:defRPr sz="1328" kern="1200">
                <a:solidFill>
                  <a:schemeClr val="tx1"/>
                </a:solidFill>
                <a:latin typeface="+mn-lt"/>
                <a:ea typeface="+mn-ea"/>
                <a:cs typeface="+mn-cs"/>
              </a:defRPr>
            </a:lvl4pPr>
            <a:lvl5pPr marL="1349384" algn="l" defTabSz="674692" rtl="0" eaLnBrk="1" latinLnBrk="0" hangingPunct="1">
              <a:defRPr sz="1328" kern="1200">
                <a:solidFill>
                  <a:schemeClr val="tx1"/>
                </a:solidFill>
                <a:latin typeface="+mn-lt"/>
                <a:ea typeface="+mn-ea"/>
                <a:cs typeface="+mn-cs"/>
              </a:defRPr>
            </a:lvl5pPr>
            <a:lvl6pPr marL="1686731" algn="l" defTabSz="674692" rtl="0" eaLnBrk="1" latinLnBrk="0" hangingPunct="1">
              <a:defRPr sz="1328" kern="1200">
                <a:solidFill>
                  <a:schemeClr val="tx1"/>
                </a:solidFill>
                <a:latin typeface="+mn-lt"/>
                <a:ea typeface="+mn-ea"/>
                <a:cs typeface="+mn-cs"/>
              </a:defRPr>
            </a:lvl6pPr>
            <a:lvl7pPr marL="2024077" algn="l" defTabSz="674692" rtl="0" eaLnBrk="1" latinLnBrk="0" hangingPunct="1">
              <a:defRPr sz="1328" kern="1200">
                <a:solidFill>
                  <a:schemeClr val="tx1"/>
                </a:solidFill>
                <a:latin typeface="+mn-lt"/>
                <a:ea typeface="+mn-ea"/>
                <a:cs typeface="+mn-cs"/>
              </a:defRPr>
            </a:lvl7pPr>
            <a:lvl8pPr marL="2361423" algn="l" defTabSz="674692" rtl="0" eaLnBrk="1" latinLnBrk="0" hangingPunct="1">
              <a:defRPr sz="1328" kern="1200">
                <a:solidFill>
                  <a:schemeClr val="tx1"/>
                </a:solidFill>
                <a:latin typeface="+mn-lt"/>
                <a:ea typeface="+mn-ea"/>
                <a:cs typeface="+mn-cs"/>
              </a:defRPr>
            </a:lvl8pPr>
            <a:lvl9pPr marL="2698769" algn="l" defTabSz="674692" rtl="0" eaLnBrk="1" latinLnBrk="0" hangingPunct="1">
              <a:defRPr sz="1328" kern="1200">
                <a:solidFill>
                  <a:schemeClr val="tx1"/>
                </a:solidFill>
                <a:latin typeface="+mn-lt"/>
                <a:ea typeface="+mn-ea"/>
                <a:cs typeface="+mn-cs"/>
              </a:defRPr>
            </a:lvl9pPr>
          </a:lstStyle>
          <a:p>
            <a:fld id="{CFF4B978-1D82-7745-80C5-DBABA6B131D3}" type="slidenum">
              <a:rPr lang="en-US" sz="530" smtClean="0">
                <a:latin typeface="Oracle Sans" panose="020B0503020204020204" pitchFamily="34" charset="0"/>
                <a:cs typeface="Oracle Sans" panose="020B0503020204020204" pitchFamily="34" charset="0"/>
              </a:rPr>
              <a:pPr/>
              <a:t>8</a:t>
            </a:fld>
            <a:endParaRPr lang="en-US" sz="530" dirty="0">
              <a:latin typeface="Oracle Sans" panose="020B0503020204020204" pitchFamily="34" charset="0"/>
              <a:cs typeface="Oracle Sans" panose="020B0503020204020204" pitchFamily="34" charset="0"/>
            </a:endParaRPr>
          </a:p>
        </p:txBody>
      </p:sp>
    </p:spTree>
    <p:extLst>
      <p:ext uri="{BB962C8B-B14F-4D97-AF65-F5344CB8AC3E}">
        <p14:creationId xmlns:p14="http://schemas.microsoft.com/office/powerpoint/2010/main" val="2814856837"/>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40DFED83-3886-F862-D37C-A3EC5744E8EE}"/>
              </a:ext>
            </a:extLst>
          </p:cNvPr>
          <p:cNvSpPr txBox="1">
            <a:spLocks/>
          </p:cNvSpPr>
          <p:nvPr/>
        </p:nvSpPr>
        <p:spPr>
          <a:xfrm>
            <a:off x="978000" y="167800"/>
            <a:ext cx="5506469" cy="696087"/>
          </a:xfrm>
          <a:prstGeom prst="rect">
            <a:avLst/>
          </a:prstGeom>
          <a:ln>
            <a:noFill/>
          </a:ln>
        </p:spPr>
        <p:txBody>
          <a:bodyPr vert="horz" lIns="91440" tIns="45720" rIns="91440" bIns="45720" rtlCol="0" anchor="ctr">
            <a:noAutofit/>
          </a:bodyPr>
          <a:lstStyle>
            <a:lvl1pPr algn="l" defTabSz="685739" rtl="0" eaLnBrk="1" latinLnBrk="0" hangingPunct="1">
              <a:lnSpc>
                <a:spcPct val="100000"/>
              </a:lnSpc>
              <a:spcBef>
                <a:spcPct val="0"/>
              </a:spcBef>
              <a:buNone/>
              <a:defRPr sz="2200" b="0" i="0" kern="1200">
                <a:solidFill>
                  <a:schemeClr val="tx1"/>
                </a:solidFill>
                <a:latin typeface="Oracle Sans" panose="020B0503020204020204" pitchFamily="34" charset="0"/>
                <a:ea typeface="+mj-ea"/>
                <a:cs typeface="+mn-cs"/>
              </a:defRPr>
            </a:lvl1pPr>
          </a:lstStyle>
          <a:p>
            <a:r>
              <a:rPr lang="en-US" sz="1400" dirty="0"/>
              <a:t>DELIVERY READY</a:t>
            </a:r>
            <a:br>
              <a:rPr lang="en-US" dirty="0"/>
            </a:br>
            <a:r>
              <a:rPr lang="en-US" dirty="0"/>
              <a:t>Learn best practices for implementation</a:t>
            </a:r>
          </a:p>
        </p:txBody>
      </p:sp>
      <p:sp>
        <p:nvSpPr>
          <p:cNvPr id="14" name="Oval 13">
            <a:extLst>
              <a:ext uri="{FF2B5EF4-FFF2-40B4-BE49-F238E27FC236}">
                <a16:creationId xmlns:a16="http://schemas.microsoft.com/office/drawing/2014/main" id="{0BBCEC19-D337-CC89-34F4-75AD316C3705}"/>
              </a:ext>
            </a:extLst>
          </p:cNvPr>
          <p:cNvSpPr/>
          <p:nvPr/>
        </p:nvSpPr>
        <p:spPr>
          <a:xfrm>
            <a:off x="574609" y="342999"/>
            <a:ext cx="345688" cy="345688"/>
          </a:xfrm>
          <a:prstGeom prst="ellipse">
            <a:avLst/>
          </a:prstGeom>
          <a:solidFill>
            <a:srgbClr val="F0CC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2"/>
                </a:solidFill>
                <a:latin typeface="Oracle Sans" panose="020B0503020204020204" pitchFamily="34" charset="0"/>
                <a:cs typeface="Oracle Sans" panose="020B0503020204020204" pitchFamily="34" charset="0"/>
              </a:rPr>
              <a:t>2</a:t>
            </a:r>
          </a:p>
        </p:txBody>
      </p:sp>
      <p:grpSp>
        <p:nvGrpSpPr>
          <p:cNvPr id="47" name="Group 46">
            <a:extLst>
              <a:ext uri="{FF2B5EF4-FFF2-40B4-BE49-F238E27FC236}">
                <a16:creationId xmlns:a16="http://schemas.microsoft.com/office/drawing/2014/main" id="{BB652971-FD92-0D70-1945-FDF6DE22C5E9}"/>
              </a:ext>
            </a:extLst>
          </p:cNvPr>
          <p:cNvGrpSpPr/>
          <p:nvPr/>
        </p:nvGrpSpPr>
        <p:grpSpPr>
          <a:xfrm>
            <a:off x="7168170" y="388572"/>
            <a:ext cx="1879598" cy="472141"/>
            <a:chOff x="6170708" y="890494"/>
            <a:chExt cx="1879598" cy="472141"/>
          </a:xfrm>
        </p:grpSpPr>
        <p:sp>
          <p:nvSpPr>
            <p:cNvPr id="15" name="TextBox 14">
              <a:extLst>
                <a:ext uri="{FF2B5EF4-FFF2-40B4-BE49-F238E27FC236}">
                  <a16:creationId xmlns:a16="http://schemas.microsoft.com/office/drawing/2014/main" id="{068C8F21-9FA7-BF47-36C9-BBD2131CE4E9}"/>
                </a:ext>
              </a:extLst>
            </p:cNvPr>
            <p:cNvSpPr txBox="1"/>
            <p:nvPr/>
          </p:nvSpPr>
          <p:spPr>
            <a:xfrm>
              <a:off x="6816165" y="895732"/>
              <a:ext cx="1234141" cy="461665"/>
            </a:xfrm>
            <a:prstGeom prst="rect">
              <a:avLst/>
            </a:prstGeom>
            <a:noFill/>
          </p:spPr>
          <p:txBody>
            <a:bodyPr wrap="square">
              <a:spAutoFit/>
            </a:bodyPr>
            <a:lstStyle/>
            <a:p>
              <a:r>
                <a:rPr lang="en-US" sz="800" dirty="0">
                  <a:latin typeface="Oracle Sans" panose="020B0503020204020204" pitchFamily="34" charset="0"/>
                  <a:cs typeface="Oracle Sans" panose="020B0503020204020204" pitchFamily="34" charset="0"/>
                </a:rPr>
                <a:t>Digital learning paths</a:t>
              </a:r>
              <a:br>
                <a:rPr lang="en-US" sz="800" dirty="0">
                  <a:latin typeface="Oracle Sans" panose="020B0503020204020204" pitchFamily="34" charset="0"/>
                  <a:cs typeface="Oracle Sans" panose="020B0503020204020204" pitchFamily="34" charset="0"/>
                </a:rPr>
              </a:br>
              <a:r>
                <a:rPr lang="en-US" sz="800" dirty="0">
                  <a:latin typeface="Oracle Sans" panose="020B0503020204020204" pitchFamily="34" charset="0"/>
                  <a:cs typeface="Oracle Sans" panose="020B0503020204020204" pitchFamily="34" charset="0"/>
                </a:rPr>
                <a:t>Online labs</a:t>
              </a:r>
            </a:p>
            <a:p>
              <a:r>
                <a:rPr lang="en-US" sz="800" dirty="0">
                  <a:latin typeface="Oracle Sans" panose="020B0503020204020204" pitchFamily="34" charset="0"/>
                  <a:cs typeface="Oracle Sans" panose="020B0503020204020204" pitchFamily="34" charset="0"/>
                </a:rPr>
                <a:t>Live workshops</a:t>
              </a:r>
            </a:p>
          </p:txBody>
        </p:sp>
        <p:sp>
          <p:nvSpPr>
            <p:cNvPr id="16" name="TextBox 15">
              <a:extLst>
                <a:ext uri="{FF2B5EF4-FFF2-40B4-BE49-F238E27FC236}">
                  <a16:creationId xmlns:a16="http://schemas.microsoft.com/office/drawing/2014/main" id="{9993B1E7-B7EB-CDB1-A509-9D0DA12EABE1}"/>
                </a:ext>
              </a:extLst>
            </p:cNvPr>
            <p:cNvSpPr txBox="1"/>
            <p:nvPr/>
          </p:nvSpPr>
          <p:spPr>
            <a:xfrm>
              <a:off x="6170708" y="972676"/>
              <a:ext cx="672352" cy="307777"/>
            </a:xfrm>
            <a:prstGeom prst="rect">
              <a:avLst/>
            </a:prstGeom>
            <a:noFill/>
          </p:spPr>
          <p:txBody>
            <a:bodyPr wrap="square">
              <a:spAutoFit/>
            </a:bodyPr>
            <a:lstStyle/>
            <a:p>
              <a:r>
                <a:rPr lang="en-US" sz="700" dirty="0">
                  <a:latin typeface="Oracle Sans" panose="020B0503020204020204" pitchFamily="34" charset="0"/>
                  <a:cs typeface="Oracle Sans" panose="020B0503020204020204" pitchFamily="34" charset="0"/>
                </a:rPr>
                <a:t>DELIVERED</a:t>
              </a:r>
            </a:p>
            <a:p>
              <a:r>
                <a:rPr lang="en-US" sz="700" dirty="0">
                  <a:latin typeface="Oracle Sans" panose="020B0503020204020204" pitchFamily="34" charset="0"/>
                  <a:cs typeface="Oracle Sans" panose="020B0503020204020204" pitchFamily="34" charset="0"/>
                </a:rPr>
                <a:t>VIA </a:t>
              </a:r>
              <a:endParaRPr lang="en-US" sz="700" dirty="0">
                <a:latin typeface="Oracle Sans" panose="020B0503020204020204" pitchFamily="34" charset="0"/>
              </a:endParaRPr>
            </a:p>
          </p:txBody>
        </p:sp>
        <p:cxnSp>
          <p:nvCxnSpPr>
            <p:cNvPr id="17" name="Straight Connector 16">
              <a:extLst>
                <a:ext uri="{FF2B5EF4-FFF2-40B4-BE49-F238E27FC236}">
                  <a16:creationId xmlns:a16="http://schemas.microsoft.com/office/drawing/2014/main" id="{C1874594-179F-7EC3-E0B9-2E11DB1DD1D1}"/>
                </a:ext>
              </a:extLst>
            </p:cNvPr>
            <p:cNvCxnSpPr>
              <a:cxnSpLocks/>
            </p:cNvCxnSpPr>
            <p:nvPr/>
          </p:nvCxnSpPr>
          <p:spPr>
            <a:xfrm>
              <a:off x="6829613" y="890494"/>
              <a:ext cx="0" cy="472141"/>
            </a:xfrm>
            <a:prstGeom prst="line">
              <a:avLst/>
            </a:prstGeom>
            <a:ln>
              <a:solidFill>
                <a:srgbClr val="A2AAB6"/>
              </a:solidFill>
            </a:ln>
          </p:spPr>
          <p:style>
            <a:lnRef idx="1">
              <a:schemeClr val="accent1"/>
            </a:lnRef>
            <a:fillRef idx="0">
              <a:schemeClr val="accent1"/>
            </a:fillRef>
            <a:effectRef idx="0">
              <a:schemeClr val="accent1"/>
            </a:effectRef>
            <a:fontRef idx="minor">
              <a:schemeClr val="tx1"/>
            </a:fontRef>
          </p:style>
        </p:cxnSp>
      </p:grpSp>
      <p:grpSp>
        <p:nvGrpSpPr>
          <p:cNvPr id="48" name="Business Plans">
            <a:extLst>
              <a:ext uri="{FF2B5EF4-FFF2-40B4-BE49-F238E27FC236}">
                <a16:creationId xmlns:a16="http://schemas.microsoft.com/office/drawing/2014/main" id="{D68F397B-93FE-CD04-BCE6-6393A4C8AF5B}"/>
              </a:ext>
            </a:extLst>
          </p:cNvPr>
          <p:cNvGrpSpPr/>
          <p:nvPr/>
        </p:nvGrpSpPr>
        <p:grpSpPr>
          <a:xfrm>
            <a:off x="1099673" y="1841525"/>
            <a:ext cx="986121" cy="1150893"/>
            <a:chOff x="1099673" y="1841525"/>
            <a:chExt cx="986121" cy="1150893"/>
          </a:xfrm>
        </p:grpSpPr>
        <p:cxnSp>
          <p:nvCxnSpPr>
            <p:cNvPr id="27" name="Straight Connector 26">
              <a:extLst>
                <a:ext uri="{FF2B5EF4-FFF2-40B4-BE49-F238E27FC236}">
                  <a16:creationId xmlns:a16="http://schemas.microsoft.com/office/drawing/2014/main" id="{8E4500D7-DB55-2C71-F841-CF650421F0A0}"/>
                </a:ext>
              </a:extLst>
            </p:cNvPr>
            <p:cNvCxnSpPr>
              <a:cxnSpLocks/>
            </p:cNvCxnSpPr>
            <p:nvPr/>
          </p:nvCxnSpPr>
          <p:spPr>
            <a:xfrm>
              <a:off x="1099673" y="2169458"/>
              <a:ext cx="0" cy="8229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878671D0-DD47-C04B-ECB0-57BB980F9FC4}"/>
                </a:ext>
              </a:extLst>
            </p:cNvPr>
            <p:cNvSpPr txBox="1"/>
            <p:nvPr/>
          </p:nvSpPr>
          <p:spPr>
            <a:xfrm>
              <a:off x="1119101" y="2157365"/>
              <a:ext cx="966693" cy="461665"/>
            </a:xfrm>
            <a:prstGeom prst="rect">
              <a:avLst/>
            </a:prstGeom>
            <a:noFill/>
          </p:spPr>
          <p:txBody>
            <a:bodyPr wrap="square">
              <a:spAutoFit/>
            </a:bodyPr>
            <a:lstStyle/>
            <a:p>
              <a:pPr marL="0" marR="0" lvl="0" indent="0" algn="l" defTabSz="685739" rtl="0" eaLnBrk="1" fontAlgn="auto" latinLnBrk="0" hangingPunct="1">
                <a:lnSpc>
                  <a:spcPct val="100000"/>
                </a:lnSpc>
                <a:spcBef>
                  <a:spcPts val="0"/>
                </a:spcBef>
                <a:spcAft>
                  <a:spcPts val="0"/>
                </a:spcAft>
                <a:buClrTx/>
                <a:buSzTx/>
                <a:buFontTx/>
                <a:buNone/>
                <a:tabLst/>
                <a:defRPr/>
              </a:pPr>
              <a:r>
                <a:rPr lang="en-US" sz="1200" dirty="0">
                  <a:solidFill>
                    <a:schemeClr val="tx1"/>
                  </a:solidFill>
                  <a:latin typeface="Oracle Sans" panose="020B0503020204020204" pitchFamily="34" charset="0"/>
                  <a:cs typeface="Oracle Sans" panose="020B0503020204020204" pitchFamily="34" charset="0"/>
                </a:rPr>
                <a:t>Business</a:t>
              </a:r>
              <a:br>
                <a:rPr lang="en-US" sz="1200" dirty="0">
                  <a:solidFill>
                    <a:schemeClr val="tx1"/>
                  </a:solidFill>
                  <a:latin typeface="Oracle Sans" panose="020B0503020204020204" pitchFamily="34" charset="0"/>
                  <a:cs typeface="Oracle Sans" panose="020B0503020204020204" pitchFamily="34" charset="0"/>
                </a:rPr>
              </a:br>
              <a:r>
                <a:rPr lang="en-US" sz="1200" dirty="0">
                  <a:solidFill>
                    <a:schemeClr val="tx1"/>
                  </a:solidFill>
                  <a:latin typeface="Oracle Sans" panose="020B0503020204020204" pitchFamily="34" charset="0"/>
                  <a:cs typeface="Oracle Sans" panose="020B0503020204020204" pitchFamily="34" charset="0"/>
                </a:rPr>
                <a:t>Plans</a:t>
              </a:r>
            </a:p>
          </p:txBody>
        </p:sp>
        <p:pic>
          <p:nvPicPr>
            <p:cNvPr id="30" name="Picture Placeholder 119">
              <a:extLst>
                <a:ext uri="{FF2B5EF4-FFF2-40B4-BE49-F238E27FC236}">
                  <a16:creationId xmlns:a16="http://schemas.microsoft.com/office/drawing/2014/main" id="{4CE71DC0-C510-0182-E191-5E84EA8B3A61}"/>
                </a:ext>
              </a:extLst>
            </p:cNvPr>
            <p:cNvPicPr>
              <a:picLocks noChangeAspect="1"/>
            </p:cNvPicPr>
            <p:nvPr/>
          </p:nvPicPr>
          <p:blipFill rotWithShape="1">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1119101" y="1841525"/>
              <a:ext cx="365760" cy="365760"/>
            </a:xfrm>
            <a:prstGeom prst="rect">
              <a:avLst/>
            </a:prstGeom>
          </p:spPr>
        </p:pic>
      </p:grpSp>
      <p:grpSp>
        <p:nvGrpSpPr>
          <p:cNvPr id="49" name="Project Management">
            <a:extLst>
              <a:ext uri="{FF2B5EF4-FFF2-40B4-BE49-F238E27FC236}">
                <a16:creationId xmlns:a16="http://schemas.microsoft.com/office/drawing/2014/main" id="{5F1631B5-1B2F-A700-D404-458DC9939AF8}"/>
              </a:ext>
            </a:extLst>
          </p:cNvPr>
          <p:cNvGrpSpPr/>
          <p:nvPr/>
        </p:nvGrpSpPr>
        <p:grpSpPr>
          <a:xfrm>
            <a:off x="2191873" y="2572871"/>
            <a:ext cx="1310342" cy="1132528"/>
            <a:chOff x="2191873" y="2572871"/>
            <a:chExt cx="1310342" cy="1132528"/>
          </a:xfrm>
        </p:grpSpPr>
        <p:pic>
          <p:nvPicPr>
            <p:cNvPr id="23" name="Picture Placeholder 127">
              <a:extLst>
                <a:ext uri="{FF2B5EF4-FFF2-40B4-BE49-F238E27FC236}">
                  <a16:creationId xmlns:a16="http://schemas.microsoft.com/office/drawing/2014/main" id="{FD8C2286-E8E7-8BF5-6BE0-72815F792977}"/>
                </a:ext>
              </a:extLst>
            </p:cNvPr>
            <p:cNvPicPr>
              <a:picLocks noChangeAspect="1"/>
            </p:cNvPicPr>
            <p:nvPr/>
          </p:nvPicPr>
          <p:blipFill rotWithShape="1">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rcRect/>
            <a:stretch/>
          </p:blipFill>
          <p:spPr>
            <a:xfrm>
              <a:off x="2227812" y="2919402"/>
              <a:ext cx="365761" cy="365760"/>
            </a:xfrm>
            <a:prstGeom prst="rect">
              <a:avLst/>
            </a:prstGeom>
          </p:spPr>
        </p:pic>
        <p:cxnSp>
          <p:nvCxnSpPr>
            <p:cNvPr id="31" name="Straight Connector 30">
              <a:extLst>
                <a:ext uri="{FF2B5EF4-FFF2-40B4-BE49-F238E27FC236}">
                  <a16:creationId xmlns:a16="http://schemas.microsoft.com/office/drawing/2014/main" id="{7E7CAA6B-8C28-1065-FCCA-53A46CB4E5ED}"/>
                </a:ext>
              </a:extLst>
            </p:cNvPr>
            <p:cNvCxnSpPr>
              <a:cxnSpLocks/>
            </p:cNvCxnSpPr>
            <p:nvPr/>
          </p:nvCxnSpPr>
          <p:spPr>
            <a:xfrm>
              <a:off x="2191873" y="2572871"/>
              <a:ext cx="0" cy="8229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45DFDAF9-E4B1-1614-6B1A-B419D6FD4F10}"/>
                </a:ext>
              </a:extLst>
            </p:cNvPr>
            <p:cNvSpPr txBox="1"/>
            <p:nvPr/>
          </p:nvSpPr>
          <p:spPr>
            <a:xfrm>
              <a:off x="2194863" y="3243734"/>
              <a:ext cx="1307352" cy="461665"/>
            </a:xfrm>
            <a:prstGeom prst="rect">
              <a:avLst/>
            </a:prstGeom>
            <a:noFill/>
          </p:spPr>
          <p:txBody>
            <a:bodyPr wrap="square">
              <a:spAutoFit/>
            </a:bodyPr>
            <a:lstStyle/>
            <a:p>
              <a:pPr marL="0" marR="0" lvl="0" indent="0" algn="l" defTabSz="685739" rtl="0" eaLnBrk="1" fontAlgn="auto" latinLnBrk="0" hangingPunct="1">
                <a:lnSpc>
                  <a:spcPct val="100000"/>
                </a:lnSpc>
                <a:spcBef>
                  <a:spcPts val="0"/>
                </a:spcBef>
                <a:spcAft>
                  <a:spcPts val="0"/>
                </a:spcAft>
                <a:buClrTx/>
                <a:buSzTx/>
                <a:buFontTx/>
                <a:buNone/>
                <a:tabLst/>
                <a:defRPr/>
              </a:pPr>
              <a:r>
                <a:rPr lang="en-US" sz="1200" dirty="0">
                  <a:solidFill>
                    <a:schemeClr val="tx1"/>
                  </a:solidFill>
                  <a:latin typeface="Oracle Sans" panose="020B0503020204020204" pitchFamily="34" charset="0"/>
                  <a:cs typeface="Oracle Sans" panose="020B0503020204020204" pitchFamily="34" charset="0"/>
                </a:rPr>
                <a:t>Project</a:t>
              </a:r>
              <a:br>
                <a:rPr lang="en-US" sz="1200" dirty="0">
                  <a:solidFill>
                    <a:schemeClr val="tx1"/>
                  </a:solidFill>
                  <a:latin typeface="Oracle Sans" panose="020B0503020204020204" pitchFamily="34" charset="0"/>
                  <a:cs typeface="Oracle Sans" panose="020B0503020204020204" pitchFamily="34" charset="0"/>
                </a:rPr>
              </a:br>
              <a:r>
                <a:rPr lang="en-US" sz="1200" dirty="0">
                  <a:solidFill>
                    <a:schemeClr val="tx1"/>
                  </a:solidFill>
                  <a:latin typeface="Oracle Sans" panose="020B0503020204020204" pitchFamily="34" charset="0"/>
                  <a:cs typeface="Oracle Sans" panose="020B0503020204020204" pitchFamily="34" charset="0"/>
                </a:rPr>
                <a:t>Management</a:t>
              </a:r>
            </a:p>
          </p:txBody>
        </p:sp>
      </p:grpSp>
      <p:grpSp>
        <p:nvGrpSpPr>
          <p:cNvPr id="50" name="Cloud Architecture">
            <a:extLst>
              <a:ext uri="{FF2B5EF4-FFF2-40B4-BE49-F238E27FC236}">
                <a16:creationId xmlns:a16="http://schemas.microsoft.com/office/drawing/2014/main" id="{85FEEE54-348F-2145-0DB7-659F2C8E1615}"/>
              </a:ext>
            </a:extLst>
          </p:cNvPr>
          <p:cNvGrpSpPr/>
          <p:nvPr/>
        </p:nvGrpSpPr>
        <p:grpSpPr>
          <a:xfrm>
            <a:off x="3272124" y="1795805"/>
            <a:ext cx="1287928" cy="1253390"/>
            <a:chOff x="3272124" y="1795805"/>
            <a:chExt cx="1287928" cy="1253390"/>
          </a:xfrm>
        </p:grpSpPr>
        <p:pic>
          <p:nvPicPr>
            <p:cNvPr id="20" name="Picture Placeholder 39">
              <a:extLst>
                <a:ext uri="{FF2B5EF4-FFF2-40B4-BE49-F238E27FC236}">
                  <a16:creationId xmlns:a16="http://schemas.microsoft.com/office/drawing/2014/main" id="{D30A4738-257B-DE51-D79E-CD17F7B10E54}"/>
                </a:ext>
              </a:extLst>
            </p:cNvPr>
            <p:cNvPicPr>
              <a:picLocks noChangeAspect="1"/>
            </p:cNvPicPr>
            <p:nvPr/>
          </p:nvPicPr>
          <p:blipFill rotWithShape="1">
            <a:blip r:embed="rId7" cstate="email">
              <a:extLst>
                <a:ext uri="{28A0092B-C50C-407E-A947-70E740481C1C}">
                  <a14:useLocalDpi xmlns:a14="http://schemas.microsoft.com/office/drawing/2010/main"/>
                </a:ext>
                <a:ext uri="{96DAC541-7B7A-43D3-8B79-37D633B846F1}">
                  <asvg:svgBlip xmlns:asvg="http://schemas.microsoft.com/office/drawing/2016/SVG/main" r:embed="rId8"/>
                </a:ext>
              </a:extLst>
            </a:blip>
            <a:srcRect/>
            <a:stretch/>
          </p:blipFill>
          <p:spPr>
            <a:xfrm>
              <a:off x="3285546" y="1795805"/>
              <a:ext cx="457200" cy="457200"/>
            </a:xfrm>
            <a:prstGeom prst="rect">
              <a:avLst/>
            </a:prstGeom>
          </p:spPr>
        </p:pic>
        <p:cxnSp>
          <p:nvCxnSpPr>
            <p:cNvPr id="35" name="Straight Connector 34">
              <a:extLst>
                <a:ext uri="{FF2B5EF4-FFF2-40B4-BE49-F238E27FC236}">
                  <a16:creationId xmlns:a16="http://schemas.microsoft.com/office/drawing/2014/main" id="{1573F2FA-CE2B-D06B-4E87-7ADC17E0ED16}"/>
                </a:ext>
              </a:extLst>
            </p:cNvPr>
            <p:cNvCxnSpPr>
              <a:cxnSpLocks/>
            </p:cNvCxnSpPr>
            <p:nvPr/>
          </p:nvCxnSpPr>
          <p:spPr>
            <a:xfrm>
              <a:off x="3284073" y="2226235"/>
              <a:ext cx="0" cy="8229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4F015A1E-2623-BC92-06C9-7DA64EF93318}"/>
                </a:ext>
              </a:extLst>
            </p:cNvPr>
            <p:cNvSpPr txBox="1"/>
            <p:nvPr/>
          </p:nvSpPr>
          <p:spPr>
            <a:xfrm>
              <a:off x="3272124" y="2157365"/>
              <a:ext cx="1287928" cy="461665"/>
            </a:xfrm>
            <a:prstGeom prst="rect">
              <a:avLst/>
            </a:prstGeom>
            <a:noFill/>
          </p:spPr>
          <p:txBody>
            <a:bodyPr wrap="square">
              <a:spAutoFit/>
            </a:bodyPr>
            <a:lstStyle/>
            <a:p>
              <a:pPr marL="0" marR="0" lvl="0" indent="0" algn="l" defTabSz="685739" rtl="0" eaLnBrk="1" fontAlgn="auto" latinLnBrk="0" hangingPunct="1">
                <a:lnSpc>
                  <a:spcPct val="100000"/>
                </a:lnSpc>
                <a:spcBef>
                  <a:spcPts val="0"/>
                </a:spcBef>
                <a:spcAft>
                  <a:spcPts val="0"/>
                </a:spcAft>
                <a:buClrTx/>
                <a:buSzTx/>
                <a:buFontTx/>
                <a:buNone/>
                <a:tabLst/>
                <a:defRPr/>
              </a:pPr>
              <a:r>
                <a:rPr lang="en-US" sz="1200" dirty="0">
                  <a:solidFill>
                    <a:schemeClr val="tx1"/>
                  </a:solidFill>
                  <a:latin typeface="Oracle Sans" panose="020B0503020204020204" pitchFamily="34" charset="0"/>
                  <a:cs typeface="Oracle Sans" panose="020B0503020204020204" pitchFamily="34" charset="0"/>
                </a:rPr>
                <a:t>Cloud</a:t>
              </a:r>
              <a:br>
                <a:rPr lang="en-US" sz="1200" dirty="0">
                  <a:solidFill>
                    <a:schemeClr val="tx1"/>
                  </a:solidFill>
                  <a:latin typeface="Oracle Sans" panose="020B0503020204020204" pitchFamily="34" charset="0"/>
                  <a:cs typeface="Oracle Sans" panose="020B0503020204020204" pitchFamily="34" charset="0"/>
                </a:rPr>
              </a:br>
              <a:r>
                <a:rPr lang="en-US" sz="1200" dirty="0">
                  <a:solidFill>
                    <a:schemeClr val="tx1"/>
                  </a:solidFill>
                  <a:latin typeface="Oracle Sans" panose="020B0503020204020204" pitchFamily="34" charset="0"/>
                  <a:cs typeface="Oracle Sans" panose="020B0503020204020204" pitchFamily="34" charset="0"/>
                </a:rPr>
                <a:t>Architecture</a:t>
              </a:r>
            </a:p>
          </p:txBody>
        </p:sp>
      </p:grpSp>
      <p:grpSp>
        <p:nvGrpSpPr>
          <p:cNvPr id="51" name="Provisioning">
            <a:extLst>
              <a:ext uri="{FF2B5EF4-FFF2-40B4-BE49-F238E27FC236}">
                <a16:creationId xmlns:a16="http://schemas.microsoft.com/office/drawing/2014/main" id="{9452DDD5-5FF7-DF11-58B9-26C8D4F7BDCD}"/>
              </a:ext>
            </a:extLst>
          </p:cNvPr>
          <p:cNvGrpSpPr/>
          <p:nvPr/>
        </p:nvGrpSpPr>
        <p:grpSpPr>
          <a:xfrm>
            <a:off x="4376273" y="2572871"/>
            <a:ext cx="1310347" cy="947862"/>
            <a:chOff x="4376273" y="2572871"/>
            <a:chExt cx="1310347" cy="947862"/>
          </a:xfrm>
        </p:grpSpPr>
        <p:pic>
          <p:nvPicPr>
            <p:cNvPr id="24" name="Picture Placeholder 25">
              <a:extLst>
                <a:ext uri="{FF2B5EF4-FFF2-40B4-BE49-F238E27FC236}">
                  <a16:creationId xmlns:a16="http://schemas.microsoft.com/office/drawing/2014/main" id="{228CB6E8-ABF1-BB3D-DF6A-C675F5476FBD}"/>
                </a:ext>
              </a:extLst>
            </p:cNvPr>
            <p:cNvPicPr>
              <a:picLocks noChangeAspect="1"/>
            </p:cNvPicPr>
            <p:nvPr/>
          </p:nvPicPr>
          <p:blipFill rotWithShape="1">
            <a:blip r:embed="rId9" cstate="email">
              <a:extLst>
                <a:ext uri="{28A0092B-C50C-407E-A947-70E740481C1C}">
                  <a14:useLocalDpi xmlns:a14="http://schemas.microsoft.com/office/drawing/2010/main"/>
                </a:ext>
                <a:ext uri="{96DAC541-7B7A-43D3-8B79-37D633B846F1}">
                  <asvg:svgBlip xmlns:asvg="http://schemas.microsoft.com/office/drawing/2016/SVG/main" r:embed="rId10"/>
                </a:ext>
              </a:extLst>
            </a:blip>
            <a:srcRect/>
            <a:stretch/>
          </p:blipFill>
          <p:spPr>
            <a:xfrm>
              <a:off x="4431840" y="2919402"/>
              <a:ext cx="365760" cy="365760"/>
            </a:xfrm>
            <a:prstGeom prst="rect">
              <a:avLst/>
            </a:prstGeom>
          </p:spPr>
        </p:pic>
        <p:cxnSp>
          <p:nvCxnSpPr>
            <p:cNvPr id="39" name="Straight Connector 38">
              <a:extLst>
                <a:ext uri="{FF2B5EF4-FFF2-40B4-BE49-F238E27FC236}">
                  <a16:creationId xmlns:a16="http://schemas.microsoft.com/office/drawing/2014/main" id="{DAC459B0-E698-2E63-A9CC-5D683D1688B8}"/>
                </a:ext>
              </a:extLst>
            </p:cNvPr>
            <p:cNvCxnSpPr>
              <a:cxnSpLocks/>
            </p:cNvCxnSpPr>
            <p:nvPr/>
          </p:nvCxnSpPr>
          <p:spPr>
            <a:xfrm>
              <a:off x="4376273" y="2572871"/>
              <a:ext cx="0" cy="8229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275241C7-A48D-8DC5-EF4B-A5E0DE746646}"/>
                </a:ext>
              </a:extLst>
            </p:cNvPr>
            <p:cNvSpPr txBox="1"/>
            <p:nvPr/>
          </p:nvSpPr>
          <p:spPr>
            <a:xfrm>
              <a:off x="4379268" y="3243734"/>
              <a:ext cx="1307352" cy="276999"/>
            </a:xfrm>
            <a:prstGeom prst="rect">
              <a:avLst/>
            </a:prstGeom>
            <a:noFill/>
          </p:spPr>
          <p:txBody>
            <a:bodyPr wrap="square">
              <a:spAutoFit/>
            </a:bodyPr>
            <a:lstStyle/>
            <a:p>
              <a:pPr marL="0" marR="0" lvl="0" indent="0" algn="l" defTabSz="685739" rtl="0" eaLnBrk="1" fontAlgn="auto" latinLnBrk="0" hangingPunct="1">
                <a:lnSpc>
                  <a:spcPct val="100000"/>
                </a:lnSpc>
                <a:spcBef>
                  <a:spcPts val="0"/>
                </a:spcBef>
                <a:spcAft>
                  <a:spcPts val="0"/>
                </a:spcAft>
                <a:buClrTx/>
                <a:buSzTx/>
                <a:buFontTx/>
                <a:buNone/>
                <a:tabLst/>
                <a:defRPr/>
              </a:pPr>
              <a:r>
                <a:rPr lang="en-US" sz="1200" dirty="0">
                  <a:solidFill>
                    <a:schemeClr val="tx1"/>
                  </a:solidFill>
                  <a:latin typeface="Oracle Sans" panose="020B0503020204020204" pitchFamily="34" charset="0"/>
                  <a:cs typeface="Oracle Sans" panose="020B0503020204020204" pitchFamily="34" charset="0"/>
                </a:rPr>
                <a:t>Provisioning</a:t>
              </a:r>
            </a:p>
          </p:txBody>
        </p:sp>
      </p:grpSp>
      <p:grpSp>
        <p:nvGrpSpPr>
          <p:cNvPr id="52" name="Data Migration">
            <a:extLst>
              <a:ext uri="{FF2B5EF4-FFF2-40B4-BE49-F238E27FC236}">
                <a16:creationId xmlns:a16="http://schemas.microsoft.com/office/drawing/2014/main" id="{8CD10E4C-31C8-1E38-E29B-A6E3AE02D03F}"/>
              </a:ext>
            </a:extLst>
          </p:cNvPr>
          <p:cNvGrpSpPr/>
          <p:nvPr/>
        </p:nvGrpSpPr>
        <p:grpSpPr>
          <a:xfrm>
            <a:off x="5462496" y="1842053"/>
            <a:ext cx="1287928" cy="1245989"/>
            <a:chOff x="5462496" y="1842053"/>
            <a:chExt cx="1287928" cy="1245989"/>
          </a:xfrm>
        </p:grpSpPr>
        <p:pic>
          <p:nvPicPr>
            <p:cNvPr id="21" name="Picture Placeholder 112">
              <a:extLst>
                <a:ext uri="{FF2B5EF4-FFF2-40B4-BE49-F238E27FC236}">
                  <a16:creationId xmlns:a16="http://schemas.microsoft.com/office/drawing/2014/main" id="{E2DC2807-E888-18BE-6F34-7A3173846612}"/>
                </a:ext>
              </a:extLst>
            </p:cNvPr>
            <p:cNvPicPr>
              <a:picLocks noChangeAspect="1"/>
            </p:cNvPicPr>
            <p:nvPr/>
          </p:nvPicPr>
          <p:blipFill rotWithShape="1">
            <a:blip r:embed="rId11" cstate="email">
              <a:extLst>
                <a:ext uri="{28A0092B-C50C-407E-A947-70E740481C1C}">
                  <a14:useLocalDpi xmlns:a14="http://schemas.microsoft.com/office/drawing/2010/main"/>
                </a:ext>
                <a:ext uri="{96DAC541-7B7A-43D3-8B79-37D633B846F1}">
                  <asvg:svgBlip xmlns:asvg="http://schemas.microsoft.com/office/drawing/2016/SVG/main" r:embed="rId12"/>
                </a:ext>
              </a:extLst>
            </a:blip>
            <a:srcRect/>
            <a:stretch/>
          </p:blipFill>
          <p:spPr>
            <a:xfrm>
              <a:off x="5491490" y="1842053"/>
              <a:ext cx="364704" cy="364704"/>
            </a:xfrm>
            <a:prstGeom prst="rect">
              <a:avLst/>
            </a:prstGeom>
          </p:spPr>
        </p:pic>
        <p:cxnSp>
          <p:nvCxnSpPr>
            <p:cNvPr id="41" name="Straight Connector 40">
              <a:extLst>
                <a:ext uri="{FF2B5EF4-FFF2-40B4-BE49-F238E27FC236}">
                  <a16:creationId xmlns:a16="http://schemas.microsoft.com/office/drawing/2014/main" id="{72FCB799-6C8B-EE7D-06FC-03B15FC9ADD4}"/>
                </a:ext>
              </a:extLst>
            </p:cNvPr>
            <p:cNvCxnSpPr>
              <a:cxnSpLocks/>
            </p:cNvCxnSpPr>
            <p:nvPr/>
          </p:nvCxnSpPr>
          <p:spPr>
            <a:xfrm>
              <a:off x="5468473" y="2265082"/>
              <a:ext cx="0" cy="8229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4141C05A-D8C5-0E06-8212-4CE453B20B2C}"/>
                </a:ext>
              </a:extLst>
            </p:cNvPr>
            <p:cNvSpPr txBox="1"/>
            <p:nvPr/>
          </p:nvSpPr>
          <p:spPr>
            <a:xfrm>
              <a:off x="5462496" y="2157365"/>
              <a:ext cx="1287928" cy="461665"/>
            </a:xfrm>
            <a:prstGeom prst="rect">
              <a:avLst/>
            </a:prstGeom>
            <a:noFill/>
          </p:spPr>
          <p:txBody>
            <a:bodyPr wrap="square">
              <a:spAutoFit/>
            </a:bodyPr>
            <a:lstStyle/>
            <a:p>
              <a:pPr marL="0" marR="0" lvl="0" indent="0" algn="l" defTabSz="685739" rtl="0" eaLnBrk="1" fontAlgn="auto" latinLnBrk="0" hangingPunct="1">
                <a:lnSpc>
                  <a:spcPct val="100000"/>
                </a:lnSpc>
                <a:spcBef>
                  <a:spcPts val="0"/>
                </a:spcBef>
                <a:spcAft>
                  <a:spcPts val="0"/>
                </a:spcAft>
                <a:buClrTx/>
                <a:buSzTx/>
                <a:buFontTx/>
                <a:buNone/>
                <a:tabLst/>
                <a:defRPr/>
              </a:pPr>
              <a:r>
                <a:rPr lang="en-US" sz="1200" dirty="0">
                  <a:solidFill>
                    <a:schemeClr val="tx1"/>
                  </a:solidFill>
                  <a:latin typeface="Oracle Sans" panose="020B0503020204020204" pitchFamily="34" charset="0"/>
                  <a:cs typeface="Oracle Sans" panose="020B0503020204020204" pitchFamily="34" charset="0"/>
                </a:rPr>
                <a:t>Data</a:t>
              </a:r>
              <a:br>
                <a:rPr lang="en-US" sz="1200" dirty="0">
                  <a:solidFill>
                    <a:schemeClr val="tx1"/>
                  </a:solidFill>
                  <a:latin typeface="Oracle Sans" panose="020B0503020204020204" pitchFamily="34" charset="0"/>
                  <a:cs typeface="Oracle Sans" panose="020B0503020204020204" pitchFamily="34" charset="0"/>
                </a:rPr>
              </a:br>
              <a:r>
                <a:rPr lang="en-US" sz="1200" dirty="0">
                  <a:solidFill>
                    <a:schemeClr val="tx1"/>
                  </a:solidFill>
                  <a:latin typeface="Oracle Sans" panose="020B0503020204020204" pitchFamily="34" charset="0"/>
                  <a:cs typeface="Oracle Sans" panose="020B0503020204020204" pitchFamily="34" charset="0"/>
                </a:rPr>
                <a:t>Migration</a:t>
              </a:r>
            </a:p>
          </p:txBody>
        </p:sp>
      </p:grpSp>
      <p:grpSp>
        <p:nvGrpSpPr>
          <p:cNvPr id="53" name="Testing">
            <a:extLst>
              <a:ext uri="{FF2B5EF4-FFF2-40B4-BE49-F238E27FC236}">
                <a16:creationId xmlns:a16="http://schemas.microsoft.com/office/drawing/2014/main" id="{B78A1A95-7D24-5C98-923D-B2D0B9452BC5}"/>
              </a:ext>
            </a:extLst>
          </p:cNvPr>
          <p:cNvGrpSpPr/>
          <p:nvPr/>
        </p:nvGrpSpPr>
        <p:grpSpPr>
          <a:xfrm>
            <a:off x="6560673" y="2572871"/>
            <a:ext cx="1310347" cy="947862"/>
            <a:chOff x="6560673" y="2572871"/>
            <a:chExt cx="1310347" cy="947862"/>
          </a:xfrm>
        </p:grpSpPr>
        <p:pic>
          <p:nvPicPr>
            <p:cNvPr id="25" name="Picture Placeholder 106">
              <a:extLst>
                <a:ext uri="{FF2B5EF4-FFF2-40B4-BE49-F238E27FC236}">
                  <a16:creationId xmlns:a16="http://schemas.microsoft.com/office/drawing/2014/main" id="{A480B8F9-C8D5-C56D-6309-ACA04E2F6429}"/>
                </a:ext>
              </a:extLst>
            </p:cNvPr>
            <p:cNvPicPr>
              <a:picLocks noChangeAspect="1"/>
            </p:cNvPicPr>
            <p:nvPr/>
          </p:nvPicPr>
          <p:blipFill rotWithShape="1">
            <a:blip r:embed="rId13" cstate="email">
              <a:extLst>
                <a:ext uri="{28A0092B-C50C-407E-A947-70E740481C1C}">
                  <a14:useLocalDpi xmlns:a14="http://schemas.microsoft.com/office/drawing/2010/main"/>
                </a:ext>
                <a:ext uri="{96DAC541-7B7A-43D3-8B79-37D633B846F1}">
                  <asvg:svgBlip xmlns:asvg="http://schemas.microsoft.com/office/drawing/2016/SVG/main" r:embed="rId14"/>
                </a:ext>
              </a:extLst>
            </a:blip>
            <a:srcRect/>
            <a:stretch/>
          </p:blipFill>
          <p:spPr>
            <a:xfrm>
              <a:off x="6572711" y="2919402"/>
              <a:ext cx="365761" cy="365760"/>
            </a:xfrm>
            <a:prstGeom prst="rect">
              <a:avLst/>
            </a:prstGeom>
          </p:spPr>
        </p:pic>
        <p:cxnSp>
          <p:nvCxnSpPr>
            <p:cNvPr id="43" name="Straight Connector 42">
              <a:extLst>
                <a:ext uri="{FF2B5EF4-FFF2-40B4-BE49-F238E27FC236}">
                  <a16:creationId xmlns:a16="http://schemas.microsoft.com/office/drawing/2014/main" id="{49B64076-7331-38F1-51D9-5DF778A32FDD}"/>
                </a:ext>
              </a:extLst>
            </p:cNvPr>
            <p:cNvCxnSpPr>
              <a:cxnSpLocks/>
            </p:cNvCxnSpPr>
            <p:nvPr/>
          </p:nvCxnSpPr>
          <p:spPr>
            <a:xfrm>
              <a:off x="6560673" y="2572871"/>
              <a:ext cx="0" cy="8229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B60D0C0B-5C38-F401-E826-91001F72B251}"/>
                </a:ext>
              </a:extLst>
            </p:cNvPr>
            <p:cNvSpPr txBox="1"/>
            <p:nvPr/>
          </p:nvSpPr>
          <p:spPr>
            <a:xfrm>
              <a:off x="6563668" y="3243734"/>
              <a:ext cx="1307352" cy="276999"/>
            </a:xfrm>
            <a:prstGeom prst="rect">
              <a:avLst/>
            </a:prstGeom>
            <a:noFill/>
          </p:spPr>
          <p:txBody>
            <a:bodyPr wrap="square">
              <a:spAutoFit/>
            </a:bodyPr>
            <a:lstStyle/>
            <a:p>
              <a:pPr marL="0" marR="0" lvl="0" indent="0" algn="l" defTabSz="685739" rtl="0" eaLnBrk="1" fontAlgn="auto" latinLnBrk="0" hangingPunct="1">
                <a:lnSpc>
                  <a:spcPct val="100000"/>
                </a:lnSpc>
                <a:spcBef>
                  <a:spcPts val="0"/>
                </a:spcBef>
                <a:spcAft>
                  <a:spcPts val="0"/>
                </a:spcAft>
                <a:buClrTx/>
                <a:buSzTx/>
                <a:buFontTx/>
                <a:buNone/>
                <a:tabLst/>
                <a:defRPr/>
              </a:pPr>
              <a:r>
                <a:rPr lang="en-US" sz="1200" dirty="0">
                  <a:solidFill>
                    <a:schemeClr val="tx1"/>
                  </a:solidFill>
                  <a:latin typeface="Oracle Sans" panose="020B0503020204020204" pitchFamily="34" charset="0"/>
                  <a:cs typeface="Oracle Sans" panose="020B0503020204020204" pitchFamily="34" charset="0"/>
                </a:rPr>
                <a:t>Testing</a:t>
              </a:r>
            </a:p>
          </p:txBody>
        </p:sp>
      </p:grpSp>
      <p:grpSp>
        <p:nvGrpSpPr>
          <p:cNvPr id="54" name="Change Management">
            <a:extLst>
              <a:ext uri="{FF2B5EF4-FFF2-40B4-BE49-F238E27FC236}">
                <a16:creationId xmlns:a16="http://schemas.microsoft.com/office/drawing/2014/main" id="{0389E1EC-4A4B-FA44-3120-12AFE8F57FEA}"/>
              </a:ext>
            </a:extLst>
          </p:cNvPr>
          <p:cNvGrpSpPr/>
          <p:nvPr/>
        </p:nvGrpSpPr>
        <p:grpSpPr>
          <a:xfrm>
            <a:off x="7652872" y="1841525"/>
            <a:ext cx="1293910" cy="1243529"/>
            <a:chOff x="7652872" y="1841525"/>
            <a:chExt cx="1293910" cy="1243529"/>
          </a:xfrm>
        </p:grpSpPr>
        <p:pic>
          <p:nvPicPr>
            <p:cNvPr id="22" name="Picture Placeholder 104">
              <a:extLst>
                <a:ext uri="{FF2B5EF4-FFF2-40B4-BE49-F238E27FC236}">
                  <a16:creationId xmlns:a16="http://schemas.microsoft.com/office/drawing/2014/main" id="{EBC96B8D-23B9-26EB-529A-DE7EDFCB403C}"/>
                </a:ext>
              </a:extLst>
            </p:cNvPr>
            <p:cNvPicPr>
              <a:picLocks noChangeAspect="1"/>
            </p:cNvPicPr>
            <p:nvPr/>
          </p:nvPicPr>
          <p:blipFill rotWithShape="1">
            <a:blip r:embed="rId15" cstate="email">
              <a:extLst>
                <a:ext uri="{28A0092B-C50C-407E-A947-70E740481C1C}">
                  <a14:useLocalDpi xmlns:a14="http://schemas.microsoft.com/office/drawing/2010/main"/>
                </a:ext>
                <a:ext uri="{96DAC541-7B7A-43D3-8B79-37D633B846F1}">
                  <asvg:svgBlip xmlns:asvg="http://schemas.microsoft.com/office/drawing/2016/SVG/main" r:embed="rId16"/>
                </a:ext>
              </a:extLst>
            </a:blip>
            <a:srcRect/>
            <a:stretch/>
          </p:blipFill>
          <p:spPr>
            <a:xfrm>
              <a:off x="7712019" y="1841525"/>
              <a:ext cx="365760" cy="365760"/>
            </a:xfrm>
            <a:prstGeom prst="rect">
              <a:avLst/>
            </a:prstGeom>
          </p:spPr>
        </p:pic>
        <p:cxnSp>
          <p:nvCxnSpPr>
            <p:cNvPr id="45" name="Straight Connector 44">
              <a:extLst>
                <a:ext uri="{FF2B5EF4-FFF2-40B4-BE49-F238E27FC236}">
                  <a16:creationId xmlns:a16="http://schemas.microsoft.com/office/drawing/2014/main" id="{D10450F2-FE9F-85DE-476D-3B8CFF80B443}"/>
                </a:ext>
              </a:extLst>
            </p:cNvPr>
            <p:cNvCxnSpPr>
              <a:cxnSpLocks/>
            </p:cNvCxnSpPr>
            <p:nvPr/>
          </p:nvCxnSpPr>
          <p:spPr>
            <a:xfrm>
              <a:off x="7652872" y="2262094"/>
              <a:ext cx="0" cy="8229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6" name="TextBox 45">
              <a:extLst>
                <a:ext uri="{FF2B5EF4-FFF2-40B4-BE49-F238E27FC236}">
                  <a16:creationId xmlns:a16="http://schemas.microsoft.com/office/drawing/2014/main" id="{6856C005-2B28-55A6-6521-3B29484CBC69}"/>
                </a:ext>
              </a:extLst>
            </p:cNvPr>
            <p:cNvSpPr txBox="1"/>
            <p:nvPr/>
          </p:nvSpPr>
          <p:spPr>
            <a:xfrm>
              <a:off x="7658854" y="2157365"/>
              <a:ext cx="1287928" cy="461665"/>
            </a:xfrm>
            <a:prstGeom prst="rect">
              <a:avLst/>
            </a:prstGeom>
            <a:noFill/>
          </p:spPr>
          <p:txBody>
            <a:bodyPr wrap="square">
              <a:spAutoFit/>
            </a:bodyPr>
            <a:lstStyle/>
            <a:p>
              <a:pPr marL="0" marR="0" lvl="0" indent="0" algn="l" defTabSz="685739" rtl="0" eaLnBrk="1" fontAlgn="auto" latinLnBrk="0" hangingPunct="1">
                <a:lnSpc>
                  <a:spcPct val="100000"/>
                </a:lnSpc>
                <a:spcBef>
                  <a:spcPts val="0"/>
                </a:spcBef>
                <a:spcAft>
                  <a:spcPts val="0"/>
                </a:spcAft>
                <a:buClrTx/>
                <a:buSzTx/>
                <a:buFontTx/>
                <a:buNone/>
                <a:tabLst/>
                <a:defRPr/>
              </a:pPr>
              <a:r>
                <a:rPr lang="en-US" sz="1200" dirty="0">
                  <a:solidFill>
                    <a:schemeClr val="tx1"/>
                  </a:solidFill>
                  <a:latin typeface="Oracle Sans" panose="020B0503020204020204" pitchFamily="34" charset="0"/>
                  <a:cs typeface="Oracle Sans" panose="020B0503020204020204" pitchFamily="34" charset="0"/>
                </a:rPr>
                <a:t>Change Management </a:t>
              </a:r>
            </a:p>
          </p:txBody>
        </p:sp>
      </p:grpSp>
      <p:sp>
        <p:nvSpPr>
          <p:cNvPr id="2" name="Footer Placeholder 2">
            <a:extLst>
              <a:ext uri="{FF2B5EF4-FFF2-40B4-BE49-F238E27FC236}">
                <a16:creationId xmlns:a16="http://schemas.microsoft.com/office/drawing/2014/main" id="{B773DCFB-38E0-7F34-67FE-727326122765}"/>
              </a:ext>
            </a:extLst>
          </p:cNvPr>
          <p:cNvSpPr txBox="1">
            <a:spLocks/>
          </p:cNvSpPr>
          <p:nvPr/>
        </p:nvSpPr>
        <p:spPr>
          <a:xfrm>
            <a:off x="529290" y="4869657"/>
            <a:ext cx="3769900" cy="273844"/>
          </a:xfrm>
          <a:prstGeom prst="rect">
            <a:avLst/>
          </a:prstGeom>
        </p:spPr>
        <p:txBody>
          <a:bodyPr/>
          <a:lstStyle>
            <a:defPPr>
              <a:defRPr lang="en-US"/>
            </a:defPPr>
            <a:lvl1pPr marL="0" algn="l" defTabSz="674692" rtl="0" eaLnBrk="1" latinLnBrk="0" hangingPunct="1">
              <a:defRPr sz="1328" kern="1200">
                <a:solidFill>
                  <a:schemeClr val="tx1"/>
                </a:solidFill>
                <a:latin typeface="+mn-lt"/>
                <a:ea typeface="+mn-ea"/>
                <a:cs typeface="+mn-cs"/>
              </a:defRPr>
            </a:lvl1pPr>
            <a:lvl2pPr marL="337347" algn="l" defTabSz="674692" rtl="0" eaLnBrk="1" latinLnBrk="0" hangingPunct="1">
              <a:defRPr sz="1328" kern="1200">
                <a:solidFill>
                  <a:schemeClr val="tx1"/>
                </a:solidFill>
                <a:latin typeface="+mn-lt"/>
                <a:ea typeface="+mn-ea"/>
                <a:cs typeface="+mn-cs"/>
              </a:defRPr>
            </a:lvl2pPr>
            <a:lvl3pPr marL="674692" algn="l" defTabSz="674692" rtl="0" eaLnBrk="1" latinLnBrk="0" hangingPunct="1">
              <a:defRPr sz="1328" kern="1200">
                <a:solidFill>
                  <a:schemeClr val="tx1"/>
                </a:solidFill>
                <a:latin typeface="+mn-lt"/>
                <a:ea typeface="+mn-ea"/>
                <a:cs typeface="+mn-cs"/>
              </a:defRPr>
            </a:lvl3pPr>
            <a:lvl4pPr marL="1012039" algn="l" defTabSz="674692" rtl="0" eaLnBrk="1" latinLnBrk="0" hangingPunct="1">
              <a:defRPr sz="1328" kern="1200">
                <a:solidFill>
                  <a:schemeClr val="tx1"/>
                </a:solidFill>
                <a:latin typeface="+mn-lt"/>
                <a:ea typeface="+mn-ea"/>
                <a:cs typeface="+mn-cs"/>
              </a:defRPr>
            </a:lvl4pPr>
            <a:lvl5pPr marL="1349384" algn="l" defTabSz="674692" rtl="0" eaLnBrk="1" latinLnBrk="0" hangingPunct="1">
              <a:defRPr sz="1328" kern="1200">
                <a:solidFill>
                  <a:schemeClr val="tx1"/>
                </a:solidFill>
                <a:latin typeface="+mn-lt"/>
                <a:ea typeface="+mn-ea"/>
                <a:cs typeface="+mn-cs"/>
              </a:defRPr>
            </a:lvl5pPr>
            <a:lvl6pPr marL="1686731" algn="l" defTabSz="674692" rtl="0" eaLnBrk="1" latinLnBrk="0" hangingPunct="1">
              <a:defRPr sz="1328" kern="1200">
                <a:solidFill>
                  <a:schemeClr val="tx1"/>
                </a:solidFill>
                <a:latin typeface="+mn-lt"/>
                <a:ea typeface="+mn-ea"/>
                <a:cs typeface="+mn-cs"/>
              </a:defRPr>
            </a:lvl6pPr>
            <a:lvl7pPr marL="2024077" algn="l" defTabSz="674692" rtl="0" eaLnBrk="1" latinLnBrk="0" hangingPunct="1">
              <a:defRPr sz="1328" kern="1200">
                <a:solidFill>
                  <a:schemeClr val="tx1"/>
                </a:solidFill>
                <a:latin typeface="+mn-lt"/>
                <a:ea typeface="+mn-ea"/>
                <a:cs typeface="+mn-cs"/>
              </a:defRPr>
            </a:lvl7pPr>
            <a:lvl8pPr marL="2361423" algn="l" defTabSz="674692" rtl="0" eaLnBrk="1" latinLnBrk="0" hangingPunct="1">
              <a:defRPr sz="1328" kern="1200">
                <a:solidFill>
                  <a:schemeClr val="tx1"/>
                </a:solidFill>
                <a:latin typeface="+mn-lt"/>
                <a:ea typeface="+mn-ea"/>
                <a:cs typeface="+mn-cs"/>
              </a:defRPr>
            </a:lvl8pPr>
            <a:lvl9pPr marL="2698769" algn="l" defTabSz="674692" rtl="0" eaLnBrk="1" latinLnBrk="0" hangingPunct="1">
              <a:defRPr sz="1328" kern="1200">
                <a:solidFill>
                  <a:schemeClr val="tx1"/>
                </a:solidFill>
                <a:latin typeface="+mn-lt"/>
                <a:ea typeface="+mn-ea"/>
                <a:cs typeface="+mn-cs"/>
              </a:defRPr>
            </a:lvl9pPr>
          </a:lstStyle>
          <a:p>
            <a:r>
              <a:rPr lang="en-US" sz="530" dirty="0">
                <a:latin typeface="Oracle Sans" panose="020B0503020204020204" pitchFamily="34" charset="0"/>
                <a:cs typeface="Oracle Sans" panose="020B0503020204020204" pitchFamily="34" charset="0"/>
                <a:sym typeface="Symbol" pitchFamily="2" charset="2"/>
              </a:rPr>
              <a:t>Copyright © 2025, Oracle and/or its affiliates. All rights reserved.</a:t>
            </a:r>
            <a:endParaRPr lang="en-CA" sz="530" dirty="0">
              <a:latin typeface="Oracle Sans" panose="020B0503020204020204" pitchFamily="34" charset="0"/>
              <a:cs typeface="Oracle Sans" panose="020B0503020204020204" pitchFamily="34" charset="0"/>
            </a:endParaRPr>
          </a:p>
        </p:txBody>
      </p:sp>
      <p:sp>
        <p:nvSpPr>
          <p:cNvPr id="3" name="Slide Number Placeholder 3">
            <a:extLst>
              <a:ext uri="{FF2B5EF4-FFF2-40B4-BE49-F238E27FC236}">
                <a16:creationId xmlns:a16="http://schemas.microsoft.com/office/drawing/2014/main" id="{60CB5672-19E8-CED6-7EE7-B25FF92179FF}"/>
              </a:ext>
            </a:extLst>
          </p:cNvPr>
          <p:cNvSpPr txBox="1">
            <a:spLocks/>
          </p:cNvSpPr>
          <p:nvPr/>
        </p:nvSpPr>
        <p:spPr>
          <a:xfrm>
            <a:off x="195597" y="4869657"/>
            <a:ext cx="326888" cy="273844"/>
          </a:xfrm>
          <a:prstGeom prst="rect">
            <a:avLst/>
          </a:prstGeom>
        </p:spPr>
        <p:txBody>
          <a:bodyPr/>
          <a:lstStyle>
            <a:defPPr>
              <a:defRPr lang="en-US"/>
            </a:defPPr>
            <a:lvl1pPr marL="0" algn="l" defTabSz="674692" rtl="0" eaLnBrk="1" latinLnBrk="0" hangingPunct="1">
              <a:defRPr sz="1328" kern="1200">
                <a:solidFill>
                  <a:schemeClr val="tx1"/>
                </a:solidFill>
                <a:latin typeface="+mn-lt"/>
                <a:ea typeface="+mn-ea"/>
                <a:cs typeface="+mn-cs"/>
              </a:defRPr>
            </a:lvl1pPr>
            <a:lvl2pPr marL="337347" algn="l" defTabSz="674692" rtl="0" eaLnBrk="1" latinLnBrk="0" hangingPunct="1">
              <a:defRPr sz="1328" kern="1200">
                <a:solidFill>
                  <a:schemeClr val="tx1"/>
                </a:solidFill>
                <a:latin typeface="+mn-lt"/>
                <a:ea typeface="+mn-ea"/>
                <a:cs typeface="+mn-cs"/>
              </a:defRPr>
            </a:lvl2pPr>
            <a:lvl3pPr marL="674692" algn="l" defTabSz="674692" rtl="0" eaLnBrk="1" latinLnBrk="0" hangingPunct="1">
              <a:defRPr sz="1328" kern="1200">
                <a:solidFill>
                  <a:schemeClr val="tx1"/>
                </a:solidFill>
                <a:latin typeface="+mn-lt"/>
                <a:ea typeface="+mn-ea"/>
                <a:cs typeface="+mn-cs"/>
              </a:defRPr>
            </a:lvl3pPr>
            <a:lvl4pPr marL="1012039" algn="l" defTabSz="674692" rtl="0" eaLnBrk="1" latinLnBrk="0" hangingPunct="1">
              <a:defRPr sz="1328" kern="1200">
                <a:solidFill>
                  <a:schemeClr val="tx1"/>
                </a:solidFill>
                <a:latin typeface="+mn-lt"/>
                <a:ea typeface="+mn-ea"/>
                <a:cs typeface="+mn-cs"/>
              </a:defRPr>
            </a:lvl4pPr>
            <a:lvl5pPr marL="1349384" algn="l" defTabSz="674692" rtl="0" eaLnBrk="1" latinLnBrk="0" hangingPunct="1">
              <a:defRPr sz="1328" kern="1200">
                <a:solidFill>
                  <a:schemeClr val="tx1"/>
                </a:solidFill>
                <a:latin typeface="+mn-lt"/>
                <a:ea typeface="+mn-ea"/>
                <a:cs typeface="+mn-cs"/>
              </a:defRPr>
            </a:lvl5pPr>
            <a:lvl6pPr marL="1686731" algn="l" defTabSz="674692" rtl="0" eaLnBrk="1" latinLnBrk="0" hangingPunct="1">
              <a:defRPr sz="1328" kern="1200">
                <a:solidFill>
                  <a:schemeClr val="tx1"/>
                </a:solidFill>
                <a:latin typeface="+mn-lt"/>
                <a:ea typeface="+mn-ea"/>
                <a:cs typeface="+mn-cs"/>
              </a:defRPr>
            </a:lvl6pPr>
            <a:lvl7pPr marL="2024077" algn="l" defTabSz="674692" rtl="0" eaLnBrk="1" latinLnBrk="0" hangingPunct="1">
              <a:defRPr sz="1328" kern="1200">
                <a:solidFill>
                  <a:schemeClr val="tx1"/>
                </a:solidFill>
                <a:latin typeface="+mn-lt"/>
                <a:ea typeface="+mn-ea"/>
                <a:cs typeface="+mn-cs"/>
              </a:defRPr>
            </a:lvl7pPr>
            <a:lvl8pPr marL="2361423" algn="l" defTabSz="674692" rtl="0" eaLnBrk="1" latinLnBrk="0" hangingPunct="1">
              <a:defRPr sz="1328" kern="1200">
                <a:solidFill>
                  <a:schemeClr val="tx1"/>
                </a:solidFill>
                <a:latin typeface="+mn-lt"/>
                <a:ea typeface="+mn-ea"/>
                <a:cs typeface="+mn-cs"/>
              </a:defRPr>
            </a:lvl8pPr>
            <a:lvl9pPr marL="2698769" algn="l" defTabSz="674692" rtl="0" eaLnBrk="1" latinLnBrk="0" hangingPunct="1">
              <a:defRPr sz="1328" kern="1200">
                <a:solidFill>
                  <a:schemeClr val="tx1"/>
                </a:solidFill>
                <a:latin typeface="+mn-lt"/>
                <a:ea typeface="+mn-ea"/>
                <a:cs typeface="+mn-cs"/>
              </a:defRPr>
            </a:lvl9pPr>
          </a:lstStyle>
          <a:p>
            <a:fld id="{CFF4B978-1D82-7745-80C5-DBABA6B131D3}" type="slidenum">
              <a:rPr lang="en-US" sz="530" smtClean="0">
                <a:latin typeface="Oracle Sans" panose="020B0503020204020204" pitchFamily="34" charset="0"/>
                <a:cs typeface="Oracle Sans" panose="020B0503020204020204" pitchFamily="34" charset="0"/>
              </a:rPr>
              <a:pPr/>
              <a:t>9</a:t>
            </a:fld>
            <a:endParaRPr lang="en-US" sz="530" dirty="0">
              <a:latin typeface="Oracle Sans" panose="020B0503020204020204" pitchFamily="34" charset="0"/>
              <a:cs typeface="Oracle Sans" panose="020B0503020204020204" pitchFamily="34" charset="0"/>
            </a:endParaRPr>
          </a:p>
        </p:txBody>
      </p:sp>
      <p:sp>
        <p:nvSpPr>
          <p:cNvPr id="6" name="Graphic 78">
            <a:extLst>
              <a:ext uri="{FF2B5EF4-FFF2-40B4-BE49-F238E27FC236}">
                <a16:creationId xmlns:a16="http://schemas.microsoft.com/office/drawing/2014/main" id="{E312DDB7-F6BC-DD45-C953-1F6497644947}"/>
              </a:ext>
              <a:ext uri="{C183D7F6-B498-43B3-948B-1728B52AA6E4}">
                <adec:decorative xmlns:adec="http://schemas.microsoft.com/office/drawing/2017/decorative" val="1"/>
              </a:ext>
            </a:extLst>
          </p:cNvPr>
          <p:cNvSpPr/>
          <p:nvPr/>
        </p:nvSpPr>
        <p:spPr>
          <a:xfrm>
            <a:off x="-17649" y="2690483"/>
            <a:ext cx="9179297" cy="506374"/>
          </a:xfrm>
          <a:custGeom>
            <a:avLst/>
            <a:gdLst>
              <a:gd name="connsiteX0" fmla="*/ 0 w 12188952"/>
              <a:gd name="connsiteY0" fmla="*/ 527004 h 672401"/>
              <a:gd name="connsiteX1" fmla="*/ 5358124 w 12188952"/>
              <a:gd name="connsiteY1" fmla="*/ 8062 h 672401"/>
              <a:gd name="connsiteX2" fmla="*/ 12188952 w 12188952"/>
              <a:gd name="connsiteY2" fmla="*/ 523844 h 672401"/>
              <a:gd name="connsiteX3" fmla="*/ 12188952 w 12188952"/>
              <a:gd name="connsiteY3" fmla="*/ 672402 h 672401"/>
              <a:gd name="connsiteX4" fmla="*/ 6674023 w 12188952"/>
              <a:gd name="connsiteY4" fmla="*/ 150488 h 672401"/>
              <a:gd name="connsiteX5" fmla="*/ 0 w 12188952"/>
              <a:gd name="connsiteY5" fmla="*/ 672402 h 672401"/>
              <a:gd name="connsiteX6" fmla="*/ 0 w 12188952"/>
              <a:gd name="connsiteY6" fmla="*/ 527004 h 672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88952" h="672401">
                <a:moveTo>
                  <a:pt x="0" y="527004"/>
                </a:moveTo>
                <a:cubicBezTo>
                  <a:pt x="1767144" y="203274"/>
                  <a:pt x="3563300" y="45549"/>
                  <a:pt x="5358124" y="8062"/>
                </a:cubicBezTo>
                <a:cubicBezTo>
                  <a:pt x="7644124" y="-39540"/>
                  <a:pt x="9936598" y="122547"/>
                  <a:pt x="12188952" y="523844"/>
                </a:cubicBezTo>
                <a:lnTo>
                  <a:pt x="12188952" y="672402"/>
                </a:lnTo>
                <a:cubicBezTo>
                  <a:pt x="10369561" y="341022"/>
                  <a:pt x="8520522" y="179252"/>
                  <a:pt x="6674023" y="150488"/>
                </a:cubicBezTo>
                <a:cubicBezTo>
                  <a:pt x="4439953" y="113823"/>
                  <a:pt x="2200804" y="276605"/>
                  <a:pt x="0" y="672402"/>
                </a:cubicBezTo>
                <a:cubicBezTo>
                  <a:pt x="0" y="623915"/>
                  <a:pt x="0" y="575491"/>
                  <a:pt x="0" y="527004"/>
                </a:cubicBezTo>
                <a:close/>
              </a:path>
            </a:pathLst>
          </a:custGeom>
          <a:blipFill>
            <a:blip r:embed="rId17">
              <a:extLst>
                <a:ext uri="{28A0092B-C50C-407E-A947-70E740481C1C}">
                  <a14:useLocalDpi xmlns:a14="http://schemas.microsoft.com/office/drawing/2010/main" val="0"/>
                </a:ext>
              </a:extLst>
            </a:blip>
            <a:stretch>
              <a:fillRect/>
            </a:stretch>
          </a:blipFill>
          <a:ln w="6345" cap="flat">
            <a:noFill/>
            <a:prstDash val="solid"/>
            <a:miter/>
          </a:ln>
        </p:spPr>
        <p:txBody>
          <a:bodyPr rtlCol="0" anchor="ctr"/>
          <a:lstStyle/>
          <a:p>
            <a:endParaRPr lang="en-US" dirty="0"/>
          </a:p>
        </p:txBody>
      </p:sp>
    </p:spTree>
    <p:extLst>
      <p:ext uri="{BB962C8B-B14F-4D97-AF65-F5344CB8AC3E}">
        <p14:creationId xmlns:p14="http://schemas.microsoft.com/office/powerpoint/2010/main" val="64268341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8"/>
                                        </p:tgtEl>
                                        <p:attrNameLst>
                                          <p:attrName>style.visibility</p:attrName>
                                        </p:attrNameLst>
                                      </p:cBhvr>
                                      <p:to>
                                        <p:strVal val="visible"/>
                                      </p:to>
                                    </p:set>
                                    <p:animEffect transition="in" filter="fade">
                                      <p:cBhvr>
                                        <p:cTn id="7" dur="250"/>
                                        <p:tgtEl>
                                          <p:spTgt spid="48"/>
                                        </p:tgtEl>
                                      </p:cBhvr>
                                    </p:animEffect>
                                  </p:childTnLst>
                                </p:cTn>
                              </p:par>
                              <p:par>
                                <p:cTn id="8" presetID="42" presetClass="path" presetSubtype="0" decel="100000" fill="hold" nodeType="withEffect">
                                  <p:stCondLst>
                                    <p:cond delay="0"/>
                                  </p:stCondLst>
                                  <p:childTnLst>
                                    <p:animMotion origin="layout" path="M 1.25E-6 0.03889 L 1.25E-6 1.85185E-6 " pathEditMode="relative" rAng="0" ptsTypes="AA">
                                      <p:cBhvr>
                                        <p:cTn id="9" dur="500" fill="hold"/>
                                        <p:tgtEl>
                                          <p:spTgt spid="48"/>
                                        </p:tgtEl>
                                        <p:attrNameLst>
                                          <p:attrName>ppt_x</p:attrName>
                                          <p:attrName>ppt_y</p:attrName>
                                        </p:attrNameLst>
                                      </p:cBhvr>
                                      <p:rCtr x="0" y="-1944"/>
                                    </p:animMotion>
                                  </p:childTnLst>
                                </p:cTn>
                              </p:par>
                              <p:par>
                                <p:cTn id="10" presetID="10" presetClass="entr" presetSubtype="0" fill="hold" nodeType="withEffect">
                                  <p:stCondLst>
                                    <p:cond delay="200"/>
                                  </p:stCondLst>
                                  <p:childTnLst>
                                    <p:set>
                                      <p:cBhvr>
                                        <p:cTn id="11" dur="1" fill="hold">
                                          <p:stCondLst>
                                            <p:cond delay="0"/>
                                          </p:stCondLst>
                                        </p:cTn>
                                        <p:tgtEl>
                                          <p:spTgt spid="49"/>
                                        </p:tgtEl>
                                        <p:attrNameLst>
                                          <p:attrName>style.visibility</p:attrName>
                                        </p:attrNameLst>
                                      </p:cBhvr>
                                      <p:to>
                                        <p:strVal val="visible"/>
                                      </p:to>
                                    </p:set>
                                    <p:animEffect transition="in" filter="fade">
                                      <p:cBhvr>
                                        <p:cTn id="12" dur="250"/>
                                        <p:tgtEl>
                                          <p:spTgt spid="49"/>
                                        </p:tgtEl>
                                      </p:cBhvr>
                                    </p:animEffect>
                                  </p:childTnLst>
                                </p:cTn>
                              </p:par>
                              <p:par>
                                <p:cTn id="13" presetID="42" presetClass="path" presetSubtype="0" decel="100000" fill="hold" nodeType="withEffect">
                                  <p:stCondLst>
                                    <p:cond delay="200"/>
                                  </p:stCondLst>
                                  <p:childTnLst>
                                    <p:animMotion origin="layout" path="M -3.75E-6 -0.03472 L -3.75E-6 1.85185E-6 " pathEditMode="relative" rAng="0" ptsTypes="AA">
                                      <p:cBhvr>
                                        <p:cTn id="14" dur="500" fill="hold"/>
                                        <p:tgtEl>
                                          <p:spTgt spid="49"/>
                                        </p:tgtEl>
                                        <p:attrNameLst>
                                          <p:attrName>ppt_x</p:attrName>
                                          <p:attrName>ppt_y</p:attrName>
                                        </p:attrNameLst>
                                      </p:cBhvr>
                                      <p:rCtr x="0" y="1736"/>
                                    </p:animMotion>
                                  </p:childTnLst>
                                </p:cTn>
                              </p:par>
                              <p:par>
                                <p:cTn id="15" presetID="10" presetClass="entr" presetSubtype="0" fill="hold" nodeType="withEffect">
                                  <p:stCondLst>
                                    <p:cond delay="400"/>
                                  </p:stCondLst>
                                  <p:childTnLst>
                                    <p:set>
                                      <p:cBhvr>
                                        <p:cTn id="16" dur="1" fill="hold">
                                          <p:stCondLst>
                                            <p:cond delay="0"/>
                                          </p:stCondLst>
                                        </p:cTn>
                                        <p:tgtEl>
                                          <p:spTgt spid="50"/>
                                        </p:tgtEl>
                                        <p:attrNameLst>
                                          <p:attrName>style.visibility</p:attrName>
                                        </p:attrNameLst>
                                      </p:cBhvr>
                                      <p:to>
                                        <p:strVal val="visible"/>
                                      </p:to>
                                    </p:set>
                                    <p:animEffect transition="in" filter="fade">
                                      <p:cBhvr>
                                        <p:cTn id="17" dur="250"/>
                                        <p:tgtEl>
                                          <p:spTgt spid="50"/>
                                        </p:tgtEl>
                                      </p:cBhvr>
                                    </p:animEffect>
                                  </p:childTnLst>
                                </p:cTn>
                              </p:par>
                              <p:par>
                                <p:cTn id="18" presetID="42" presetClass="path" presetSubtype="0" decel="100000" fill="hold" nodeType="withEffect">
                                  <p:stCondLst>
                                    <p:cond delay="400"/>
                                  </p:stCondLst>
                                  <p:childTnLst>
                                    <p:animMotion origin="layout" path="M 1.25E-6 0.03889 L 1.25E-6 1.85185E-6 " pathEditMode="relative" rAng="0" ptsTypes="AA">
                                      <p:cBhvr>
                                        <p:cTn id="19" dur="500" fill="hold"/>
                                        <p:tgtEl>
                                          <p:spTgt spid="50"/>
                                        </p:tgtEl>
                                        <p:attrNameLst>
                                          <p:attrName>ppt_x</p:attrName>
                                          <p:attrName>ppt_y</p:attrName>
                                        </p:attrNameLst>
                                      </p:cBhvr>
                                      <p:rCtr x="0" y="-1944"/>
                                    </p:animMotion>
                                  </p:childTnLst>
                                </p:cTn>
                              </p:par>
                              <p:par>
                                <p:cTn id="20" presetID="10" presetClass="entr" presetSubtype="0" fill="hold" nodeType="withEffect">
                                  <p:stCondLst>
                                    <p:cond delay="600"/>
                                  </p:stCondLst>
                                  <p:childTnLst>
                                    <p:set>
                                      <p:cBhvr>
                                        <p:cTn id="21" dur="1" fill="hold">
                                          <p:stCondLst>
                                            <p:cond delay="0"/>
                                          </p:stCondLst>
                                        </p:cTn>
                                        <p:tgtEl>
                                          <p:spTgt spid="51"/>
                                        </p:tgtEl>
                                        <p:attrNameLst>
                                          <p:attrName>style.visibility</p:attrName>
                                        </p:attrNameLst>
                                      </p:cBhvr>
                                      <p:to>
                                        <p:strVal val="visible"/>
                                      </p:to>
                                    </p:set>
                                    <p:animEffect transition="in" filter="fade">
                                      <p:cBhvr>
                                        <p:cTn id="22" dur="250"/>
                                        <p:tgtEl>
                                          <p:spTgt spid="51"/>
                                        </p:tgtEl>
                                      </p:cBhvr>
                                    </p:animEffect>
                                  </p:childTnLst>
                                </p:cTn>
                              </p:par>
                              <p:par>
                                <p:cTn id="23" presetID="42" presetClass="path" presetSubtype="0" decel="100000" fill="hold" nodeType="withEffect">
                                  <p:stCondLst>
                                    <p:cond delay="600"/>
                                  </p:stCondLst>
                                  <p:childTnLst>
                                    <p:animMotion origin="layout" path="M -3.75E-6 -0.03472 L -3.75E-6 1.85185E-6 " pathEditMode="relative" rAng="0" ptsTypes="AA">
                                      <p:cBhvr>
                                        <p:cTn id="24" dur="500" fill="hold"/>
                                        <p:tgtEl>
                                          <p:spTgt spid="51"/>
                                        </p:tgtEl>
                                        <p:attrNameLst>
                                          <p:attrName>ppt_x</p:attrName>
                                          <p:attrName>ppt_y</p:attrName>
                                        </p:attrNameLst>
                                      </p:cBhvr>
                                      <p:rCtr x="0" y="1736"/>
                                    </p:animMotion>
                                  </p:childTnLst>
                                </p:cTn>
                              </p:par>
                              <p:par>
                                <p:cTn id="25" presetID="10" presetClass="entr" presetSubtype="0" fill="hold" nodeType="withEffect">
                                  <p:stCondLst>
                                    <p:cond delay="800"/>
                                  </p:stCondLst>
                                  <p:childTnLst>
                                    <p:set>
                                      <p:cBhvr>
                                        <p:cTn id="26" dur="1" fill="hold">
                                          <p:stCondLst>
                                            <p:cond delay="0"/>
                                          </p:stCondLst>
                                        </p:cTn>
                                        <p:tgtEl>
                                          <p:spTgt spid="52"/>
                                        </p:tgtEl>
                                        <p:attrNameLst>
                                          <p:attrName>style.visibility</p:attrName>
                                        </p:attrNameLst>
                                      </p:cBhvr>
                                      <p:to>
                                        <p:strVal val="visible"/>
                                      </p:to>
                                    </p:set>
                                    <p:animEffect transition="in" filter="fade">
                                      <p:cBhvr>
                                        <p:cTn id="27" dur="250"/>
                                        <p:tgtEl>
                                          <p:spTgt spid="52"/>
                                        </p:tgtEl>
                                      </p:cBhvr>
                                    </p:animEffect>
                                  </p:childTnLst>
                                </p:cTn>
                              </p:par>
                              <p:par>
                                <p:cTn id="28" presetID="42" presetClass="path" presetSubtype="0" decel="100000" fill="hold" nodeType="withEffect">
                                  <p:stCondLst>
                                    <p:cond delay="800"/>
                                  </p:stCondLst>
                                  <p:childTnLst>
                                    <p:animMotion origin="layout" path="M 1.25E-6 0.03889 L 1.25E-6 1.85185E-6 " pathEditMode="relative" rAng="0" ptsTypes="AA">
                                      <p:cBhvr>
                                        <p:cTn id="29" dur="500" fill="hold"/>
                                        <p:tgtEl>
                                          <p:spTgt spid="52"/>
                                        </p:tgtEl>
                                        <p:attrNameLst>
                                          <p:attrName>ppt_x</p:attrName>
                                          <p:attrName>ppt_y</p:attrName>
                                        </p:attrNameLst>
                                      </p:cBhvr>
                                      <p:rCtr x="0" y="-1944"/>
                                    </p:animMotion>
                                  </p:childTnLst>
                                </p:cTn>
                              </p:par>
                              <p:par>
                                <p:cTn id="30" presetID="10" presetClass="entr" presetSubtype="0" fill="hold" nodeType="withEffect">
                                  <p:stCondLst>
                                    <p:cond delay="1000"/>
                                  </p:stCondLst>
                                  <p:childTnLst>
                                    <p:set>
                                      <p:cBhvr>
                                        <p:cTn id="31" dur="1" fill="hold">
                                          <p:stCondLst>
                                            <p:cond delay="0"/>
                                          </p:stCondLst>
                                        </p:cTn>
                                        <p:tgtEl>
                                          <p:spTgt spid="53"/>
                                        </p:tgtEl>
                                        <p:attrNameLst>
                                          <p:attrName>style.visibility</p:attrName>
                                        </p:attrNameLst>
                                      </p:cBhvr>
                                      <p:to>
                                        <p:strVal val="visible"/>
                                      </p:to>
                                    </p:set>
                                    <p:animEffect transition="in" filter="fade">
                                      <p:cBhvr>
                                        <p:cTn id="32" dur="250"/>
                                        <p:tgtEl>
                                          <p:spTgt spid="53"/>
                                        </p:tgtEl>
                                      </p:cBhvr>
                                    </p:animEffect>
                                  </p:childTnLst>
                                </p:cTn>
                              </p:par>
                              <p:par>
                                <p:cTn id="33" presetID="42" presetClass="path" presetSubtype="0" decel="100000" fill="hold" nodeType="withEffect">
                                  <p:stCondLst>
                                    <p:cond delay="1000"/>
                                  </p:stCondLst>
                                  <p:childTnLst>
                                    <p:animMotion origin="layout" path="M -3.75E-6 -0.03472 L -3.75E-6 1.85185E-6 " pathEditMode="relative" rAng="0" ptsTypes="AA">
                                      <p:cBhvr>
                                        <p:cTn id="34" dur="500" fill="hold"/>
                                        <p:tgtEl>
                                          <p:spTgt spid="53"/>
                                        </p:tgtEl>
                                        <p:attrNameLst>
                                          <p:attrName>ppt_x</p:attrName>
                                          <p:attrName>ppt_y</p:attrName>
                                        </p:attrNameLst>
                                      </p:cBhvr>
                                      <p:rCtr x="0" y="1736"/>
                                    </p:animMotion>
                                  </p:childTnLst>
                                </p:cTn>
                              </p:par>
                              <p:par>
                                <p:cTn id="35" presetID="10" presetClass="entr" presetSubtype="0" fill="hold" nodeType="withEffect">
                                  <p:stCondLst>
                                    <p:cond delay="1200"/>
                                  </p:stCondLst>
                                  <p:childTnLst>
                                    <p:set>
                                      <p:cBhvr>
                                        <p:cTn id="36" dur="1" fill="hold">
                                          <p:stCondLst>
                                            <p:cond delay="0"/>
                                          </p:stCondLst>
                                        </p:cTn>
                                        <p:tgtEl>
                                          <p:spTgt spid="54"/>
                                        </p:tgtEl>
                                        <p:attrNameLst>
                                          <p:attrName>style.visibility</p:attrName>
                                        </p:attrNameLst>
                                      </p:cBhvr>
                                      <p:to>
                                        <p:strVal val="visible"/>
                                      </p:to>
                                    </p:set>
                                    <p:animEffect transition="in" filter="fade">
                                      <p:cBhvr>
                                        <p:cTn id="37" dur="250"/>
                                        <p:tgtEl>
                                          <p:spTgt spid="54"/>
                                        </p:tgtEl>
                                      </p:cBhvr>
                                    </p:animEffect>
                                  </p:childTnLst>
                                </p:cTn>
                              </p:par>
                              <p:par>
                                <p:cTn id="38" presetID="42" presetClass="path" presetSubtype="0" decel="100000" fill="hold" nodeType="withEffect">
                                  <p:stCondLst>
                                    <p:cond delay="1200"/>
                                  </p:stCondLst>
                                  <p:childTnLst>
                                    <p:animMotion origin="layout" path="M 1.25E-6 0.03889 L 1.25E-6 1.85185E-6 " pathEditMode="relative" rAng="0" ptsTypes="AA">
                                      <p:cBhvr>
                                        <p:cTn id="39" dur="500" fill="hold"/>
                                        <p:tgtEl>
                                          <p:spTgt spid="54"/>
                                        </p:tgtEl>
                                        <p:attrNameLst>
                                          <p:attrName>ppt_x</p:attrName>
                                          <p:attrName>ppt_y</p:attrName>
                                        </p:attrNameLst>
                                      </p:cBhvr>
                                      <p:rCtr x="0" y="-1944"/>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EDE1181-EDE2-DA77-D1ED-14882D37474D}"/>
              </a:ext>
            </a:extLst>
          </p:cNvPr>
          <p:cNvSpPr/>
          <p:nvPr/>
        </p:nvSpPr>
        <p:spPr>
          <a:xfrm>
            <a:off x="387178" y="1901318"/>
            <a:ext cx="45719" cy="584886"/>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Oracle Sans" panose="020B0503020204020204" pitchFamily="34" charset="0"/>
            </a:endParaRPr>
          </a:p>
        </p:txBody>
      </p:sp>
      <p:sp>
        <p:nvSpPr>
          <p:cNvPr id="3" name="White GTM">
            <a:extLst>
              <a:ext uri="{FF2B5EF4-FFF2-40B4-BE49-F238E27FC236}">
                <a16:creationId xmlns:a16="http://schemas.microsoft.com/office/drawing/2014/main" id="{6B46EEE0-0A69-6BF0-10D0-DEFD812928DD}"/>
              </a:ext>
            </a:extLst>
          </p:cNvPr>
          <p:cNvSpPr txBox="1">
            <a:spLocks/>
          </p:cNvSpPr>
          <p:nvPr/>
        </p:nvSpPr>
        <p:spPr>
          <a:xfrm>
            <a:off x="486032" y="1986691"/>
            <a:ext cx="3216877" cy="461665"/>
          </a:xfrm>
          <a:prstGeom prst="rect">
            <a:avLst/>
          </a:prstGeom>
          <a:noFill/>
        </p:spPr>
        <p:txBody>
          <a:bodyPr wrap="square" rtlCol="0">
            <a:spAutoFit/>
          </a:bodyPr>
          <a:lstStyle/>
          <a:p>
            <a:r>
              <a:rPr lang="en-US" sz="2400" b="1" dirty="0">
                <a:latin typeface="Oracle Sans Tab" panose="020B0503020204020204" pitchFamily="34" charset="0"/>
                <a:cs typeface="Oracle Sans Tab" panose="020B0503020204020204" pitchFamily="34" charset="0"/>
              </a:rPr>
              <a:t>GTM Collaboration</a:t>
            </a:r>
          </a:p>
        </p:txBody>
      </p:sp>
      <p:sp>
        <p:nvSpPr>
          <p:cNvPr id="6" name="TextBox 5">
            <a:extLst>
              <a:ext uri="{FF2B5EF4-FFF2-40B4-BE49-F238E27FC236}">
                <a16:creationId xmlns:a16="http://schemas.microsoft.com/office/drawing/2014/main" id="{C1A89059-CC5E-25BE-4C59-13631B970788}"/>
              </a:ext>
            </a:extLst>
          </p:cNvPr>
          <p:cNvSpPr txBox="1"/>
          <p:nvPr/>
        </p:nvSpPr>
        <p:spPr>
          <a:xfrm>
            <a:off x="486032" y="2695145"/>
            <a:ext cx="3962401" cy="461665"/>
          </a:xfrm>
          <a:prstGeom prst="rect">
            <a:avLst/>
          </a:prstGeom>
          <a:noFill/>
        </p:spPr>
        <p:txBody>
          <a:bodyPr wrap="square" rtlCol="0">
            <a:spAutoFit/>
          </a:bodyPr>
          <a:lstStyle/>
          <a:p>
            <a:r>
              <a:rPr lang="en-US" sz="2400" b="1" dirty="0">
                <a:latin typeface="Oracle Sans Tab" panose="020B0503020204020204" pitchFamily="34" charset="0"/>
                <a:cs typeface="Oracle Sans Tab" panose="020B0503020204020204" pitchFamily="34" charset="0"/>
              </a:rPr>
              <a:t>Technical Accelerators</a:t>
            </a:r>
          </a:p>
        </p:txBody>
      </p:sp>
      <p:sp>
        <p:nvSpPr>
          <p:cNvPr id="7" name="TextBox 6">
            <a:extLst>
              <a:ext uri="{FF2B5EF4-FFF2-40B4-BE49-F238E27FC236}">
                <a16:creationId xmlns:a16="http://schemas.microsoft.com/office/drawing/2014/main" id="{D4EE8B7F-F00F-7BA6-356F-7A08C9C6A27F}"/>
              </a:ext>
            </a:extLst>
          </p:cNvPr>
          <p:cNvSpPr txBox="1"/>
          <p:nvPr/>
        </p:nvSpPr>
        <p:spPr>
          <a:xfrm>
            <a:off x="486032" y="3403599"/>
            <a:ext cx="4024185" cy="461665"/>
          </a:xfrm>
          <a:prstGeom prst="rect">
            <a:avLst/>
          </a:prstGeom>
          <a:noFill/>
        </p:spPr>
        <p:txBody>
          <a:bodyPr wrap="square" rtlCol="0">
            <a:spAutoFit/>
          </a:bodyPr>
          <a:lstStyle/>
          <a:p>
            <a:r>
              <a:rPr lang="en-US" sz="2400" b="1" dirty="0">
                <a:latin typeface="Oracle Sans Tab" panose="020B0503020204020204" pitchFamily="34" charset="0"/>
                <a:cs typeface="Oracle Sans Tab" panose="020B0503020204020204" pitchFamily="34" charset="0"/>
              </a:rPr>
              <a:t>Success Support </a:t>
            </a:r>
          </a:p>
        </p:txBody>
      </p:sp>
      <p:sp>
        <p:nvSpPr>
          <p:cNvPr id="12" name="Yellow Training">
            <a:extLst>
              <a:ext uri="{FF2B5EF4-FFF2-40B4-BE49-F238E27FC236}">
                <a16:creationId xmlns:a16="http://schemas.microsoft.com/office/drawing/2014/main" id="{F704F7BA-4036-0583-C47B-526DBA45B716}"/>
              </a:ext>
            </a:extLst>
          </p:cNvPr>
          <p:cNvSpPr txBox="1">
            <a:spLocks/>
          </p:cNvSpPr>
          <p:nvPr/>
        </p:nvSpPr>
        <p:spPr>
          <a:xfrm>
            <a:off x="486032" y="1278237"/>
            <a:ext cx="4744996" cy="461665"/>
          </a:xfrm>
          <a:prstGeom prst="rect">
            <a:avLst/>
          </a:prstGeom>
          <a:noFill/>
        </p:spPr>
        <p:txBody>
          <a:bodyPr wrap="square" rtlCol="0">
            <a:spAutoFit/>
          </a:bodyPr>
          <a:lstStyle/>
          <a:p>
            <a:r>
              <a:rPr lang="en-US" sz="2400" b="1" dirty="0">
                <a:latin typeface="Oracle Sans Tab" panose="020B0503020204020204" pitchFamily="34" charset="0"/>
                <a:cs typeface="Oracle Sans Tab" panose="020B0503020204020204" pitchFamily="34" charset="0"/>
              </a:rPr>
              <a:t>Training &amp; Enablement</a:t>
            </a:r>
          </a:p>
        </p:txBody>
      </p:sp>
      <p:sp>
        <p:nvSpPr>
          <p:cNvPr id="4" name="Footer Placeholder 2">
            <a:extLst>
              <a:ext uri="{FF2B5EF4-FFF2-40B4-BE49-F238E27FC236}">
                <a16:creationId xmlns:a16="http://schemas.microsoft.com/office/drawing/2014/main" id="{128C660A-1E60-45AF-E36E-EE5126802034}"/>
              </a:ext>
            </a:extLst>
          </p:cNvPr>
          <p:cNvSpPr txBox="1">
            <a:spLocks/>
          </p:cNvSpPr>
          <p:nvPr/>
        </p:nvSpPr>
        <p:spPr>
          <a:xfrm>
            <a:off x="529290" y="4869657"/>
            <a:ext cx="3769900" cy="273844"/>
          </a:xfrm>
          <a:prstGeom prst="rect">
            <a:avLst/>
          </a:prstGeom>
        </p:spPr>
        <p:txBody>
          <a:bodyPr/>
          <a:lstStyle>
            <a:defPPr>
              <a:defRPr lang="en-US"/>
            </a:defPPr>
            <a:lvl1pPr marL="0" algn="l" defTabSz="674692" rtl="0" eaLnBrk="1" latinLnBrk="0" hangingPunct="1">
              <a:defRPr sz="1328" kern="1200">
                <a:solidFill>
                  <a:schemeClr val="tx1"/>
                </a:solidFill>
                <a:latin typeface="+mn-lt"/>
                <a:ea typeface="+mn-ea"/>
                <a:cs typeface="+mn-cs"/>
              </a:defRPr>
            </a:lvl1pPr>
            <a:lvl2pPr marL="337347" algn="l" defTabSz="674692" rtl="0" eaLnBrk="1" latinLnBrk="0" hangingPunct="1">
              <a:defRPr sz="1328" kern="1200">
                <a:solidFill>
                  <a:schemeClr val="tx1"/>
                </a:solidFill>
                <a:latin typeface="+mn-lt"/>
                <a:ea typeface="+mn-ea"/>
                <a:cs typeface="+mn-cs"/>
              </a:defRPr>
            </a:lvl2pPr>
            <a:lvl3pPr marL="674692" algn="l" defTabSz="674692" rtl="0" eaLnBrk="1" latinLnBrk="0" hangingPunct="1">
              <a:defRPr sz="1328" kern="1200">
                <a:solidFill>
                  <a:schemeClr val="tx1"/>
                </a:solidFill>
                <a:latin typeface="+mn-lt"/>
                <a:ea typeface="+mn-ea"/>
                <a:cs typeface="+mn-cs"/>
              </a:defRPr>
            </a:lvl3pPr>
            <a:lvl4pPr marL="1012039" algn="l" defTabSz="674692" rtl="0" eaLnBrk="1" latinLnBrk="0" hangingPunct="1">
              <a:defRPr sz="1328" kern="1200">
                <a:solidFill>
                  <a:schemeClr val="tx1"/>
                </a:solidFill>
                <a:latin typeface="+mn-lt"/>
                <a:ea typeface="+mn-ea"/>
                <a:cs typeface="+mn-cs"/>
              </a:defRPr>
            </a:lvl4pPr>
            <a:lvl5pPr marL="1349384" algn="l" defTabSz="674692" rtl="0" eaLnBrk="1" latinLnBrk="0" hangingPunct="1">
              <a:defRPr sz="1328" kern="1200">
                <a:solidFill>
                  <a:schemeClr val="tx1"/>
                </a:solidFill>
                <a:latin typeface="+mn-lt"/>
                <a:ea typeface="+mn-ea"/>
                <a:cs typeface="+mn-cs"/>
              </a:defRPr>
            </a:lvl5pPr>
            <a:lvl6pPr marL="1686731" algn="l" defTabSz="674692" rtl="0" eaLnBrk="1" latinLnBrk="0" hangingPunct="1">
              <a:defRPr sz="1328" kern="1200">
                <a:solidFill>
                  <a:schemeClr val="tx1"/>
                </a:solidFill>
                <a:latin typeface="+mn-lt"/>
                <a:ea typeface="+mn-ea"/>
                <a:cs typeface="+mn-cs"/>
              </a:defRPr>
            </a:lvl6pPr>
            <a:lvl7pPr marL="2024077" algn="l" defTabSz="674692" rtl="0" eaLnBrk="1" latinLnBrk="0" hangingPunct="1">
              <a:defRPr sz="1328" kern="1200">
                <a:solidFill>
                  <a:schemeClr val="tx1"/>
                </a:solidFill>
                <a:latin typeface="+mn-lt"/>
                <a:ea typeface="+mn-ea"/>
                <a:cs typeface="+mn-cs"/>
              </a:defRPr>
            </a:lvl7pPr>
            <a:lvl8pPr marL="2361423" algn="l" defTabSz="674692" rtl="0" eaLnBrk="1" latinLnBrk="0" hangingPunct="1">
              <a:defRPr sz="1328" kern="1200">
                <a:solidFill>
                  <a:schemeClr val="tx1"/>
                </a:solidFill>
                <a:latin typeface="+mn-lt"/>
                <a:ea typeface="+mn-ea"/>
                <a:cs typeface="+mn-cs"/>
              </a:defRPr>
            </a:lvl8pPr>
            <a:lvl9pPr marL="2698769" algn="l" defTabSz="674692" rtl="0" eaLnBrk="1" latinLnBrk="0" hangingPunct="1">
              <a:defRPr sz="1328" kern="1200">
                <a:solidFill>
                  <a:schemeClr val="tx1"/>
                </a:solidFill>
                <a:latin typeface="+mn-lt"/>
                <a:ea typeface="+mn-ea"/>
                <a:cs typeface="+mn-cs"/>
              </a:defRPr>
            </a:lvl9pPr>
          </a:lstStyle>
          <a:p>
            <a:r>
              <a:rPr lang="en-US" sz="530" dirty="0">
                <a:latin typeface="Oracle Sans" panose="020B0503020204020204" pitchFamily="34" charset="0"/>
                <a:cs typeface="Oracle Sans" panose="020B0503020204020204" pitchFamily="34" charset="0"/>
                <a:sym typeface="Symbol" pitchFamily="2" charset="2"/>
              </a:rPr>
              <a:t>Copyright © 2025, Oracle and/or its affiliates. All rights reserved.</a:t>
            </a:r>
            <a:endParaRPr lang="en-CA" sz="530" dirty="0">
              <a:latin typeface="Oracle Sans" panose="020B0503020204020204" pitchFamily="34" charset="0"/>
              <a:cs typeface="Oracle Sans" panose="020B0503020204020204" pitchFamily="34" charset="0"/>
            </a:endParaRPr>
          </a:p>
        </p:txBody>
      </p:sp>
      <p:sp>
        <p:nvSpPr>
          <p:cNvPr id="5" name="Slide Number Placeholder 3">
            <a:extLst>
              <a:ext uri="{FF2B5EF4-FFF2-40B4-BE49-F238E27FC236}">
                <a16:creationId xmlns:a16="http://schemas.microsoft.com/office/drawing/2014/main" id="{FDF9C75F-9CE3-A71F-ADDA-C95AEFBFFD81}"/>
              </a:ext>
            </a:extLst>
          </p:cNvPr>
          <p:cNvSpPr txBox="1">
            <a:spLocks/>
          </p:cNvSpPr>
          <p:nvPr/>
        </p:nvSpPr>
        <p:spPr>
          <a:xfrm>
            <a:off x="195597" y="4869657"/>
            <a:ext cx="326888" cy="273844"/>
          </a:xfrm>
          <a:prstGeom prst="rect">
            <a:avLst/>
          </a:prstGeom>
        </p:spPr>
        <p:txBody>
          <a:bodyPr/>
          <a:lstStyle>
            <a:defPPr>
              <a:defRPr lang="en-US"/>
            </a:defPPr>
            <a:lvl1pPr marL="0" algn="l" defTabSz="674692" rtl="0" eaLnBrk="1" latinLnBrk="0" hangingPunct="1">
              <a:defRPr sz="1328" kern="1200">
                <a:solidFill>
                  <a:schemeClr val="tx1"/>
                </a:solidFill>
                <a:latin typeface="+mn-lt"/>
                <a:ea typeface="+mn-ea"/>
                <a:cs typeface="+mn-cs"/>
              </a:defRPr>
            </a:lvl1pPr>
            <a:lvl2pPr marL="337347" algn="l" defTabSz="674692" rtl="0" eaLnBrk="1" latinLnBrk="0" hangingPunct="1">
              <a:defRPr sz="1328" kern="1200">
                <a:solidFill>
                  <a:schemeClr val="tx1"/>
                </a:solidFill>
                <a:latin typeface="+mn-lt"/>
                <a:ea typeface="+mn-ea"/>
                <a:cs typeface="+mn-cs"/>
              </a:defRPr>
            </a:lvl2pPr>
            <a:lvl3pPr marL="674692" algn="l" defTabSz="674692" rtl="0" eaLnBrk="1" latinLnBrk="0" hangingPunct="1">
              <a:defRPr sz="1328" kern="1200">
                <a:solidFill>
                  <a:schemeClr val="tx1"/>
                </a:solidFill>
                <a:latin typeface="+mn-lt"/>
                <a:ea typeface="+mn-ea"/>
                <a:cs typeface="+mn-cs"/>
              </a:defRPr>
            </a:lvl3pPr>
            <a:lvl4pPr marL="1012039" algn="l" defTabSz="674692" rtl="0" eaLnBrk="1" latinLnBrk="0" hangingPunct="1">
              <a:defRPr sz="1328" kern="1200">
                <a:solidFill>
                  <a:schemeClr val="tx1"/>
                </a:solidFill>
                <a:latin typeface="+mn-lt"/>
                <a:ea typeface="+mn-ea"/>
                <a:cs typeface="+mn-cs"/>
              </a:defRPr>
            </a:lvl4pPr>
            <a:lvl5pPr marL="1349384" algn="l" defTabSz="674692" rtl="0" eaLnBrk="1" latinLnBrk="0" hangingPunct="1">
              <a:defRPr sz="1328" kern="1200">
                <a:solidFill>
                  <a:schemeClr val="tx1"/>
                </a:solidFill>
                <a:latin typeface="+mn-lt"/>
                <a:ea typeface="+mn-ea"/>
                <a:cs typeface="+mn-cs"/>
              </a:defRPr>
            </a:lvl5pPr>
            <a:lvl6pPr marL="1686731" algn="l" defTabSz="674692" rtl="0" eaLnBrk="1" latinLnBrk="0" hangingPunct="1">
              <a:defRPr sz="1328" kern="1200">
                <a:solidFill>
                  <a:schemeClr val="tx1"/>
                </a:solidFill>
                <a:latin typeface="+mn-lt"/>
                <a:ea typeface="+mn-ea"/>
                <a:cs typeface="+mn-cs"/>
              </a:defRPr>
            </a:lvl6pPr>
            <a:lvl7pPr marL="2024077" algn="l" defTabSz="674692" rtl="0" eaLnBrk="1" latinLnBrk="0" hangingPunct="1">
              <a:defRPr sz="1328" kern="1200">
                <a:solidFill>
                  <a:schemeClr val="tx1"/>
                </a:solidFill>
                <a:latin typeface="+mn-lt"/>
                <a:ea typeface="+mn-ea"/>
                <a:cs typeface="+mn-cs"/>
              </a:defRPr>
            </a:lvl7pPr>
            <a:lvl8pPr marL="2361423" algn="l" defTabSz="674692" rtl="0" eaLnBrk="1" latinLnBrk="0" hangingPunct="1">
              <a:defRPr sz="1328" kern="1200">
                <a:solidFill>
                  <a:schemeClr val="tx1"/>
                </a:solidFill>
                <a:latin typeface="+mn-lt"/>
                <a:ea typeface="+mn-ea"/>
                <a:cs typeface="+mn-cs"/>
              </a:defRPr>
            </a:lvl8pPr>
            <a:lvl9pPr marL="2698769" algn="l" defTabSz="674692" rtl="0" eaLnBrk="1" latinLnBrk="0" hangingPunct="1">
              <a:defRPr sz="1328" kern="1200">
                <a:solidFill>
                  <a:schemeClr val="tx1"/>
                </a:solidFill>
                <a:latin typeface="+mn-lt"/>
                <a:ea typeface="+mn-ea"/>
                <a:cs typeface="+mn-cs"/>
              </a:defRPr>
            </a:lvl9pPr>
          </a:lstStyle>
          <a:p>
            <a:fld id="{CFF4B978-1D82-7745-80C5-DBABA6B131D3}" type="slidenum">
              <a:rPr lang="en-US" sz="530" smtClean="0">
                <a:latin typeface="Oracle Sans" panose="020B0503020204020204" pitchFamily="34" charset="0"/>
                <a:cs typeface="Oracle Sans" panose="020B0503020204020204" pitchFamily="34" charset="0"/>
              </a:rPr>
              <a:pPr/>
              <a:t>10</a:t>
            </a:fld>
            <a:endParaRPr lang="en-US" sz="530" dirty="0">
              <a:latin typeface="Oracle Sans" panose="020B0503020204020204" pitchFamily="34" charset="0"/>
              <a:cs typeface="Oracle Sans" panose="020B0503020204020204" pitchFamily="34" charset="0"/>
            </a:endParaRPr>
          </a:p>
        </p:txBody>
      </p:sp>
    </p:spTree>
    <p:extLst>
      <p:ext uri="{BB962C8B-B14F-4D97-AF65-F5344CB8AC3E}">
        <p14:creationId xmlns:p14="http://schemas.microsoft.com/office/powerpoint/2010/main" val="413088899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50"/>
                                        <p:tgtEl>
                                          <p:spTgt spid="2"/>
                                        </p:tgtEl>
                                      </p:cBhvr>
                                    </p:animEffect>
                                  </p:childTnLst>
                                </p:cTn>
                              </p:par>
                              <p:par>
                                <p:cTn id="8" presetID="42" presetClass="path" presetSubtype="0" decel="100000" fill="hold" grpId="1" nodeType="withEffect">
                                  <p:stCondLst>
                                    <p:cond delay="0"/>
                                  </p:stCondLst>
                                  <p:childTnLst>
                                    <p:animMotion origin="layout" path="M -1.66667E-6 -0.03456 L -1.66667E-6 -3.20988E-6 " pathEditMode="relative" rAng="0" ptsTypes="AA">
                                      <p:cBhvr>
                                        <p:cTn id="9" dur="500" fill="hold"/>
                                        <p:tgtEl>
                                          <p:spTgt spid="2"/>
                                        </p:tgtEl>
                                        <p:attrNameLst>
                                          <p:attrName>ppt_x</p:attrName>
                                          <p:attrName>ppt_y</p:attrName>
                                        </p:attrNameLst>
                                      </p:cBhvr>
                                      <p:rCtr x="0" y="1728"/>
                                    </p:animMotion>
                                  </p:childTnLst>
                                </p:cTn>
                              </p:par>
                              <p:par>
                                <p:cTn id="10" presetID="3" presetClass="emph" presetSubtype="2" fill="hold" grpId="0" nodeType="withEffect">
                                  <p:stCondLst>
                                    <p:cond delay="0"/>
                                  </p:stCondLst>
                                  <p:childTnLst>
                                    <p:animClr clrSpc="rgb" dir="cw">
                                      <p:cBhvr override="childStyle">
                                        <p:cTn id="11" dur="1000" fill="hold"/>
                                        <p:tgtEl>
                                          <p:spTgt spid="3"/>
                                        </p:tgtEl>
                                        <p:attrNameLst>
                                          <p:attrName>style.color</p:attrName>
                                        </p:attrNameLst>
                                      </p:cBhvr>
                                      <p:to>
                                        <a:srgbClr val="FFE864"/>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DE2A194-276E-EE8D-C1FC-030AA69AFC1E}"/>
              </a:ext>
            </a:extLst>
          </p:cNvPr>
          <p:cNvSpPr>
            <a:spLocks noGrp="1" noRot="1" noMove="1" noResize="1" noEditPoints="1" noAdjustHandles="1" noChangeArrowheads="1" noChangeShapeType="1"/>
          </p:cNvSpPr>
          <p:nvPr/>
        </p:nvSpPr>
        <p:spPr>
          <a:xfrm>
            <a:off x="8357191" y="4677557"/>
            <a:ext cx="582310" cy="465943"/>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ooter Placeholder 2">
            <a:extLst>
              <a:ext uri="{FF2B5EF4-FFF2-40B4-BE49-F238E27FC236}">
                <a16:creationId xmlns:a16="http://schemas.microsoft.com/office/drawing/2014/main" id="{B83D9FDB-C869-463D-F54F-FDBF5E9685FC}"/>
              </a:ext>
            </a:extLst>
          </p:cNvPr>
          <p:cNvSpPr txBox="1">
            <a:spLocks/>
          </p:cNvSpPr>
          <p:nvPr/>
        </p:nvSpPr>
        <p:spPr>
          <a:xfrm>
            <a:off x="529290" y="4869657"/>
            <a:ext cx="3769900" cy="273844"/>
          </a:xfrm>
          <a:prstGeom prst="rect">
            <a:avLst/>
          </a:prstGeom>
        </p:spPr>
        <p:txBody>
          <a:bodyPr/>
          <a:lstStyle>
            <a:defPPr>
              <a:defRPr lang="en-US"/>
            </a:defPPr>
            <a:lvl1pPr marL="0" algn="l" defTabSz="674692" rtl="0" eaLnBrk="1" latinLnBrk="0" hangingPunct="1">
              <a:defRPr sz="1328" kern="1200">
                <a:solidFill>
                  <a:schemeClr val="tx1"/>
                </a:solidFill>
                <a:latin typeface="+mn-lt"/>
                <a:ea typeface="+mn-ea"/>
                <a:cs typeface="+mn-cs"/>
              </a:defRPr>
            </a:lvl1pPr>
            <a:lvl2pPr marL="337347" algn="l" defTabSz="674692" rtl="0" eaLnBrk="1" latinLnBrk="0" hangingPunct="1">
              <a:defRPr sz="1328" kern="1200">
                <a:solidFill>
                  <a:schemeClr val="tx1"/>
                </a:solidFill>
                <a:latin typeface="+mn-lt"/>
                <a:ea typeface="+mn-ea"/>
                <a:cs typeface="+mn-cs"/>
              </a:defRPr>
            </a:lvl2pPr>
            <a:lvl3pPr marL="674692" algn="l" defTabSz="674692" rtl="0" eaLnBrk="1" latinLnBrk="0" hangingPunct="1">
              <a:defRPr sz="1328" kern="1200">
                <a:solidFill>
                  <a:schemeClr val="tx1"/>
                </a:solidFill>
                <a:latin typeface="+mn-lt"/>
                <a:ea typeface="+mn-ea"/>
                <a:cs typeface="+mn-cs"/>
              </a:defRPr>
            </a:lvl3pPr>
            <a:lvl4pPr marL="1012039" algn="l" defTabSz="674692" rtl="0" eaLnBrk="1" latinLnBrk="0" hangingPunct="1">
              <a:defRPr sz="1328" kern="1200">
                <a:solidFill>
                  <a:schemeClr val="tx1"/>
                </a:solidFill>
                <a:latin typeface="+mn-lt"/>
                <a:ea typeface="+mn-ea"/>
                <a:cs typeface="+mn-cs"/>
              </a:defRPr>
            </a:lvl4pPr>
            <a:lvl5pPr marL="1349384" algn="l" defTabSz="674692" rtl="0" eaLnBrk="1" latinLnBrk="0" hangingPunct="1">
              <a:defRPr sz="1328" kern="1200">
                <a:solidFill>
                  <a:schemeClr val="tx1"/>
                </a:solidFill>
                <a:latin typeface="+mn-lt"/>
                <a:ea typeface="+mn-ea"/>
                <a:cs typeface="+mn-cs"/>
              </a:defRPr>
            </a:lvl5pPr>
            <a:lvl6pPr marL="1686731" algn="l" defTabSz="674692" rtl="0" eaLnBrk="1" latinLnBrk="0" hangingPunct="1">
              <a:defRPr sz="1328" kern="1200">
                <a:solidFill>
                  <a:schemeClr val="tx1"/>
                </a:solidFill>
                <a:latin typeface="+mn-lt"/>
                <a:ea typeface="+mn-ea"/>
                <a:cs typeface="+mn-cs"/>
              </a:defRPr>
            </a:lvl6pPr>
            <a:lvl7pPr marL="2024077" algn="l" defTabSz="674692" rtl="0" eaLnBrk="1" latinLnBrk="0" hangingPunct="1">
              <a:defRPr sz="1328" kern="1200">
                <a:solidFill>
                  <a:schemeClr val="tx1"/>
                </a:solidFill>
                <a:latin typeface="+mn-lt"/>
                <a:ea typeface="+mn-ea"/>
                <a:cs typeface="+mn-cs"/>
              </a:defRPr>
            </a:lvl7pPr>
            <a:lvl8pPr marL="2361423" algn="l" defTabSz="674692" rtl="0" eaLnBrk="1" latinLnBrk="0" hangingPunct="1">
              <a:defRPr sz="1328" kern="1200">
                <a:solidFill>
                  <a:schemeClr val="tx1"/>
                </a:solidFill>
                <a:latin typeface="+mn-lt"/>
                <a:ea typeface="+mn-ea"/>
                <a:cs typeface="+mn-cs"/>
              </a:defRPr>
            </a:lvl8pPr>
            <a:lvl9pPr marL="2698769" algn="l" defTabSz="674692" rtl="0" eaLnBrk="1" latinLnBrk="0" hangingPunct="1">
              <a:defRPr sz="1328" kern="1200">
                <a:solidFill>
                  <a:schemeClr val="tx1"/>
                </a:solidFill>
                <a:latin typeface="+mn-lt"/>
                <a:ea typeface="+mn-ea"/>
                <a:cs typeface="+mn-cs"/>
              </a:defRPr>
            </a:lvl9pPr>
          </a:lstStyle>
          <a:p>
            <a:r>
              <a:rPr lang="en-US" sz="530" dirty="0">
                <a:latin typeface="Oracle Sans" panose="020B0503020204020204" pitchFamily="34" charset="0"/>
                <a:cs typeface="Oracle Sans" panose="020B0503020204020204" pitchFamily="34" charset="0"/>
                <a:sym typeface="Symbol" pitchFamily="2" charset="2"/>
              </a:rPr>
              <a:t>Copyright © 2025, Oracle and/or its affiliates. All rights reserved.</a:t>
            </a:r>
            <a:endParaRPr lang="en-CA" sz="530" dirty="0">
              <a:latin typeface="Oracle Sans" panose="020B0503020204020204" pitchFamily="34" charset="0"/>
              <a:cs typeface="Oracle Sans" panose="020B0503020204020204" pitchFamily="34" charset="0"/>
            </a:endParaRPr>
          </a:p>
        </p:txBody>
      </p:sp>
      <p:sp>
        <p:nvSpPr>
          <p:cNvPr id="22" name="Slide Number Placeholder 3">
            <a:extLst>
              <a:ext uri="{FF2B5EF4-FFF2-40B4-BE49-F238E27FC236}">
                <a16:creationId xmlns:a16="http://schemas.microsoft.com/office/drawing/2014/main" id="{2E64EA33-923A-3125-EAC5-BC72F580268C}"/>
              </a:ext>
            </a:extLst>
          </p:cNvPr>
          <p:cNvSpPr txBox="1">
            <a:spLocks/>
          </p:cNvSpPr>
          <p:nvPr/>
        </p:nvSpPr>
        <p:spPr>
          <a:xfrm>
            <a:off x="195597" y="4869657"/>
            <a:ext cx="326888" cy="273844"/>
          </a:xfrm>
          <a:prstGeom prst="rect">
            <a:avLst/>
          </a:prstGeom>
        </p:spPr>
        <p:txBody>
          <a:bodyPr/>
          <a:lstStyle>
            <a:defPPr>
              <a:defRPr lang="en-US"/>
            </a:defPPr>
            <a:lvl1pPr marL="0" algn="l" defTabSz="674692" rtl="0" eaLnBrk="1" latinLnBrk="0" hangingPunct="1">
              <a:defRPr sz="1328" kern="1200">
                <a:solidFill>
                  <a:schemeClr val="tx1"/>
                </a:solidFill>
                <a:latin typeface="+mn-lt"/>
                <a:ea typeface="+mn-ea"/>
                <a:cs typeface="+mn-cs"/>
              </a:defRPr>
            </a:lvl1pPr>
            <a:lvl2pPr marL="337347" algn="l" defTabSz="674692" rtl="0" eaLnBrk="1" latinLnBrk="0" hangingPunct="1">
              <a:defRPr sz="1328" kern="1200">
                <a:solidFill>
                  <a:schemeClr val="tx1"/>
                </a:solidFill>
                <a:latin typeface="+mn-lt"/>
                <a:ea typeface="+mn-ea"/>
                <a:cs typeface="+mn-cs"/>
              </a:defRPr>
            </a:lvl2pPr>
            <a:lvl3pPr marL="674692" algn="l" defTabSz="674692" rtl="0" eaLnBrk="1" latinLnBrk="0" hangingPunct="1">
              <a:defRPr sz="1328" kern="1200">
                <a:solidFill>
                  <a:schemeClr val="tx1"/>
                </a:solidFill>
                <a:latin typeface="+mn-lt"/>
                <a:ea typeface="+mn-ea"/>
                <a:cs typeface="+mn-cs"/>
              </a:defRPr>
            </a:lvl3pPr>
            <a:lvl4pPr marL="1012039" algn="l" defTabSz="674692" rtl="0" eaLnBrk="1" latinLnBrk="0" hangingPunct="1">
              <a:defRPr sz="1328" kern="1200">
                <a:solidFill>
                  <a:schemeClr val="tx1"/>
                </a:solidFill>
                <a:latin typeface="+mn-lt"/>
                <a:ea typeface="+mn-ea"/>
                <a:cs typeface="+mn-cs"/>
              </a:defRPr>
            </a:lvl4pPr>
            <a:lvl5pPr marL="1349384" algn="l" defTabSz="674692" rtl="0" eaLnBrk="1" latinLnBrk="0" hangingPunct="1">
              <a:defRPr sz="1328" kern="1200">
                <a:solidFill>
                  <a:schemeClr val="tx1"/>
                </a:solidFill>
                <a:latin typeface="+mn-lt"/>
                <a:ea typeface="+mn-ea"/>
                <a:cs typeface="+mn-cs"/>
              </a:defRPr>
            </a:lvl5pPr>
            <a:lvl6pPr marL="1686731" algn="l" defTabSz="674692" rtl="0" eaLnBrk="1" latinLnBrk="0" hangingPunct="1">
              <a:defRPr sz="1328" kern="1200">
                <a:solidFill>
                  <a:schemeClr val="tx1"/>
                </a:solidFill>
                <a:latin typeface="+mn-lt"/>
                <a:ea typeface="+mn-ea"/>
                <a:cs typeface="+mn-cs"/>
              </a:defRPr>
            </a:lvl6pPr>
            <a:lvl7pPr marL="2024077" algn="l" defTabSz="674692" rtl="0" eaLnBrk="1" latinLnBrk="0" hangingPunct="1">
              <a:defRPr sz="1328" kern="1200">
                <a:solidFill>
                  <a:schemeClr val="tx1"/>
                </a:solidFill>
                <a:latin typeface="+mn-lt"/>
                <a:ea typeface="+mn-ea"/>
                <a:cs typeface="+mn-cs"/>
              </a:defRPr>
            </a:lvl7pPr>
            <a:lvl8pPr marL="2361423" algn="l" defTabSz="674692" rtl="0" eaLnBrk="1" latinLnBrk="0" hangingPunct="1">
              <a:defRPr sz="1328" kern="1200">
                <a:solidFill>
                  <a:schemeClr val="tx1"/>
                </a:solidFill>
                <a:latin typeface="+mn-lt"/>
                <a:ea typeface="+mn-ea"/>
                <a:cs typeface="+mn-cs"/>
              </a:defRPr>
            </a:lvl8pPr>
            <a:lvl9pPr marL="2698769" algn="l" defTabSz="674692" rtl="0" eaLnBrk="1" latinLnBrk="0" hangingPunct="1">
              <a:defRPr sz="1328" kern="1200">
                <a:solidFill>
                  <a:schemeClr val="tx1"/>
                </a:solidFill>
                <a:latin typeface="+mn-lt"/>
                <a:ea typeface="+mn-ea"/>
                <a:cs typeface="+mn-cs"/>
              </a:defRPr>
            </a:lvl9pPr>
          </a:lstStyle>
          <a:p>
            <a:fld id="{CFF4B978-1D82-7745-80C5-DBABA6B131D3}" type="slidenum">
              <a:rPr lang="en-US" sz="530" smtClean="0">
                <a:latin typeface="Oracle Sans" panose="020B0503020204020204" pitchFamily="34" charset="0"/>
                <a:cs typeface="Oracle Sans" panose="020B0503020204020204" pitchFamily="34" charset="0"/>
              </a:rPr>
              <a:pPr/>
              <a:t>11</a:t>
            </a:fld>
            <a:endParaRPr lang="en-US" sz="530" dirty="0">
              <a:latin typeface="Oracle Sans" panose="020B0503020204020204" pitchFamily="34" charset="0"/>
              <a:cs typeface="Oracle Sans" panose="020B0503020204020204" pitchFamily="34" charset="0"/>
            </a:endParaRPr>
          </a:p>
        </p:txBody>
      </p:sp>
      <p:sp>
        <p:nvSpPr>
          <p:cNvPr id="23" name="Title 1">
            <a:extLst>
              <a:ext uri="{FF2B5EF4-FFF2-40B4-BE49-F238E27FC236}">
                <a16:creationId xmlns:a16="http://schemas.microsoft.com/office/drawing/2014/main" id="{2D285B27-1E5C-4C71-9EFA-BA6F293A5787}"/>
              </a:ext>
            </a:extLst>
          </p:cNvPr>
          <p:cNvSpPr txBox="1">
            <a:spLocks/>
          </p:cNvSpPr>
          <p:nvPr/>
        </p:nvSpPr>
        <p:spPr>
          <a:xfrm>
            <a:off x="521829" y="239015"/>
            <a:ext cx="7486390" cy="695325"/>
          </a:xfrm>
          <a:prstGeom prst="rect">
            <a:avLst/>
          </a:prstGeom>
        </p:spPr>
        <p:txBody>
          <a:bodyPr vert="horz" lIns="0" tIns="0" rIns="0" bIns="0" rtlCol="0" anchor="b">
            <a:noAutofit/>
          </a:bodyPr>
          <a:lstStyle>
            <a:lvl1pPr algn="l" defTabSz="685800" rtl="0" eaLnBrk="1" latinLnBrk="0" hangingPunct="1">
              <a:lnSpc>
                <a:spcPct val="95000"/>
              </a:lnSpc>
              <a:spcBef>
                <a:spcPct val="0"/>
              </a:spcBef>
              <a:buNone/>
              <a:defRPr lang="en-US" sz="1800" b="1" i="0" kern="1200" baseline="0" dirty="0">
                <a:solidFill>
                  <a:schemeClr val="tx1"/>
                </a:solidFill>
                <a:latin typeface="+mn-lt"/>
                <a:ea typeface="+mn-ea"/>
                <a:cs typeface="+mj-cs"/>
              </a:defRPr>
            </a:lvl1pPr>
          </a:lstStyle>
          <a:p>
            <a:r>
              <a:rPr lang="en-US" sz="2400" b="1" dirty="0">
                <a:latin typeface="+mn-lt"/>
                <a:cs typeface="+mj-cs"/>
              </a:rPr>
              <a:t>Create and close more pipeline by conducting joint account planning and selling with Oracle Sales</a:t>
            </a:r>
            <a:endParaRPr lang="en-US" sz="2400" dirty="0"/>
          </a:p>
        </p:txBody>
      </p:sp>
      <p:sp>
        <p:nvSpPr>
          <p:cNvPr id="4" name="Rectangle 3">
            <a:extLst>
              <a:ext uri="{FF2B5EF4-FFF2-40B4-BE49-F238E27FC236}">
                <a16:creationId xmlns:a16="http://schemas.microsoft.com/office/drawing/2014/main" id="{434A0C1F-E72D-4BCF-29AE-D5F76FF379FC}"/>
              </a:ext>
            </a:extLst>
          </p:cNvPr>
          <p:cNvSpPr/>
          <p:nvPr/>
        </p:nvSpPr>
        <p:spPr>
          <a:xfrm>
            <a:off x="710718" y="1553699"/>
            <a:ext cx="3765898" cy="2562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spcAft>
                <a:spcPts val="600"/>
              </a:spcAft>
            </a:pPr>
            <a:r>
              <a:rPr lang="en-US" sz="1800" dirty="0">
                <a:latin typeface="Oracle Sans" panose="020B0503020204020204" pitchFamily="34" charset="0"/>
                <a:cs typeface="Oracle Sans" panose="020B0503020204020204" pitchFamily="34" charset="0"/>
              </a:rPr>
              <a:t>Align on GTM plans, including:</a:t>
            </a:r>
          </a:p>
          <a:p>
            <a:pPr marL="285750" indent="-285750">
              <a:spcAft>
                <a:spcPts val="600"/>
              </a:spcAft>
              <a:buFont typeface="Wingdings" pitchFamily="2" charset="2"/>
              <a:buChar char="ü"/>
            </a:pPr>
            <a:r>
              <a:rPr lang="en-US" sz="1600" dirty="0">
                <a:latin typeface="Oracle Sans" panose="020B0503020204020204" pitchFamily="34" charset="0"/>
                <a:cs typeface="Oracle Sans" panose="020B0503020204020204" pitchFamily="34" charset="0"/>
              </a:rPr>
              <a:t>Target industries</a:t>
            </a:r>
          </a:p>
          <a:p>
            <a:pPr marL="285750" indent="-285750">
              <a:spcAft>
                <a:spcPts val="600"/>
              </a:spcAft>
              <a:buFont typeface="Wingdings" pitchFamily="2" charset="2"/>
              <a:buChar char="ü"/>
            </a:pPr>
            <a:r>
              <a:rPr lang="en-US" sz="1600" dirty="0">
                <a:latin typeface="Oracle Sans" panose="020B0503020204020204" pitchFamily="34" charset="0"/>
                <a:cs typeface="Oracle Sans" panose="020B0503020204020204" pitchFamily="34" charset="0"/>
              </a:rPr>
              <a:t>Target countries</a:t>
            </a:r>
          </a:p>
          <a:p>
            <a:pPr marL="285750" indent="-285750">
              <a:spcAft>
                <a:spcPts val="600"/>
              </a:spcAft>
              <a:buFont typeface="Wingdings" pitchFamily="2" charset="2"/>
              <a:buChar char="ü"/>
            </a:pPr>
            <a:r>
              <a:rPr lang="en-US" sz="1600" dirty="0">
                <a:latin typeface="Oracle Sans" panose="020B0503020204020204" pitchFamily="34" charset="0"/>
                <a:cs typeface="Oracle Sans" panose="020B0503020204020204" pitchFamily="34" charset="0"/>
              </a:rPr>
              <a:t>Target accounts</a:t>
            </a:r>
          </a:p>
          <a:p>
            <a:pPr marL="285750" indent="-285750">
              <a:spcAft>
                <a:spcPts val="600"/>
              </a:spcAft>
              <a:buFont typeface="Wingdings" pitchFamily="2" charset="2"/>
              <a:buChar char="ü"/>
            </a:pPr>
            <a:r>
              <a:rPr lang="en-US" sz="1600" dirty="0">
                <a:latin typeface="Oracle Sans" panose="020B0503020204020204" pitchFamily="34" charset="0"/>
                <a:cs typeface="Oracle Sans" panose="020B0503020204020204" pitchFamily="34" charset="0"/>
              </a:rPr>
              <a:t>Relationship maps</a:t>
            </a:r>
          </a:p>
          <a:p>
            <a:pPr marL="285750" indent="-285750">
              <a:spcAft>
                <a:spcPts val="600"/>
              </a:spcAft>
              <a:buFont typeface="Wingdings" pitchFamily="2" charset="2"/>
              <a:buChar char="ü"/>
            </a:pPr>
            <a:r>
              <a:rPr lang="en-US" sz="1600" dirty="0">
                <a:latin typeface="Oracle Sans" panose="020B0503020204020204" pitchFamily="34" charset="0"/>
                <a:cs typeface="Oracle Sans" panose="020B0503020204020204" pitchFamily="34" charset="0"/>
              </a:rPr>
              <a:t>Whitespace maps</a:t>
            </a:r>
          </a:p>
          <a:p>
            <a:pPr marL="285750" indent="-285750">
              <a:spcAft>
                <a:spcPts val="600"/>
              </a:spcAft>
              <a:buFont typeface="Wingdings" pitchFamily="2" charset="2"/>
              <a:buChar char="ü"/>
            </a:pPr>
            <a:r>
              <a:rPr lang="en-US" sz="1600" dirty="0">
                <a:latin typeface="Oracle Sans" panose="020B0503020204020204" pitchFamily="34" charset="0"/>
                <a:cs typeface="Oracle Sans" panose="020B0503020204020204" pitchFamily="34" charset="0"/>
              </a:rPr>
              <a:t>Strategy maps</a:t>
            </a:r>
          </a:p>
          <a:p>
            <a:pPr marL="285750" indent="-285750">
              <a:spcAft>
                <a:spcPts val="600"/>
              </a:spcAft>
              <a:buFont typeface="Wingdings" pitchFamily="2" charset="2"/>
              <a:buChar char="ü"/>
            </a:pPr>
            <a:r>
              <a:rPr lang="en-US" sz="1600" dirty="0">
                <a:latin typeface="Oracle Sans" panose="020B0503020204020204" pitchFamily="34" charset="0"/>
                <a:cs typeface="Oracle Sans" panose="020B0503020204020204" pitchFamily="34" charset="0"/>
              </a:rPr>
              <a:t>Action plans</a:t>
            </a:r>
          </a:p>
        </p:txBody>
      </p:sp>
      <p:cxnSp>
        <p:nvCxnSpPr>
          <p:cNvPr id="7" name="Straight Connector 6">
            <a:extLst>
              <a:ext uri="{FF2B5EF4-FFF2-40B4-BE49-F238E27FC236}">
                <a16:creationId xmlns:a16="http://schemas.microsoft.com/office/drawing/2014/main" id="{3632EA31-5E9A-92F3-EDF3-50F06DD3C942}"/>
              </a:ext>
            </a:extLst>
          </p:cNvPr>
          <p:cNvCxnSpPr/>
          <p:nvPr/>
        </p:nvCxnSpPr>
        <p:spPr>
          <a:xfrm>
            <a:off x="4521718" y="1738604"/>
            <a:ext cx="0" cy="226128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685C63E5-33BA-7306-DC2F-A63B8980144B}"/>
              </a:ext>
            </a:extLst>
          </p:cNvPr>
          <p:cNvSpPr txBox="1"/>
          <p:nvPr/>
        </p:nvSpPr>
        <p:spPr>
          <a:xfrm>
            <a:off x="4667386" y="1992084"/>
            <a:ext cx="3841892" cy="1754326"/>
          </a:xfrm>
          <a:prstGeom prst="rect">
            <a:avLst/>
          </a:prstGeom>
          <a:noFill/>
        </p:spPr>
        <p:txBody>
          <a:bodyPr wrap="square">
            <a:spAutoFit/>
          </a:bodyPr>
          <a:lstStyle/>
          <a:p>
            <a:r>
              <a:rPr lang="en-US" sz="1800" i="1" dirty="0">
                <a:latin typeface="Oracle Sans" panose="020B0503020204020204" pitchFamily="34" charset="0"/>
                <a:cs typeface="Oracle Sans" panose="020B0503020204020204" pitchFamily="34" charset="0"/>
              </a:rPr>
              <a:t>NEW </a:t>
            </a:r>
            <a:r>
              <a:rPr lang="en-US" sz="1800" dirty="0">
                <a:solidFill>
                  <a:srgbClr val="FF0000"/>
                </a:solidFill>
                <a:latin typeface="Oracle Sans" panose="020B0503020204020204" pitchFamily="34" charset="0"/>
                <a:cs typeface="Oracle Sans" panose="020B0503020204020204" pitchFamily="34" charset="0"/>
              </a:rPr>
              <a:t>Collaborative Customer Engagement (CCE) System </a:t>
            </a:r>
            <a:r>
              <a:rPr lang="en-US" sz="1800" dirty="0">
                <a:latin typeface="Oracle Sans" panose="020B0503020204020204" pitchFamily="34" charset="0"/>
                <a:cs typeface="Oracle Sans" panose="020B0503020204020204" pitchFamily="34" charset="0"/>
              </a:rPr>
              <a:t>makes it simple for partners to submit target accounts and pursuits and for Oracle Sales to see the opportunities to sell with partners</a:t>
            </a:r>
          </a:p>
        </p:txBody>
      </p:sp>
    </p:spTree>
    <p:extLst>
      <p:ext uri="{BB962C8B-B14F-4D97-AF65-F5344CB8AC3E}">
        <p14:creationId xmlns:p14="http://schemas.microsoft.com/office/powerpoint/2010/main" val="747024031"/>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833122C6-22F7-B1EB-943A-8B3AFF24F334}"/>
              </a:ext>
            </a:extLst>
          </p:cNvPr>
          <p:cNvSpPr>
            <a:spLocks noGrp="1"/>
          </p:cNvSpPr>
          <p:nvPr>
            <p:ph type="title" idx="4294967295"/>
          </p:nvPr>
        </p:nvSpPr>
        <p:spPr>
          <a:xfrm>
            <a:off x="520342" y="240132"/>
            <a:ext cx="4986338" cy="695325"/>
          </a:xfrm>
        </p:spPr>
        <p:txBody>
          <a:bodyPr/>
          <a:lstStyle/>
          <a:p>
            <a:r>
              <a:rPr lang="en-US" sz="2400" dirty="0"/>
              <a:t>Expand your reach with a listing on the Oracle Marketplace</a:t>
            </a:r>
          </a:p>
        </p:txBody>
      </p:sp>
      <p:grpSp>
        <p:nvGrpSpPr>
          <p:cNvPr id="15" name="Group 14">
            <a:extLst>
              <a:ext uri="{FF2B5EF4-FFF2-40B4-BE49-F238E27FC236}">
                <a16:creationId xmlns:a16="http://schemas.microsoft.com/office/drawing/2014/main" id="{7768BC05-9404-1865-2EBA-854DF76F8C76}"/>
              </a:ext>
            </a:extLst>
          </p:cNvPr>
          <p:cNvGrpSpPr/>
          <p:nvPr/>
        </p:nvGrpSpPr>
        <p:grpSpPr>
          <a:xfrm>
            <a:off x="568036" y="1463757"/>
            <a:ext cx="3542607" cy="640080"/>
            <a:chOff x="568036" y="1463757"/>
            <a:chExt cx="3542607" cy="640080"/>
          </a:xfrm>
        </p:grpSpPr>
        <p:pic>
          <p:nvPicPr>
            <p:cNvPr id="6" name="Picture Placeholder 93">
              <a:extLst>
                <a:ext uri="{FF2B5EF4-FFF2-40B4-BE49-F238E27FC236}">
                  <a16:creationId xmlns:a16="http://schemas.microsoft.com/office/drawing/2014/main" id="{DAFDE681-B6C6-7C82-6680-3B68730193FE}"/>
                </a:ext>
              </a:extLst>
            </p:cNvPr>
            <p:cNvPicPr>
              <a:picLocks noChangeAspect="1"/>
            </p:cNvPicPr>
            <p:nvPr/>
          </p:nvPicPr>
          <p:blipFill rotWithShape="1">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568036" y="1463757"/>
              <a:ext cx="640080" cy="640080"/>
            </a:xfrm>
            <a:prstGeom prst="rect">
              <a:avLst/>
            </a:prstGeom>
          </p:spPr>
        </p:pic>
        <p:sp>
          <p:nvSpPr>
            <p:cNvPr id="10" name="TextBox 9">
              <a:extLst>
                <a:ext uri="{FF2B5EF4-FFF2-40B4-BE49-F238E27FC236}">
                  <a16:creationId xmlns:a16="http://schemas.microsoft.com/office/drawing/2014/main" id="{AE55D971-E237-263F-8B82-F35AEA166FC1}"/>
                </a:ext>
              </a:extLst>
            </p:cNvPr>
            <p:cNvSpPr txBox="1"/>
            <p:nvPr/>
          </p:nvSpPr>
          <p:spPr>
            <a:xfrm>
              <a:off x="1145771" y="1629909"/>
              <a:ext cx="2964872" cy="307777"/>
            </a:xfrm>
            <a:prstGeom prst="rect">
              <a:avLst/>
            </a:prstGeom>
            <a:noFill/>
          </p:spPr>
          <p:txBody>
            <a:bodyPr wrap="square">
              <a:spAutoFit/>
            </a:bodyPr>
            <a:lstStyle/>
            <a:p>
              <a:pPr marR="0" algn="l">
                <a:spcBef>
                  <a:spcPts val="1200"/>
                </a:spcBef>
                <a:spcAft>
                  <a:spcPts val="0"/>
                </a:spcAft>
              </a:pPr>
              <a:r>
                <a:rPr lang="en-US" sz="1400" u="none" strike="noStrike" dirty="0">
                  <a:solidFill>
                    <a:srgbClr val="FFFFFF"/>
                  </a:solidFill>
                  <a:effectLst/>
                  <a:latin typeface="Oracle Sans" panose="020B0503020204020204" pitchFamily="34" charset="0"/>
                  <a:cs typeface="Oracle Sans" panose="020B0503020204020204" pitchFamily="34" charset="0"/>
                </a:rPr>
                <a:t>Access to Oracle’s customer base </a:t>
              </a:r>
            </a:p>
          </p:txBody>
        </p:sp>
      </p:grpSp>
      <p:grpSp>
        <p:nvGrpSpPr>
          <p:cNvPr id="18" name="Group 17">
            <a:extLst>
              <a:ext uri="{FF2B5EF4-FFF2-40B4-BE49-F238E27FC236}">
                <a16:creationId xmlns:a16="http://schemas.microsoft.com/office/drawing/2014/main" id="{CE8594E0-278D-CF5D-2E4D-B305C4B0126B}"/>
              </a:ext>
            </a:extLst>
          </p:cNvPr>
          <p:cNvGrpSpPr/>
          <p:nvPr/>
        </p:nvGrpSpPr>
        <p:grpSpPr>
          <a:xfrm>
            <a:off x="558699" y="3039662"/>
            <a:ext cx="4050252" cy="640080"/>
            <a:chOff x="558699" y="3039662"/>
            <a:chExt cx="4050252" cy="640080"/>
          </a:xfrm>
        </p:grpSpPr>
        <p:sp>
          <p:nvSpPr>
            <p:cNvPr id="17" name="TextBox 16">
              <a:extLst>
                <a:ext uri="{FF2B5EF4-FFF2-40B4-BE49-F238E27FC236}">
                  <a16:creationId xmlns:a16="http://schemas.microsoft.com/office/drawing/2014/main" id="{BA031E28-4B2E-AAA2-D657-5BF56166089E}"/>
                </a:ext>
              </a:extLst>
            </p:cNvPr>
            <p:cNvSpPr txBox="1"/>
            <p:nvPr/>
          </p:nvSpPr>
          <p:spPr>
            <a:xfrm>
              <a:off x="1145771" y="3098092"/>
              <a:ext cx="3463180" cy="523220"/>
            </a:xfrm>
            <a:prstGeom prst="rect">
              <a:avLst/>
            </a:prstGeom>
            <a:noFill/>
          </p:spPr>
          <p:txBody>
            <a:bodyPr wrap="square">
              <a:spAutoFit/>
            </a:bodyPr>
            <a:lstStyle/>
            <a:p>
              <a:pPr marR="0" algn="l">
                <a:spcBef>
                  <a:spcPts val="1200"/>
                </a:spcBef>
                <a:spcAft>
                  <a:spcPts val="0"/>
                </a:spcAft>
              </a:pPr>
              <a:r>
                <a:rPr lang="en-US" sz="1400" dirty="0">
                  <a:solidFill>
                    <a:srgbClr val="FFFFFF"/>
                  </a:solidFill>
                  <a:latin typeface="Oracle Sans" panose="020B0503020204020204" pitchFamily="34" charset="0"/>
                  <a:cs typeface="Oracle Sans" panose="020B0503020204020204" pitchFamily="34" charset="0"/>
                </a:rPr>
                <a:t>Ability for</a:t>
              </a:r>
              <a:r>
                <a:rPr lang="en-US" sz="1400" u="none" strike="noStrike" dirty="0">
                  <a:solidFill>
                    <a:srgbClr val="FFFFFF"/>
                  </a:solidFill>
                  <a:effectLst/>
                  <a:latin typeface="Oracle Sans" panose="020B0503020204020204" pitchFamily="34" charset="0"/>
                  <a:cs typeface="Oracle Sans" panose="020B0503020204020204" pitchFamily="34" charset="0"/>
                </a:rPr>
                <a:t> customers to purchase with Oracle Universal </a:t>
              </a:r>
              <a:r>
                <a:rPr lang="en-US" sz="1400" dirty="0">
                  <a:solidFill>
                    <a:srgbClr val="FFFFFF"/>
                  </a:solidFill>
                  <a:latin typeface="Oracle Sans" panose="020B0503020204020204" pitchFamily="34" charset="0"/>
                  <a:cs typeface="Oracle Sans" panose="020B0503020204020204" pitchFamily="34" charset="0"/>
                </a:rPr>
                <a:t>C</a:t>
              </a:r>
              <a:r>
                <a:rPr lang="en-US" sz="1400" u="none" strike="noStrike" dirty="0">
                  <a:solidFill>
                    <a:srgbClr val="FFFFFF"/>
                  </a:solidFill>
                  <a:effectLst/>
                  <a:latin typeface="Oracle Sans" panose="020B0503020204020204" pitchFamily="34" charset="0"/>
                  <a:cs typeface="Oracle Sans" panose="020B0503020204020204" pitchFamily="34" charset="0"/>
                </a:rPr>
                <a:t>redits</a:t>
              </a:r>
            </a:p>
          </p:txBody>
        </p:sp>
        <p:pic>
          <p:nvPicPr>
            <p:cNvPr id="8" name="Picture Placeholder 123">
              <a:extLst>
                <a:ext uri="{FF2B5EF4-FFF2-40B4-BE49-F238E27FC236}">
                  <a16:creationId xmlns:a16="http://schemas.microsoft.com/office/drawing/2014/main" id="{3F6AAE1E-A63E-92F2-C7FF-D5B4BA046D08}"/>
                </a:ext>
              </a:extLst>
            </p:cNvPr>
            <p:cNvPicPr>
              <a:picLocks noChangeAspect="1"/>
            </p:cNvPicPr>
            <p:nvPr/>
          </p:nvPicPr>
          <p:blipFill rotWithShape="1">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rcRect/>
            <a:stretch/>
          </p:blipFill>
          <p:spPr>
            <a:xfrm>
              <a:off x="558699" y="3039662"/>
              <a:ext cx="640081" cy="640080"/>
            </a:xfrm>
            <a:prstGeom prst="rect">
              <a:avLst/>
            </a:prstGeom>
          </p:spPr>
        </p:pic>
      </p:grpSp>
      <p:grpSp>
        <p:nvGrpSpPr>
          <p:cNvPr id="16" name="Group 15">
            <a:extLst>
              <a:ext uri="{FF2B5EF4-FFF2-40B4-BE49-F238E27FC236}">
                <a16:creationId xmlns:a16="http://schemas.microsoft.com/office/drawing/2014/main" id="{2E3488CE-2E44-3D4D-8F6B-84F533813871}"/>
              </a:ext>
            </a:extLst>
          </p:cNvPr>
          <p:cNvGrpSpPr/>
          <p:nvPr/>
        </p:nvGrpSpPr>
        <p:grpSpPr>
          <a:xfrm>
            <a:off x="554182" y="2251709"/>
            <a:ext cx="3999807" cy="640080"/>
            <a:chOff x="554182" y="2251932"/>
            <a:chExt cx="3999807" cy="640080"/>
          </a:xfrm>
        </p:grpSpPr>
        <p:pic>
          <p:nvPicPr>
            <p:cNvPr id="7" name="Picture Placeholder 19">
              <a:extLst>
                <a:ext uri="{FF2B5EF4-FFF2-40B4-BE49-F238E27FC236}">
                  <a16:creationId xmlns:a16="http://schemas.microsoft.com/office/drawing/2014/main" id="{E621E1EF-49B3-2F19-B9DA-E23B375018B8}"/>
                </a:ext>
              </a:extLst>
            </p:cNvPr>
            <p:cNvPicPr>
              <a:picLocks noChangeAspect="1"/>
            </p:cNvPicPr>
            <p:nvPr/>
          </p:nvPicPr>
          <p:blipFill rotWithShape="1">
            <a:blip r:embed="rId7" cstate="email">
              <a:extLst>
                <a:ext uri="{28A0092B-C50C-407E-A947-70E740481C1C}">
                  <a14:useLocalDpi xmlns:a14="http://schemas.microsoft.com/office/drawing/2010/main"/>
                </a:ext>
                <a:ext uri="{96DAC541-7B7A-43D3-8B79-37D633B846F1}">
                  <asvg:svgBlip xmlns:asvg="http://schemas.microsoft.com/office/drawing/2016/SVG/main" r:embed="rId8"/>
                </a:ext>
              </a:extLst>
            </a:blip>
            <a:srcRect/>
            <a:stretch/>
          </p:blipFill>
          <p:spPr>
            <a:xfrm>
              <a:off x="554182" y="2251932"/>
              <a:ext cx="640081" cy="640080"/>
            </a:xfrm>
            <a:prstGeom prst="rect">
              <a:avLst/>
            </a:prstGeom>
          </p:spPr>
        </p:pic>
        <p:sp>
          <p:nvSpPr>
            <p:cNvPr id="12" name="TextBox 11">
              <a:extLst>
                <a:ext uri="{FF2B5EF4-FFF2-40B4-BE49-F238E27FC236}">
                  <a16:creationId xmlns:a16="http://schemas.microsoft.com/office/drawing/2014/main" id="{9B9DC78D-2E83-44F5-CBDA-22D0C53BD072}"/>
                </a:ext>
              </a:extLst>
            </p:cNvPr>
            <p:cNvSpPr txBox="1"/>
            <p:nvPr/>
          </p:nvSpPr>
          <p:spPr>
            <a:xfrm>
              <a:off x="1145771" y="2418084"/>
              <a:ext cx="3408218" cy="307777"/>
            </a:xfrm>
            <a:prstGeom prst="rect">
              <a:avLst/>
            </a:prstGeom>
            <a:noFill/>
          </p:spPr>
          <p:txBody>
            <a:bodyPr wrap="square">
              <a:spAutoFit/>
            </a:bodyPr>
            <a:lstStyle/>
            <a:p>
              <a:pPr marR="0" algn="l">
                <a:spcBef>
                  <a:spcPts val="1200"/>
                </a:spcBef>
                <a:spcAft>
                  <a:spcPts val="0"/>
                </a:spcAft>
              </a:pPr>
              <a:r>
                <a:rPr lang="en-US" sz="1400" u="none" strike="noStrike" dirty="0">
                  <a:solidFill>
                    <a:srgbClr val="FFFFFF"/>
                  </a:solidFill>
                  <a:effectLst/>
                  <a:latin typeface="Oracle Sans" panose="020B0503020204020204" pitchFamily="34" charset="0"/>
                  <a:cs typeface="Oracle Sans" panose="020B0503020204020204" pitchFamily="34" charset="0"/>
                </a:rPr>
                <a:t>Easy button for customers to purchase </a:t>
              </a:r>
            </a:p>
          </p:txBody>
        </p:sp>
      </p:grpSp>
      <p:pic>
        <p:nvPicPr>
          <p:cNvPr id="4" name="Picture 3" descr="A computer with a screen showing a website&#10;&#10;Description automatically generated">
            <a:extLst>
              <a:ext uri="{FF2B5EF4-FFF2-40B4-BE49-F238E27FC236}">
                <a16:creationId xmlns:a16="http://schemas.microsoft.com/office/drawing/2014/main" id="{563B29E2-D237-D666-4572-007C4E35356E}"/>
              </a:ext>
            </a:extLst>
          </p:cNvPr>
          <p:cNvPicPr>
            <a:picLocks noChangeAspect="1"/>
          </p:cNvPicPr>
          <p:nvPr/>
        </p:nvPicPr>
        <p:blipFill rotWithShape="1">
          <a:blip r:embed="rId9" cstate="hqprint">
            <a:extLst>
              <a:ext uri="{28A0092B-C50C-407E-A947-70E740481C1C}">
                <a14:useLocalDpi xmlns:a14="http://schemas.microsoft.com/office/drawing/2010/main"/>
              </a:ext>
            </a:extLst>
          </a:blip>
          <a:srcRect/>
          <a:stretch/>
        </p:blipFill>
        <p:spPr>
          <a:xfrm>
            <a:off x="4731899" y="775606"/>
            <a:ext cx="4412101" cy="3249140"/>
          </a:xfrm>
          <a:prstGeom prst="rect">
            <a:avLst/>
          </a:prstGeom>
        </p:spPr>
      </p:pic>
      <p:sp>
        <p:nvSpPr>
          <p:cNvPr id="2" name="Footer Placeholder 2">
            <a:extLst>
              <a:ext uri="{FF2B5EF4-FFF2-40B4-BE49-F238E27FC236}">
                <a16:creationId xmlns:a16="http://schemas.microsoft.com/office/drawing/2014/main" id="{9F607FB6-E525-224F-5D56-53770C56EB96}"/>
              </a:ext>
            </a:extLst>
          </p:cNvPr>
          <p:cNvSpPr txBox="1">
            <a:spLocks/>
          </p:cNvSpPr>
          <p:nvPr/>
        </p:nvSpPr>
        <p:spPr>
          <a:xfrm>
            <a:off x="529290" y="4869657"/>
            <a:ext cx="3769900" cy="273844"/>
          </a:xfrm>
          <a:prstGeom prst="rect">
            <a:avLst/>
          </a:prstGeom>
        </p:spPr>
        <p:txBody>
          <a:bodyPr/>
          <a:lstStyle>
            <a:defPPr>
              <a:defRPr lang="en-US"/>
            </a:defPPr>
            <a:lvl1pPr marL="0" algn="l" defTabSz="674692" rtl="0" eaLnBrk="1" latinLnBrk="0" hangingPunct="1">
              <a:defRPr sz="1328" kern="1200">
                <a:solidFill>
                  <a:schemeClr val="tx1"/>
                </a:solidFill>
                <a:latin typeface="+mn-lt"/>
                <a:ea typeface="+mn-ea"/>
                <a:cs typeface="+mn-cs"/>
              </a:defRPr>
            </a:lvl1pPr>
            <a:lvl2pPr marL="337347" algn="l" defTabSz="674692" rtl="0" eaLnBrk="1" latinLnBrk="0" hangingPunct="1">
              <a:defRPr sz="1328" kern="1200">
                <a:solidFill>
                  <a:schemeClr val="tx1"/>
                </a:solidFill>
                <a:latin typeface="+mn-lt"/>
                <a:ea typeface="+mn-ea"/>
                <a:cs typeface="+mn-cs"/>
              </a:defRPr>
            </a:lvl2pPr>
            <a:lvl3pPr marL="674692" algn="l" defTabSz="674692" rtl="0" eaLnBrk="1" latinLnBrk="0" hangingPunct="1">
              <a:defRPr sz="1328" kern="1200">
                <a:solidFill>
                  <a:schemeClr val="tx1"/>
                </a:solidFill>
                <a:latin typeface="+mn-lt"/>
                <a:ea typeface="+mn-ea"/>
                <a:cs typeface="+mn-cs"/>
              </a:defRPr>
            </a:lvl3pPr>
            <a:lvl4pPr marL="1012039" algn="l" defTabSz="674692" rtl="0" eaLnBrk="1" latinLnBrk="0" hangingPunct="1">
              <a:defRPr sz="1328" kern="1200">
                <a:solidFill>
                  <a:schemeClr val="tx1"/>
                </a:solidFill>
                <a:latin typeface="+mn-lt"/>
                <a:ea typeface="+mn-ea"/>
                <a:cs typeface="+mn-cs"/>
              </a:defRPr>
            </a:lvl4pPr>
            <a:lvl5pPr marL="1349384" algn="l" defTabSz="674692" rtl="0" eaLnBrk="1" latinLnBrk="0" hangingPunct="1">
              <a:defRPr sz="1328" kern="1200">
                <a:solidFill>
                  <a:schemeClr val="tx1"/>
                </a:solidFill>
                <a:latin typeface="+mn-lt"/>
                <a:ea typeface="+mn-ea"/>
                <a:cs typeface="+mn-cs"/>
              </a:defRPr>
            </a:lvl5pPr>
            <a:lvl6pPr marL="1686731" algn="l" defTabSz="674692" rtl="0" eaLnBrk="1" latinLnBrk="0" hangingPunct="1">
              <a:defRPr sz="1328" kern="1200">
                <a:solidFill>
                  <a:schemeClr val="tx1"/>
                </a:solidFill>
                <a:latin typeface="+mn-lt"/>
                <a:ea typeface="+mn-ea"/>
                <a:cs typeface="+mn-cs"/>
              </a:defRPr>
            </a:lvl6pPr>
            <a:lvl7pPr marL="2024077" algn="l" defTabSz="674692" rtl="0" eaLnBrk="1" latinLnBrk="0" hangingPunct="1">
              <a:defRPr sz="1328" kern="1200">
                <a:solidFill>
                  <a:schemeClr val="tx1"/>
                </a:solidFill>
                <a:latin typeface="+mn-lt"/>
                <a:ea typeface="+mn-ea"/>
                <a:cs typeface="+mn-cs"/>
              </a:defRPr>
            </a:lvl7pPr>
            <a:lvl8pPr marL="2361423" algn="l" defTabSz="674692" rtl="0" eaLnBrk="1" latinLnBrk="0" hangingPunct="1">
              <a:defRPr sz="1328" kern="1200">
                <a:solidFill>
                  <a:schemeClr val="tx1"/>
                </a:solidFill>
                <a:latin typeface="+mn-lt"/>
                <a:ea typeface="+mn-ea"/>
                <a:cs typeface="+mn-cs"/>
              </a:defRPr>
            </a:lvl8pPr>
            <a:lvl9pPr marL="2698769" algn="l" defTabSz="674692" rtl="0" eaLnBrk="1" latinLnBrk="0" hangingPunct="1">
              <a:defRPr sz="1328" kern="1200">
                <a:solidFill>
                  <a:schemeClr val="tx1"/>
                </a:solidFill>
                <a:latin typeface="+mn-lt"/>
                <a:ea typeface="+mn-ea"/>
                <a:cs typeface="+mn-cs"/>
              </a:defRPr>
            </a:lvl9pPr>
          </a:lstStyle>
          <a:p>
            <a:r>
              <a:rPr lang="en-US" sz="530" dirty="0">
                <a:latin typeface="Oracle Sans" panose="020B0503020204020204" pitchFamily="34" charset="0"/>
                <a:cs typeface="Oracle Sans" panose="020B0503020204020204" pitchFamily="34" charset="0"/>
                <a:sym typeface="Symbol" pitchFamily="2" charset="2"/>
              </a:rPr>
              <a:t>Copyright © 2025, Oracle and/or its affiliates. All rights reserved.</a:t>
            </a:r>
            <a:endParaRPr lang="en-CA" sz="530" dirty="0">
              <a:latin typeface="Oracle Sans" panose="020B0503020204020204" pitchFamily="34" charset="0"/>
              <a:cs typeface="Oracle Sans" panose="020B0503020204020204" pitchFamily="34" charset="0"/>
            </a:endParaRPr>
          </a:p>
        </p:txBody>
      </p:sp>
      <p:sp>
        <p:nvSpPr>
          <p:cNvPr id="3" name="Slide Number Placeholder 3">
            <a:extLst>
              <a:ext uri="{FF2B5EF4-FFF2-40B4-BE49-F238E27FC236}">
                <a16:creationId xmlns:a16="http://schemas.microsoft.com/office/drawing/2014/main" id="{848559A2-64CF-983C-D7D9-C4EC7DE49268}"/>
              </a:ext>
            </a:extLst>
          </p:cNvPr>
          <p:cNvSpPr txBox="1">
            <a:spLocks/>
          </p:cNvSpPr>
          <p:nvPr/>
        </p:nvSpPr>
        <p:spPr>
          <a:xfrm>
            <a:off x="195597" y="4869657"/>
            <a:ext cx="326888" cy="273844"/>
          </a:xfrm>
          <a:prstGeom prst="rect">
            <a:avLst/>
          </a:prstGeom>
        </p:spPr>
        <p:txBody>
          <a:bodyPr/>
          <a:lstStyle>
            <a:defPPr>
              <a:defRPr lang="en-US"/>
            </a:defPPr>
            <a:lvl1pPr marL="0" algn="l" defTabSz="674692" rtl="0" eaLnBrk="1" latinLnBrk="0" hangingPunct="1">
              <a:defRPr sz="1328" kern="1200">
                <a:solidFill>
                  <a:schemeClr val="tx1"/>
                </a:solidFill>
                <a:latin typeface="+mn-lt"/>
                <a:ea typeface="+mn-ea"/>
                <a:cs typeface="+mn-cs"/>
              </a:defRPr>
            </a:lvl1pPr>
            <a:lvl2pPr marL="337347" algn="l" defTabSz="674692" rtl="0" eaLnBrk="1" latinLnBrk="0" hangingPunct="1">
              <a:defRPr sz="1328" kern="1200">
                <a:solidFill>
                  <a:schemeClr val="tx1"/>
                </a:solidFill>
                <a:latin typeface="+mn-lt"/>
                <a:ea typeface="+mn-ea"/>
                <a:cs typeface="+mn-cs"/>
              </a:defRPr>
            </a:lvl2pPr>
            <a:lvl3pPr marL="674692" algn="l" defTabSz="674692" rtl="0" eaLnBrk="1" latinLnBrk="0" hangingPunct="1">
              <a:defRPr sz="1328" kern="1200">
                <a:solidFill>
                  <a:schemeClr val="tx1"/>
                </a:solidFill>
                <a:latin typeface="+mn-lt"/>
                <a:ea typeface="+mn-ea"/>
                <a:cs typeface="+mn-cs"/>
              </a:defRPr>
            </a:lvl3pPr>
            <a:lvl4pPr marL="1012039" algn="l" defTabSz="674692" rtl="0" eaLnBrk="1" latinLnBrk="0" hangingPunct="1">
              <a:defRPr sz="1328" kern="1200">
                <a:solidFill>
                  <a:schemeClr val="tx1"/>
                </a:solidFill>
                <a:latin typeface="+mn-lt"/>
                <a:ea typeface="+mn-ea"/>
                <a:cs typeface="+mn-cs"/>
              </a:defRPr>
            </a:lvl4pPr>
            <a:lvl5pPr marL="1349384" algn="l" defTabSz="674692" rtl="0" eaLnBrk="1" latinLnBrk="0" hangingPunct="1">
              <a:defRPr sz="1328" kern="1200">
                <a:solidFill>
                  <a:schemeClr val="tx1"/>
                </a:solidFill>
                <a:latin typeface="+mn-lt"/>
                <a:ea typeface="+mn-ea"/>
                <a:cs typeface="+mn-cs"/>
              </a:defRPr>
            </a:lvl5pPr>
            <a:lvl6pPr marL="1686731" algn="l" defTabSz="674692" rtl="0" eaLnBrk="1" latinLnBrk="0" hangingPunct="1">
              <a:defRPr sz="1328" kern="1200">
                <a:solidFill>
                  <a:schemeClr val="tx1"/>
                </a:solidFill>
                <a:latin typeface="+mn-lt"/>
                <a:ea typeface="+mn-ea"/>
                <a:cs typeface="+mn-cs"/>
              </a:defRPr>
            </a:lvl6pPr>
            <a:lvl7pPr marL="2024077" algn="l" defTabSz="674692" rtl="0" eaLnBrk="1" latinLnBrk="0" hangingPunct="1">
              <a:defRPr sz="1328" kern="1200">
                <a:solidFill>
                  <a:schemeClr val="tx1"/>
                </a:solidFill>
                <a:latin typeface="+mn-lt"/>
                <a:ea typeface="+mn-ea"/>
                <a:cs typeface="+mn-cs"/>
              </a:defRPr>
            </a:lvl7pPr>
            <a:lvl8pPr marL="2361423" algn="l" defTabSz="674692" rtl="0" eaLnBrk="1" latinLnBrk="0" hangingPunct="1">
              <a:defRPr sz="1328" kern="1200">
                <a:solidFill>
                  <a:schemeClr val="tx1"/>
                </a:solidFill>
                <a:latin typeface="+mn-lt"/>
                <a:ea typeface="+mn-ea"/>
                <a:cs typeface="+mn-cs"/>
              </a:defRPr>
            </a:lvl8pPr>
            <a:lvl9pPr marL="2698769" algn="l" defTabSz="674692" rtl="0" eaLnBrk="1" latinLnBrk="0" hangingPunct="1">
              <a:defRPr sz="1328" kern="1200">
                <a:solidFill>
                  <a:schemeClr val="tx1"/>
                </a:solidFill>
                <a:latin typeface="+mn-lt"/>
                <a:ea typeface="+mn-ea"/>
                <a:cs typeface="+mn-cs"/>
              </a:defRPr>
            </a:lvl9pPr>
          </a:lstStyle>
          <a:p>
            <a:fld id="{CFF4B978-1D82-7745-80C5-DBABA6B131D3}" type="slidenum">
              <a:rPr lang="en-US" sz="530" smtClean="0">
                <a:latin typeface="Oracle Sans" panose="020B0503020204020204" pitchFamily="34" charset="0"/>
                <a:cs typeface="Oracle Sans" panose="020B0503020204020204" pitchFamily="34" charset="0"/>
              </a:rPr>
              <a:pPr/>
              <a:t>12</a:t>
            </a:fld>
            <a:endParaRPr lang="en-US" sz="530" dirty="0">
              <a:latin typeface="Oracle Sans" panose="020B0503020204020204" pitchFamily="34" charset="0"/>
              <a:cs typeface="Oracle Sans" panose="020B0503020204020204" pitchFamily="34" charset="0"/>
            </a:endParaRPr>
          </a:p>
        </p:txBody>
      </p:sp>
    </p:spTree>
    <p:extLst>
      <p:ext uri="{BB962C8B-B14F-4D97-AF65-F5344CB8AC3E}">
        <p14:creationId xmlns:p14="http://schemas.microsoft.com/office/powerpoint/2010/main" val="3220249982"/>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EDE1181-EDE2-DA77-D1ED-14882D37474D}"/>
              </a:ext>
            </a:extLst>
          </p:cNvPr>
          <p:cNvSpPr/>
          <p:nvPr/>
        </p:nvSpPr>
        <p:spPr>
          <a:xfrm>
            <a:off x="387178" y="2633680"/>
            <a:ext cx="45719" cy="584886"/>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Oracle Sans" panose="020B0503020204020204" pitchFamily="34" charset="0"/>
            </a:endParaRPr>
          </a:p>
        </p:txBody>
      </p:sp>
      <p:sp>
        <p:nvSpPr>
          <p:cNvPr id="6" name="White GTM">
            <a:extLst>
              <a:ext uri="{FF2B5EF4-FFF2-40B4-BE49-F238E27FC236}">
                <a16:creationId xmlns:a16="http://schemas.microsoft.com/office/drawing/2014/main" id="{62B208F3-4178-079C-782E-3F561B8B7C25}"/>
              </a:ext>
            </a:extLst>
          </p:cNvPr>
          <p:cNvSpPr txBox="1">
            <a:spLocks/>
          </p:cNvSpPr>
          <p:nvPr/>
        </p:nvSpPr>
        <p:spPr>
          <a:xfrm>
            <a:off x="486032" y="1986691"/>
            <a:ext cx="3216877" cy="461665"/>
          </a:xfrm>
          <a:prstGeom prst="rect">
            <a:avLst/>
          </a:prstGeom>
          <a:noFill/>
        </p:spPr>
        <p:txBody>
          <a:bodyPr wrap="square" rtlCol="0">
            <a:spAutoFit/>
          </a:bodyPr>
          <a:lstStyle/>
          <a:p>
            <a:r>
              <a:rPr lang="en-US" sz="2400" b="1" dirty="0">
                <a:latin typeface="Oracle Sans Tab" panose="020B0503020204020204" pitchFamily="34" charset="0"/>
                <a:cs typeface="Oracle Sans Tab" panose="020B0503020204020204" pitchFamily="34" charset="0"/>
              </a:rPr>
              <a:t>GTM Collaboration</a:t>
            </a:r>
          </a:p>
        </p:txBody>
      </p:sp>
      <p:sp>
        <p:nvSpPr>
          <p:cNvPr id="7" name="TextBox 6">
            <a:extLst>
              <a:ext uri="{FF2B5EF4-FFF2-40B4-BE49-F238E27FC236}">
                <a16:creationId xmlns:a16="http://schemas.microsoft.com/office/drawing/2014/main" id="{855FAD4E-3447-3B85-55B8-E2902438BCD9}"/>
              </a:ext>
            </a:extLst>
          </p:cNvPr>
          <p:cNvSpPr txBox="1"/>
          <p:nvPr/>
        </p:nvSpPr>
        <p:spPr>
          <a:xfrm>
            <a:off x="486032" y="2695145"/>
            <a:ext cx="3962401" cy="461665"/>
          </a:xfrm>
          <a:prstGeom prst="rect">
            <a:avLst/>
          </a:prstGeom>
          <a:noFill/>
        </p:spPr>
        <p:txBody>
          <a:bodyPr wrap="square" rtlCol="0">
            <a:spAutoFit/>
          </a:bodyPr>
          <a:lstStyle/>
          <a:p>
            <a:r>
              <a:rPr lang="en-US" sz="2400" b="1" dirty="0">
                <a:latin typeface="Oracle Sans Tab" panose="020B0503020204020204" pitchFamily="34" charset="0"/>
                <a:cs typeface="Oracle Sans Tab" panose="020B0503020204020204" pitchFamily="34" charset="0"/>
              </a:rPr>
              <a:t>Technical Accelerators</a:t>
            </a:r>
          </a:p>
        </p:txBody>
      </p:sp>
      <p:sp>
        <p:nvSpPr>
          <p:cNvPr id="9" name="TextBox 8">
            <a:extLst>
              <a:ext uri="{FF2B5EF4-FFF2-40B4-BE49-F238E27FC236}">
                <a16:creationId xmlns:a16="http://schemas.microsoft.com/office/drawing/2014/main" id="{17A53B2C-6FD7-0B6D-B869-58BDC410A7E0}"/>
              </a:ext>
            </a:extLst>
          </p:cNvPr>
          <p:cNvSpPr txBox="1"/>
          <p:nvPr/>
        </p:nvSpPr>
        <p:spPr>
          <a:xfrm>
            <a:off x="486032" y="3403599"/>
            <a:ext cx="4024185" cy="461665"/>
          </a:xfrm>
          <a:prstGeom prst="rect">
            <a:avLst/>
          </a:prstGeom>
          <a:noFill/>
        </p:spPr>
        <p:txBody>
          <a:bodyPr wrap="square" rtlCol="0">
            <a:spAutoFit/>
          </a:bodyPr>
          <a:lstStyle/>
          <a:p>
            <a:r>
              <a:rPr lang="en-US" sz="2400" b="1" dirty="0">
                <a:latin typeface="Oracle Sans Tab" panose="020B0503020204020204" pitchFamily="34" charset="0"/>
                <a:cs typeface="Oracle Sans Tab" panose="020B0503020204020204" pitchFamily="34" charset="0"/>
              </a:rPr>
              <a:t>Success Support </a:t>
            </a:r>
          </a:p>
        </p:txBody>
      </p:sp>
      <p:sp>
        <p:nvSpPr>
          <p:cNvPr id="12" name="Yellow Training">
            <a:extLst>
              <a:ext uri="{FF2B5EF4-FFF2-40B4-BE49-F238E27FC236}">
                <a16:creationId xmlns:a16="http://schemas.microsoft.com/office/drawing/2014/main" id="{5B0B391C-EF1D-2C58-5D4F-BA732EBE6A1E}"/>
              </a:ext>
            </a:extLst>
          </p:cNvPr>
          <p:cNvSpPr txBox="1">
            <a:spLocks/>
          </p:cNvSpPr>
          <p:nvPr/>
        </p:nvSpPr>
        <p:spPr>
          <a:xfrm>
            <a:off x="486032" y="1278237"/>
            <a:ext cx="4744996" cy="461665"/>
          </a:xfrm>
          <a:prstGeom prst="rect">
            <a:avLst/>
          </a:prstGeom>
          <a:noFill/>
        </p:spPr>
        <p:txBody>
          <a:bodyPr wrap="square" rtlCol="0">
            <a:spAutoFit/>
          </a:bodyPr>
          <a:lstStyle/>
          <a:p>
            <a:r>
              <a:rPr lang="en-US" sz="2400" b="1" dirty="0">
                <a:latin typeface="Oracle Sans Tab" panose="020B0503020204020204" pitchFamily="34" charset="0"/>
                <a:cs typeface="Oracle Sans Tab" panose="020B0503020204020204" pitchFamily="34" charset="0"/>
              </a:rPr>
              <a:t>Training &amp; Enablement</a:t>
            </a:r>
          </a:p>
        </p:txBody>
      </p:sp>
      <p:sp>
        <p:nvSpPr>
          <p:cNvPr id="3" name="Footer Placeholder 2">
            <a:extLst>
              <a:ext uri="{FF2B5EF4-FFF2-40B4-BE49-F238E27FC236}">
                <a16:creationId xmlns:a16="http://schemas.microsoft.com/office/drawing/2014/main" id="{B2077D60-EAC4-A2EF-7E17-DF290A644EDE}"/>
              </a:ext>
            </a:extLst>
          </p:cNvPr>
          <p:cNvSpPr txBox="1">
            <a:spLocks/>
          </p:cNvSpPr>
          <p:nvPr/>
        </p:nvSpPr>
        <p:spPr>
          <a:xfrm>
            <a:off x="529290" y="4869657"/>
            <a:ext cx="3769900" cy="273844"/>
          </a:xfrm>
          <a:prstGeom prst="rect">
            <a:avLst/>
          </a:prstGeom>
        </p:spPr>
        <p:txBody>
          <a:bodyPr/>
          <a:lstStyle>
            <a:defPPr>
              <a:defRPr lang="en-US"/>
            </a:defPPr>
            <a:lvl1pPr marL="0" algn="l" defTabSz="674692" rtl="0" eaLnBrk="1" latinLnBrk="0" hangingPunct="1">
              <a:defRPr sz="1328" kern="1200">
                <a:solidFill>
                  <a:schemeClr val="tx1"/>
                </a:solidFill>
                <a:latin typeface="+mn-lt"/>
                <a:ea typeface="+mn-ea"/>
                <a:cs typeface="+mn-cs"/>
              </a:defRPr>
            </a:lvl1pPr>
            <a:lvl2pPr marL="337347" algn="l" defTabSz="674692" rtl="0" eaLnBrk="1" latinLnBrk="0" hangingPunct="1">
              <a:defRPr sz="1328" kern="1200">
                <a:solidFill>
                  <a:schemeClr val="tx1"/>
                </a:solidFill>
                <a:latin typeface="+mn-lt"/>
                <a:ea typeface="+mn-ea"/>
                <a:cs typeface="+mn-cs"/>
              </a:defRPr>
            </a:lvl2pPr>
            <a:lvl3pPr marL="674692" algn="l" defTabSz="674692" rtl="0" eaLnBrk="1" latinLnBrk="0" hangingPunct="1">
              <a:defRPr sz="1328" kern="1200">
                <a:solidFill>
                  <a:schemeClr val="tx1"/>
                </a:solidFill>
                <a:latin typeface="+mn-lt"/>
                <a:ea typeface="+mn-ea"/>
                <a:cs typeface="+mn-cs"/>
              </a:defRPr>
            </a:lvl3pPr>
            <a:lvl4pPr marL="1012039" algn="l" defTabSz="674692" rtl="0" eaLnBrk="1" latinLnBrk="0" hangingPunct="1">
              <a:defRPr sz="1328" kern="1200">
                <a:solidFill>
                  <a:schemeClr val="tx1"/>
                </a:solidFill>
                <a:latin typeface="+mn-lt"/>
                <a:ea typeface="+mn-ea"/>
                <a:cs typeface="+mn-cs"/>
              </a:defRPr>
            </a:lvl4pPr>
            <a:lvl5pPr marL="1349384" algn="l" defTabSz="674692" rtl="0" eaLnBrk="1" latinLnBrk="0" hangingPunct="1">
              <a:defRPr sz="1328" kern="1200">
                <a:solidFill>
                  <a:schemeClr val="tx1"/>
                </a:solidFill>
                <a:latin typeface="+mn-lt"/>
                <a:ea typeface="+mn-ea"/>
                <a:cs typeface="+mn-cs"/>
              </a:defRPr>
            </a:lvl5pPr>
            <a:lvl6pPr marL="1686731" algn="l" defTabSz="674692" rtl="0" eaLnBrk="1" latinLnBrk="0" hangingPunct="1">
              <a:defRPr sz="1328" kern="1200">
                <a:solidFill>
                  <a:schemeClr val="tx1"/>
                </a:solidFill>
                <a:latin typeface="+mn-lt"/>
                <a:ea typeface="+mn-ea"/>
                <a:cs typeface="+mn-cs"/>
              </a:defRPr>
            </a:lvl6pPr>
            <a:lvl7pPr marL="2024077" algn="l" defTabSz="674692" rtl="0" eaLnBrk="1" latinLnBrk="0" hangingPunct="1">
              <a:defRPr sz="1328" kern="1200">
                <a:solidFill>
                  <a:schemeClr val="tx1"/>
                </a:solidFill>
                <a:latin typeface="+mn-lt"/>
                <a:ea typeface="+mn-ea"/>
                <a:cs typeface="+mn-cs"/>
              </a:defRPr>
            </a:lvl7pPr>
            <a:lvl8pPr marL="2361423" algn="l" defTabSz="674692" rtl="0" eaLnBrk="1" latinLnBrk="0" hangingPunct="1">
              <a:defRPr sz="1328" kern="1200">
                <a:solidFill>
                  <a:schemeClr val="tx1"/>
                </a:solidFill>
                <a:latin typeface="+mn-lt"/>
                <a:ea typeface="+mn-ea"/>
                <a:cs typeface="+mn-cs"/>
              </a:defRPr>
            </a:lvl8pPr>
            <a:lvl9pPr marL="2698769" algn="l" defTabSz="674692" rtl="0" eaLnBrk="1" latinLnBrk="0" hangingPunct="1">
              <a:defRPr sz="1328" kern="1200">
                <a:solidFill>
                  <a:schemeClr val="tx1"/>
                </a:solidFill>
                <a:latin typeface="+mn-lt"/>
                <a:ea typeface="+mn-ea"/>
                <a:cs typeface="+mn-cs"/>
              </a:defRPr>
            </a:lvl9pPr>
          </a:lstStyle>
          <a:p>
            <a:r>
              <a:rPr lang="en-US" sz="530" dirty="0">
                <a:latin typeface="Oracle Sans" panose="020B0503020204020204" pitchFamily="34" charset="0"/>
                <a:cs typeface="Oracle Sans" panose="020B0503020204020204" pitchFamily="34" charset="0"/>
                <a:sym typeface="Symbol" pitchFamily="2" charset="2"/>
              </a:rPr>
              <a:t>Copyright © 2025, Oracle and/or its affiliates. All rights reserved.</a:t>
            </a:r>
            <a:endParaRPr lang="en-CA" sz="530" dirty="0">
              <a:latin typeface="Oracle Sans" panose="020B0503020204020204" pitchFamily="34" charset="0"/>
              <a:cs typeface="Oracle Sans" panose="020B0503020204020204" pitchFamily="34" charset="0"/>
            </a:endParaRPr>
          </a:p>
        </p:txBody>
      </p:sp>
      <p:sp>
        <p:nvSpPr>
          <p:cNvPr id="4" name="Slide Number Placeholder 3">
            <a:extLst>
              <a:ext uri="{FF2B5EF4-FFF2-40B4-BE49-F238E27FC236}">
                <a16:creationId xmlns:a16="http://schemas.microsoft.com/office/drawing/2014/main" id="{833B634D-BA00-A772-90A3-4D0BFB4B6EAF}"/>
              </a:ext>
            </a:extLst>
          </p:cNvPr>
          <p:cNvSpPr txBox="1">
            <a:spLocks/>
          </p:cNvSpPr>
          <p:nvPr/>
        </p:nvSpPr>
        <p:spPr>
          <a:xfrm>
            <a:off x="195597" y="4869657"/>
            <a:ext cx="326888" cy="273844"/>
          </a:xfrm>
          <a:prstGeom prst="rect">
            <a:avLst/>
          </a:prstGeom>
        </p:spPr>
        <p:txBody>
          <a:bodyPr/>
          <a:lstStyle>
            <a:defPPr>
              <a:defRPr lang="en-US"/>
            </a:defPPr>
            <a:lvl1pPr marL="0" algn="l" defTabSz="674692" rtl="0" eaLnBrk="1" latinLnBrk="0" hangingPunct="1">
              <a:defRPr sz="1328" kern="1200">
                <a:solidFill>
                  <a:schemeClr val="tx1"/>
                </a:solidFill>
                <a:latin typeface="+mn-lt"/>
                <a:ea typeface="+mn-ea"/>
                <a:cs typeface="+mn-cs"/>
              </a:defRPr>
            </a:lvl1pPr>
            <a:lvl2pPr marL="337347" algn="l" defTabSz="674692" rtl="0" eaLnBrk="1" latinLnBrk="0" hangingPunct="1">
              <a:defRPr sz="1328" kern="1200">
                <a:solidFill>
                  <a:schemeClr val="tx1"/>
                </a:solidFill>
                <a:latin typeface="+mn-lt"/>
                <a:ea typeface="+mn-ea"/>
                <a:cs typeface="+mn-cs"/>
              </a:defRPr>
            </a:lvl2pPr>
            <a:lvl3pPr marL="674692" algn="l" defTabSz="674692" rtl="0" eaLnBrk="1" latinLnBrk="0" hangingPunct="1">
              <a:defRPr sz="1328" kern="1200">
                <a:solidFill>
                  <a:schemeClr val="tx1"/>
                </a:solidFill>
                <a:latin typeface="+mn-lt"/>
                <a:ea typeface="+mn-ea"/>
                <a:cs typeface="+mn-cs"/>
              </a:defRPr>
            </a:lvl3pPr>
            <a:lvl4pPr marL="1012039" algn="l" defTabSz="674692" rtl="0" eaLnBrk="1" latinLnBrk="0" hangingPunct="1">
              <a:defRPr sz="1328" kern="1200">
                <a:solidFill>
                  <a:schemeClr val="tx1"/>
                </a:solidFill>
                <a:latin typeface="+mn-lt"/>
                <a:ea typeface="+mn-ea"/>
                <a:cs typeface="+mn-cs"/>
              </a:defRPr>
            </a:lvl4pPr>
            <a:lvl5pPr marL="1349384" algn="l" defTabSz="674692" rtl="0" eaLnBrk="1" latinLnBrk="0" hangingPunct="1">
              <a:defRPr sz="1328" kern="1200">
                <a:solidFill>
                  <a:schemeClr val="tx1"/>
                </a:solidFill>
                <a:latin typeface="+mn-lt"/>
                <a:ea typeface="+mn-ea"/>
                <a:cs typeface="+mn-cs"/>
              </a:defRPr>
            </a:lvl5pPr>
            <a:lvl6pPr marL="1686731" algn="l" defTabSz="674692" rtl="0" eaLnBrk="1" latinLnBrk="0" hangingPunct="1">
              <a:defRPr sz="1328" kern="1200">
                <a:solidFill>
                  <a:schemeClr val="tx1"/>
                </a:solidFill>
                <a:latin typeface="+mn-lt"/>
                <a:ea typeface="+mn-ea"/>
                <a:cs typeface="+mn-cs"/>
              </a:defRPr>
            </a:lvl6pPr>
            <a:lvl7pPr marL="2024077" algn="l" defTabSz="674692" rtl="0" eaLnBrk="1" latinLnBrk="0" hangingPunct="1">
              <a:defRPr sz="1328" kern="1200">
                <a:solidFill>
                  <a:schemeClr val="tx1"/>
                </a:solidFill>
                <a:latin typeface="+mn-lt"/>
                <a:ea typeface="+mn-ea"/>
                <a:cs typeface="+mn-cs"/>
              </a:defRPr>
            </a:lvl7pPr>
            <a:lvl8pPr marL="2361423" algn="l" defTabSz="674692" rtl="0" eaLnBrk="1" latinLnBrk="0" hangingPunct="1">
              <a:defRPr sz="1328" kern="1200">
                <a:solidFill>
                  <a:schemeClr val="tx1"/>
                </a:solidFill>
                <a:latin typeface="+mn-lt"/>
                <a:ea typeface="+mn-ea"/>
                <a:cs typeface="+mn-cs"/>
              </a:defRPr>
            </a:lvl8pPr>
            <a:lvl9pPr marL="2698769" algn="l" defTabSz="674692" rtl="0" eaLnBrk="1" latinLnBrk="0" hangingPunct="1">
              <a:defRPr sz="1328" kern="1200">
                <a:solidFill>
                  <a:schemeClr val="tx1"/>
                </a:solidFill>
                <a:latin typeface="+mn-lt"/>
                <a:ea typeface="+mn-ea"/>
                <a:cs typeface="+mn-cs"/>
              </a:defRPr>
            </a:lvl9pPr>
          </a:lstStyle>
          <a:p>
            <a:fld id="{CFF4B978-1D82-7745-80C5-DBABA6B131D3}" type="slidenum">
              <a:rPr lang="en-US" sz="530" smtClean="0">
                <a:latin typeface="Oracle Sans" panose="020B0503020204020204" pitchFamily="34" charset="0"/>
                <a:cs typeface="Oracle Sans" panose="020B0503020204020204" pitchFamily="34" charset="0"/>
              </a:rPr>
              <a:pPr/>
              <a:t>13</a:t>
            </a:fld>
            <a:endParaRPr lang="en-US" sz="530" dirty="0">
              <a:latin typeface="Oracle Sans" panose="020B0503020204020204" pitchFamily="34" charset="0"/>
              <a:cs typeface="Oracle Sans" panose="020B0503020204020204" pitchFamily="34" charset="0"/>
            </a:endParaRPr>
          </a:p>
        </p:txBody>
      </p:sp>
    </p:spTree>
    <p:extLst>
      <p:ext uri="{BB962C8B-B14F-4D97-AF65-F5344CB8AC3E}">
        <p14:creationId xmlns:p14="http://schemas.microsoft.com/office/powerpoint/2010/main" val="302436572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42" presetClass="path" presetSubtype="0" decel="100000" fill="hold" grpId="1" nodeType="withEffect">
                                  <p:stCondLst>
                                    <p:cond delay="0"/>
                                  </p:stCondLst>
                                  <p:childTnLst>
                                    <p:animMotion origin="layout" path="M -1.66667E-6 -0.03457 L -1.66667E-6 2.83951E-6 " pathEditMode="relative" rAng="0" ptsTypes="AA">
                                      <p:cBhvr>
                                        <p:cTn id="9" dur="1000" fill="hold"/>
                                        <p:tgtEl>
                                          <p:spTgt spid="2"/>
                                        </p:tgtEl>
                                        <p:attrNameLst>
                                          <p:attrName>ppt_x</p:attrName>
                                          <p:attrName>ppt_y</p:attrName>
                                        </p:attrNameLst>
                                      </p:cBhvr>
                                      <p:rCtr x="0" y="1728"/>
                                    </p:animMotion>
                                  </p:childTnLst>
                                </p:cTn>
                              </p:par>
                              <p:par>
                                <p:cTn id="10" presetID="3" presetClass="emph" presetSubtype="2" fill="hold" grpId="0" nodeType="withEffect">
                                  <p:stCondLst>
                                    <p:cond delay="0"/>
                                  </p:stCondLst>
                                  <p:childTnLst>
                                    <p:animClr clrSpc="rgb" dir="cw">
                                      <p:cBhvr override="childStyle">
                                        <p:cTn id="11" dur="1000" fill="hold"/>
                                        <p:tgtEl>
                                          <p:spTgt spid="7"/>
                                        </p:tgtEl>
                                        <p:attrNameLst>
                                          <p:attrName>style.color</p:attrName>
                                        </p:attrNameLst>
                                      </p:cBhvr>
                                      <p:to>
                                        <a:srgbClr val="FFE864"/>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person sitting at a desk with his feet on his chin&#10;&#10;Description automatically generated">
            <a:extLst>
              <a:ext uri="{FF2B5EF4-FFF2-40B4-BE49-F238E27FC236}">
                <a16:creationId xmlns:a16="http://schemas.microsoft.com/office/drawing/2014/main" id="{60C98FE6-8916-4144-C9B3-1C0254999142}"/>
              </a:ext>
            </a:extLst>
          </p:cNvPr>
          <p:cNvPicPr>
            <a:picLocks noChangeAspect="1"/>
          </p:cNvPicPr>
          <p:nvPr/>
        </p:nvPicPr>
        <p:blipFill rotWithShape="1">
          <a:blip r:embed="rId3" cstate="hqprint">
            <a:extLst>
              <a:ext uri="{28A0092B-C50C-407E-A947-70E740481C1C}">
                <a14:useLocalDpi xmlns:a14="http://schemas.microsoft.com/office/drawing/2010/main"/>
              </a:ext>
            </a:extLst>
          </a:blip>
          <a:srcRect l="47000"/>
          <a:stretch/>
        </p:blipFill>
        <p:spPr>
          <a:xfrm>
            <a:off x="4297680" y="0"/>
            <a:ext cx="4846320" cy="5143500"/>
          </a:xfrm>
          <a:prstGeom prst="rect">
            <a:avLst/>
          </a:prstGeom>
        </p:spPr>
      </p:pic>
      <p:sp>
        <p:nvSpPr>
          <p:cNvPr id="6" name="Title 1">
            <a:extLst>
              <a:ext uri="{FF2B5EF4-FFF2-40B4-BE49-F238E27FC236}">
                <a16:creationId xmlns:a16="http://schemas.microsoft.com/office/drawing/2014/main" id="{8FDCC5DB-742D-BA03-5DDE-C9B228DB6722}"/>
              </a:ext>
            </a:extLst>
          </p:cNvPr>
          <p:cNvSpPr>
            <a:spLocks noGrp="1"/>
          </p:cNvSpPr>
          <p:nvPr>
            <p:ph type="title" idx="4294967295"/>
          </p:nvPr>
        </p:nvSpPr>
        <p:spPr>
          <a:xfrm>
            <a:off x="513041" y="269717"/>
            <a:ext cx="5865813" cy="695325"/>
          </a:xfrm>
        </p:spPr>
        <p:txBody>
          <a:bodyPr anchor="ctr"/>
          <a:lstStyle/>
          <a:p>
            <a:r>
              <a:rPr lang="en-US" sz="2400" dirty="0"/>
              <a:t>Oracle environments for testing, development, and demonstration</a:t>
            </a:r>
          </a:p>
        </p:txBody>
      </p:sp>
      <p:grpSp>
        <p:nvGrpSpPr>
          <p:cNvPr id="21" name="Group 20">
            <a:extLst>
              <a:ext uri="{FF2B5EF4-FFF2-40B4-BE49-F238E27FC236}">
                <a16:creationId xmlns:a16="http://schemas.microsoft.com/office/drawing/2014/main" id="{89B5AB64-2BC5-BBE3-B577-C11B940D7521}"/>
              </a:ext>
            </a:extLst>
          </p:cNvPr>
          <p:cNvGrpSpPr/>
          <p:nvPr/>
        </p:nvGrpSpPr>
        <p:grpSpPr>
          <a:xfrm>
            <a:off x="613373" y="2240398"/>
            <a:ext cx="3771900" cy="477726"/>
            <a:chOff x="627322" y="2442883"/>
            <a:chExt cx="3771900" cy="477726"/>
          </a:xfrm>
        </p:grpSpPr>
        <p:sp>
          <p:nvSpPr>
            <p:cNvPr id="13" name="Rectangle 12">
              <a:extLst>
                <a:ext uri="{FF2B5EF4-FFF2-40B4-BE49-F238E27FC236}">
                  <a16:creationId xmlns:a16="http://schemas.microsoft.com/office/drawing/2014/main" id="{D7DEADAC-B613-D650-5573-C74D45AF7A04}"/>
                </a:ext>
              </a:extLst>
            </p:cNvPr>
            <p:cNvSpPr/>
            <p:nvPr/>
          </p:nvSpPr>
          <p:spPr>
            <a:xfrm>
              <a:off x="627322" y="2442883"/>
              <a:ext cx="3771900" cy="47772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617220" rtlCol="0" anchor="ctr"/>
            <a:lstStyle/>
            <a:p>
              <a:r>
                <a:rPr lang="en-US" sz="1400" dirty="0">
                  <a:solidFill>
                    <a:schemeClr val="tx1"/>
                  </a:solidFill>
                  <a:latin typeface="Oracle Sans" panose="020B0503020204020204" pitchFamily="34" charset="0"/>
                </a:rPr>
                <a:t>Oracle Industry Cloud Applications</a:t>
              </a:r>
            </a:p>
          </p:txBody>
        </p:sp>
        <p:pic>
          <p:nvPicPr>
            <p:cNvPr id="16" name="Graphic 15" descr="Production with solid fill">
              <a:extLst>
                <a:ext uri="{FF2B5EF4-FFF2-40B4-BE49-F238E27FC236}">
                  <a16:creationId xmlns:a16="http://schemas.microsoft.com/office/drawing/2014/main" id="{94CFAF75-A387-2441-7244-6C657E42A727}"/>
                </a:ext>
              </a:extLst>
            </p:cNvPr>
            <p:cNvPicPr>
              <a:picLocks noChangeAspect="1"/>
            </p:cNvPicPr>
            <p:nvPr/>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655742" y="2496337"/>
              <a:ext cx="342900" cy="342900"/>
            </a:xfrm>
            <a:prstGeom prst="rect">
              <a:avLst/>
            </a:prstGeom>
          </p:spPr>
        </p:pic>
      </p:grpSp>
      <p:grpSp>
        <p:nvGrpSpPr>
          <p:cNvPr id="23" name="Group 22">
            <a:extLst>
              <a:ext uri="{FF2B5EF4-FFF2-40B4-BE49-F238E27FC236}">
                <a16:creationId xmlns:a16="http://schemas.microsoft.com/office/drawing/2014/main" id="{09EA92FD-A3FC-3ED4-02FB-36AA4FC63EE3}"/>
              </a:ext>
            </a:extLst>
          </p:cNvPr>
          <p:cNvGrpSpPr/>
          <p:nvPr/>
        </p:nvGrpSpPr>
        <p:grpSpPr>
          <a:xfrm>
            <a:off x="613373" y="1705900"/>
            <a:ext cx="3771900" cy="480060"/>
            <a:chOff x="627323" y="1365400"/>
            <a:chExt cx="3771900" cy="480060"/>
          </a:xfrm>
        </p:grpSpPr>
        <p:sp>
          <p:nvSpPr>
            <p:cNvPr id="11" name="Rectangle 10">
              <a:extLst>
                <a:ext uri="{FF2B5EF4-FFF2-40B4-BE49-F238E27FC236}">
                  <a16:creationId xmlns:a16="http://schemas.microsoft.com/office/drawing/2014/main" id="{D3A8D8B0-00EA-9FB0-ED8A-DB2CB942210F}"/>
                </a:ext>
              </a:extLst>
            </p:cNvPr>
            <p:cNvSpPr/>
            <p:nvPr/>
          </p:nvSpPr>
          <p:spPr>
            <a:xfrm>
              <a:off x="627323" y="1365400"/>
              <a:ext cx="3771900" cy="4800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617220" rtlCol="0" anchor="ctr"/>
            <a:lstStyle/>
            <a:p>
              <a:r>
                <a:rPr lang="en-US" sz="1400" dirty="0">
                  <a:solidFill>
                    <a:srgbClr val="FFFFFF"/>
                  </a:solidFill>
                  <a:latin typeface="Oracle Sans" panose="020B0503020204020204" pitchFamily="34" charset="0"/>
                  <a:cs typeface="Oracle Sans" panose="020B0503020204020204" pitchFamily="34" charset="0"/>
                </a:rPr>
                <a:t>Oracle Fusion Cloud Applications</a:t>
              </a:r>
            </a:p>
          </p:txBody>
        </p:sp>
        <p:pic>
          <p:nvPicPr>
            <p:cNvPr id="17" name="Graphic 16" descr="Syncing cloud with solid fill">
              <a:extLst>
                <a:ext uri="{FF2B5EF4-FFF2-40B4-BE49-F238E27FC236}">
                  <a16:creationId xmlns:a16="http://schemas.microsoft.com/office/drawing/2014/main" id="{9DE49AB0-C755-C10F-B119-1A5410F88A1B}"/>
                </a:ext>
              </a:extLst>
            </p:cNvPr>
            <p:cNvPicPr>
              <a:picLocks noChangeAspect="1"/>
            </p:cNvPicPr>
            <p:nvPr/>
          </p:nvPicPr>
          <p:blipFill>
            <a:blip r:embed="rId6" cstate="email">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655742" y="1420021"/>
              <a:ext cx="342900" cy="342900"/>
            </a:xfrm>
            <a:prstGeom prst="rect">
              <a:avLst/>
            </a:prstGeom>
          </p:spPr>
        </p:pic>
      </p:grpSp>
      <p:grpSp>
        <p:nvGrpSpPr>
          <p:cNvPr id="22" name="Group 21">
            <a:extLst>
              <a:ext uri="{FF2B5EF4-FFF2-40B4-BE49-F238E27FC236}">
                <a16:creationId xmlns:a16="http://schemas.microsoft.com/office/drawing/2014/main" id="{6F3D1BBD-A8F1-9707-4903-1ADDDFBC8AFC}"/>
              </a:ext>
            </a:extLst>
          </p:cNvPr>
          <p:cNvGrpSpPr/>
          <p:nvPr/>
        </p:nvGrpSpPr>
        <p:grpSpPr>
          <a:xfrm>
            <a:off x="613373" y="3304727"/>
            <a:ext cx="3771900" cy="477726"/>
            <a:chOff x="627322" y="2937173"/>
            <a:chExt cx="3771900" cy="477726"/>
          </a:xfrm>
        </p:grpSpPr>
        <p:sp>
          <p:nvSpPr>
            <p:cNvPr id="14" name="Rectangle 13">
              <a:extLst>
                <a:ext uri="{FF2B5EF4-FFF2-40B4-BE49-F238E27FC236}">
                  <a16:creationId xmlns:a16="http://schemas.microsoft.com/office/drawing/2014/main" id="{64ACAAFE-0C28-B8CD-5F04-91967AD8A9EA}"/>
                </a:ext>
              </a:extLst>
            </p:cNvPr>
            <p:cNvSpPr/>
            <p:nvPr/>
          </p:nvSpPr>
          <p:spPr>
            <a:xfrm>
              <a:off x="627322" y="2937173"/>
              <a:ext cx="3771900" cy="47772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617220" rtlCol="0" anchor="ctr"/>
            <a:lstStyle/>
            <a:p>
              <a:r>
                <a:rPr lang="en-US" sz="1400" dirty="0">
                  <a:solidFill>
                    <a:schemeClr val="tx1"/>
                  </a:solidFill>
                  <a:latin typeface="Oracle Sans" panose="020B0503020204020204" pitchFamily="34" charset="0"/>
                </a:rPr>
                <a:t>SaaS Demo Instances</a:t>
              </a:r>
            </a:p>
          </p:txBody>
        </p:sp>
        <p:pic>
          <p:nvPicPr>
            <p:cNvPr id="18" name="Graphic 17" descr="Cloud Computing with solid fill">
              <a:extLst>
                <a:ext uri="{FF2B5EF4-FFF2-40B4-BE49-F238E27FC236}">
                  <a16:creationId xmlns:a16="http://schemas.microsoft.com/office/drawing/2014/main" id="{EE7AED99-A907-A398-B9B5-F9C0158DF477}"/>
                </a:ext>
              </a:extLst>
            </p:cNvPr>
            <p:cNvPicPr>
              <a:picLocks noChangeAspect="1"/>
            </p:cNvPicPr>
            <p:nvPr/>
          </p:nvPicPr>
          <p:blipFill>
            <a:blip r:embed="rId8" cstate="email">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655742" y="2990627"/>
              <a:ext cx="342900" cy="342900"/>
            </a:xfrm>
            <a:prstGeom prst="rect">
              <a:avLst/>
            </a:prstGeom>
          </p:spPr>
        </p:pic>
      </p:grpSp>
      <p:grpSp>
        <p:nvGrpSpPr>
          <p:cNvPr id="20" name="Group 19">
            <a:extLst>
              <a:ext uri="{FF2B5EF4-FFF2-40B4-BE49-F238E27FC236}">
                <a16:creationId xmlns:a16="http://schemas.microsoft.com/office/drawing/2014/main" id="{389A5F58-8C81-D711-1EF2-91B3E8D56396}"/>
              </a:ext>
            </a:extLst>
          </p:cNvPr>
          <p:cNvGrpSpPr/>
          <p:nvPr/>
        </p:nvGrpSpPr>
        <p:grpSpPr>
          <a:xfrm>
            <a:off x="613373" y="2772562"/>
            <a:ext cx="3771900" cy="477726"/>
            <a:chOff x="627322" y="1948594"/>
            <a:chExt cx="3771900" cy="477726"/>
          </a:xfrm>
        </p:grpSpPr>
        <p:sp>
          <p:nvSpPr>
            <p:cNvPr id="12" name="Rectangle 11">
              <a:extLst>
                <a:ext uri="{FF2B5EF4-FFF2-40B4-BE49-F238E27FC236}">
                  <a16:creationId xmlns:a16="http://schemas.microsoft.com/office/drawing/2014/main" id="{497D20B0-2181-D1B2-B564-BC85532F74D0}"/>
                </a:ext>
              </a:extLst>
            </p:cNvPr>
            <p:cNvSpPr/>
            <p:nvPr/>
          </p:nvSpPr>
          <p:spPr>
            <a:xfrm>
              <a:off x="627322" y="1948594"/>
              <a:ext cx="3771900" cy="47772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617220" rtlCol="0" anchor="ctr"/>
            <a:lstStyle/>
            <a:p>
              <a:r>
                <a:rPr lang="en-US" sz="1400" dirty="0">
                  <a:solidFill>
                    <a:schemeClr val="tx1"/>
                  </a:solidFill>
                  <a:latin typeface="Oracle Sans" panose="020B0503020204020204" pitchFamily="34" charset="0"/>
                </a:rPr>
                <a:t>Oracle Cloud Infrastructure (OCI) </a:t>
              </a:r>
              <a:br>
                <a:rPr lang="en-US" sz="1400" dirty="0">
                  <a:solidFill>
                    <a:schemeClr val="tx1"/>
                  </a:solidFill>
                  <a:latin typeface="Oracle Sans" panose="020B0503020204020204" pitchFamily="34" charset="0"/>
                </a:rPr>
              </a:br>
              <a:r>
                <a:rPr lang="en-US" sz="1400" dirty="0">
                  <a:solidFill>
                    <a:schemeClr val="tx1"/>
                  </a:solidFill>
                  <a:latin typeface="Oracle Sans" panose="020B0503020204020204" pitchFamily="34" charset="0"/>
                </a:rPr>
                <a:t>IaaS and PaaS services</a:t>
              </a:r>
            </a:p>
          </p:txBody>
        </p:sp>
        <p:pic>
          <p:nvPicPr>
            <p:cNvPr id="19" name="Graphic 18" descr="Database with solid fill">
              <a:extLst>
                <a:ext uri="{FF2B5EF4-FFF2-40B4-BE49-F238E27FC236}">
                  <a16:creationId xmlns:a16="http://schemas.microsoft.com/office/drawing/2014/main" id="{4C3C3896-0C21-6CD3-DFC7-26BE27172454}"/>
                </a:ext>
              </a:extLst>
            </p:cNvPr>
            <p:cNvPicPr>
              <a:picLocks noChangeAspect="1"/>
            </p:cNvPicPr>
            <p:nvPr/>
          </p:nvPicPr>
          <p:blipFill>
            <a:blip r:embed="rId10" cstate="email">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655742" y="2002048"/>
              <a:ext cx="342900" cy="342900"/>
            </a:xfrm>
            <a:prstGeom prst="rect">
              <a:avLst/>
            </a:prstGeom>
          </p:spPr>
        </p:pic>
      </p:grpSp>
      <p:sp>
        <p:nvSpPr>
          <p:cNvPr id="2" name="Footer Placeholder 2">
            <a:extLst>
              <a:ext uri="{FF2B5EF4-FFF2-40B4-BE49-F238E27FC236}">
                <a16:creationId xmlns:a16="http://schemas.microsoft.com/office/drawing/2014/main" id="{807B7A42-730F-C980-C397-389E0154C1EF}"/>
              </a:ext>
            </a:extLst>
          </p:cNvPr>
          <p:cNvSpPr txBox="1">
            <a:spLocks/>
          </p:cNvSpPr>
          <p:nvPr/>
        </p:nvSpPr>
        <p:spPr>
          <a:xfrm>
            <a:off x="529290" y="4869657"/>
            <a:ext cx="3769900" cy="273844"/>
          </a:xfrm>
          <a:prstGeom prst="rect">
            <a:avLst/>
          </a:prstGeom>
        </p:spPr>
        <p:txBody>
          <a:bodyPr/>
          <a:lstStyle>
            <a:defPPr>
              <a:defRPr lang="en-US"/>
            </a:defPPr>
            <a:lvl1pPr marL="0" algn="l" defTabSz="674692" rtl="0" eaLnBrk="1" latinLnBrk="0" hangingPunct="1">
              <a:defRPr sz="1328" kern="1200">
                <a:solidFill>
                  <a:schemeClr val="tx1"/>
                </a:solidFill>
                <a:latin typeface="+mn-lt"/>
                <a:ea typeface="+mn-ea"/>
                <a:cs typeface="+mn-cs"/>
              </a:defRPr>
            </a:lvl1pPr>
            <a:lvl2pPr marL="337347" algn="l" defTabSz="674692" rtl="0" eaLnBrk="1" latinLnBrk="0" hangingPunct="1">
              <a:defRPr sz="1328" kern="1200">
                <a:solidFill>
                  <a:schemeClr val="tx1"/>
                </a:solidFill>
                <a:latin typeface="+mn-lt"/>
                <a:ea typeface="+mn-ea"/>
                <a:cs typeface="+mn-cs"/>
              </a:defRPr>
            </a:lvl2pPr>
            <a:lvl3pPr marL="674692" algn="l" defTabSz="674692" rtl="0" eaLnBrk="1" latinLnBrk="0" hangingPunct="1">
              <a:defRPr sz="1328" kern="1200">
                <a:solidFill>
                  <a:schemeClr val="tx1"/>
                </a:solidFill>
                <a:latin typeface="+mn-lt"/>
                <a:ea typeface="+mn-ea"/>
                <a:cs typeface="+mn-cs"/>
              </a:defRPr>
            </a:lvl3pPr>
            <a:lvl4pPr marL="1012039" algn="l" defTabSz="674692" rtl="0" eaLnBrk="1" latinLnBrk="0" hangingPunct="1">
              <a:defRPr sz="1328" kern="1200">
                <a:solidFill>
                  <a:schemeClr val="tx1"/>
                </a:solidFill>
                <a:latin typeface="+mn-lt"/>
                <a:ea typeface="+mn-ea"/>
                <a:cs typeface="+mn-cs"/>
              </a:defRPr>
            </a:lvl4pPr>
            <a:lvl5pPr marL="1349384" algn="l" defTabSz="674692" rtl="0" eaLnBrk="1" latinLnBrk="0" hangingPunct="1">
              <a:defRPr sz="1328" kern="1200">
                <a:solidFill>
                  <a:schemeClr val="tx1"/>
                </a:solidFill>
                <a:latin typeface="+mn-lt"/>
                <a:ea typeface="+mn-ea"/>
                <a:cs typeface="+mn-cs"/>
              </a:defRPr>
            </a:lvl5pPr>
            <a:lvl6pPr marL="1686731" algn="l" defTabSz="674692" rtl="0" eaLnBrk="1" latinLnBrk="0" hangingPunct="1">
              <a:defRPr sz="1328" kern="1200">
                <a:solidFill>
                  <a:schemeClr val="tx1"/>
                </a:solidFill>
                <a:latin typeface="+mn-lt"/>
                <a:ea typeface="+mn-ea"/>
                <a:cs typeface="+mn-cs"/>
              </a:defRPr>
            </a:lvl6pPr>
            <a:lvl7pPr marL="2024077" algn="l" defTabSz="674692" rtl="0" eaLnBrk="1" latinLnBrk="0" hangingPunct="1">
              <a:defRPr sz="1328" kern="1200">
                <a:solidFill>
                  <a:schemeClr val="tx1"/>
                </a:solidFill>
                <a:latin typeface="+mn-lt"/>
                <a:ea typeface="+mn-ea"/>
                <a:cs typeface="+mn-cs"/>
              </a:defRPr>
            </a:lvl7pPr>
            <a:lvl8pPr marL="2361423" algn="l" defTabSz="674692" rtl="0" eaLnBrk="1" latinLnBrk="0" hangingPunct="1">
              <a:defRPr sz="1328" kern="1200">
                <a:solidFill>
                  <a:schemeClr val="tx1"/>
                </a:solidFill>
                <a:latin typeface="+mn-lt"/>
                <a:ea typeface="+mn-ea"/>
                <a:cs typeface="+mn-cs"/>
              </a:defRPr>
            </a:lvl8pPr>
            <a:lvl9pPr marL="2698769" algn="l" defTabSz="674692" rtl="0" eaLnBrk="1" latinLnBrk="0" hangingPunct="1">
              <a:defRPr sz="1328" kern="1200">
                <a:solidFill>
                  <a:schemeClr val="tx1"/>
                </a:solidFill>
                <a:latin typeface="+mn-lt"/>
                <a:ea typeface="+mn-ea"/>
                <a:cs typeface="+mn-cs"/>
              </a:defRPr>
            </a:lvl9pPr>
          </a:lstStyle>
          <a:p>
            <a:r>
              <a:rPr lang="en-US" sz="530" dirty="0">
                <a:latin typeface="Oracle Sans" panose="020B0503020204020204" pitchFamily="34" charset="0"/>
                <a:cs typeface="Oracle Sans" panose="020B0503020204020204" pitchFamily="34" charset="0"/>
                <a:sym typeface="Symbol" pitchFamily="2" charset="2"/>
              </a:rPr>
              <a:t>Copyright © 2025, Oracle and/or its affiliates. All rights reserved.</a:t>
            </a:r>
            <a:endParaRPr lang="en-CA" sz="530" dirty="0">
              <a:latin typeface="Oracle Sans" panose="020B0503020204020204" pitchFamily="34" charset="0"/>
              <a:cs typeface="Oracle Sans" panose="020B0503020204020204" pitchFamily="34" charset="0"/>
            </a:endParaRPr>
          </a:p>
        </p:txBody>
      </p:sp>
      <p:sp>
        <p:nvSpPr>
          <p:cNvPr id="3" name="Slide Number Placeholder 3">
            <a:extLst>
              <a:ext uri="{FF2B5EF4-FFF2-40B4-BE49-F238E27FC236}">
                <a16:creationId xmlns:a16="http://schemas.microsoft.com/office/drawing/2014/main" id="{EDFBDD72-0C7D-E5C9-0D96-F1CAE933BCAD}"/>
              </a:ext>
            </a:extLst>
          </p:cNvPr>
          <p:cNvSpPr txBox="1">
            <a:spLocks/>
          </p:cNvSpPr>
          <p:nvPr/>
        </p:nvSpPr>
        <p:spPr>
          <a:xfrm>
            <a:off x="195597" y="4869657"/>
            <a:ext cx="326888" cy="273844"/>
          </a:xfrm>
          <a:prstGeom prst="rect">
            <a:avLst/>
          </a:prstGeom>
        </p:spPr>
        <p:txBody>
          <a:bodyPr/>
          <a:lstStyle>
            <a:defPPr>
              <a:defRPr lang="en-US"/>
            </a:defPPr>
            <a:lvl1pPr marL="0" algn="l" defTabSz="674692" rtl="0" eaLnBrk="1" latinLnBrk="0" hangingPunct="1">
              <a:defRPr sz="1328" kern="1200">
                <a:solidFill>
                  <a:schemeClr val="tx1"/>
                </a:solidFill>
                <a:latin typeface="+mn-lt"/>
                <a:ea typeface="+mn-ea"/>
                <a:cs typeface="+mn-cs"/>
              </a:defRPr>
            </a:lvl1pPr>
            <a:lvl2pPr marL="337347" algn="l" defTabSz="674692" rtl="0" eaLnBrk="1" latinLnBrk="0" hangingPunct="1">
              <a:defRPr sz="1328" kern="1200">
                <a:solidFill>
                  <a:schemeClr val="tx1"/>
                </a:solidFill>
                <a:latin typeface="+mn-lt"/>
                <a:ea typeface="+mn-ea"/>
                <a:cs typeface="+mn-cs"/>
              </a:defRPr>
            </a:lvl2pPr>
            <a:lvl3pPr marL="674692" algn="l" defTabSz="674692" rtl="0" eaLnBrk="1" latinLnBrk="0" hangingPunct="1">
              <a:defRPr sz="1328" kern="1200">
                <a:solidFill>
                  <a:schemeClr val="tx1"/>
                </a:solidFill>
                <a:latin typeface="+mn-lt"/>
                <a:ea typeface="+mn-ea"/>
                <a:cs typeface="+mn-cs"/>
              </a:defRPr>
            </a:lvl3pPr>
            <a:lvl4pPr marL="1012039" algn="l" defTabSz="674692" rtl="0" eaLnBrk="1" latinLnBrk="0" hangingPunct="1">
              <a:defRPr sz="1328" kern="1200">
                <a:solidFill>
                  <a:schemeClr val="tx1"/>
                </a:solidFill>
                <a:latin typeface="+mn-lt"/>
                <a:ea typeface="+mn-ea"/>
                <a:cs typeface="+mn-cs"/>
              </a:defRPr>
            </a:lvl4pPr>
            <a:lvl5pPr marL="1349384" algn="l" defTabSz="674692" rtl="0" eaLnBrk="1" latinLnBrk="0" hangingPunct="1">
              <a:defRPr sz="1328" kern="1200">
                <a:solidFill>
                  <a:schemeClr val="tx1"/>
                </a:solidFill>
                <a:latin typeface="+mn-lt"/>
                <a:ea typeface="+mn-ea"/>
                <a:cs typeface="+mn-cs"/>
              </a:defRPr>
            </a:lvl5pPr>
            <a:lvl6pPr marL="1686731" algn="l" defTabSz="674692" rtl="0" eaLnBrk="1" latinLnBrk="0" hangingPunct="1">
              <a:defRPr sz="1328" kern="1200">
                <a:solidFill>
                  <a:schemeClr val="tx1"/>
                </a:solidFill>
                <a:latin typeface="+mn-lt"/>
                <a:ea typeface="+mn-ea"/>
                <a:cs typeface="+mn-cs"/>
              </a:defRPr>
            </a:lvl6pPr>
            <a:lvl7pPr marL="2024077" algn="l" defTabSz="674692" rtl="0" eaLnBrk="1" latinLnBrk="0" hangingPunct="1">
              <a:defRPr sz="1328" kern="1200">
                <a:solidFill>
                  <a:schemeClr val="tx1"/>
                </a:solidFill>
                <a:latin typeface="+mn-lt"/>
                <a:ea typeface="+mn-ea"/>
                <a:cs typeface="+mn-cs"/>
              </a:defRPr>
            </a:lvl7pPr>
            <a:lvl8pPr marL="2361423" algn="l" defTabSz="674692" rtl="0" eaLnBrk="1" latinLnBrk="0" hangingPunct="1">
              <a:defRPr sz="1328" kern="1200">
                <a:solidFill>
                  <a:schemeClr val="tx1"/>
                </a:solidFill>
                <a:latin typeface="+mn-lt"/>
                <a:ea typeface="+mn-ea"/>
                <a:cs typeface="+mn-cs"/>
              </a:defRPr>
            </a:lvl8pPr>
            <a:lvl9pPr marL="2698769" algn="l" defTabSz="674692" rtl="0" eaLnBrk="1" latinLnBrk="0" hangingPunct="1">
              <a:defRPr sz="1328" kern="1200">
                <a:solidFill>
                  <a:schemeClr val="tx1"/>
                </a:solidFill>
                <a:latin typeface="+mn-lt"/>
                <a:ea typeface="+mn-ea"/>
                <a:cs typeface="+mn-cs"/>
              </a:defRPr>
            </a:lvl9pPr>
          </a:lstStyle>
          <a:p>
            <a:fld id="{CFF4B978-1D82-7745-80C5-DBABA6B131D3}" type="slidenum">
              <a:rPr lang="en-US" sz="530" smtClean="0">
                <a:latin typeface="Oracle Sans" panose="020B0503020204020204" pitchFamily="34" charset="0"/>
                <a:cs typeface="Oracle Sans" panose="020B0503020204020204" pitchFamily="34" charset="0"/>
              </a:rPr>
              <a:pPr/>
              <a:t>14</a:t>
            </a:fld>
            <a:endParaRPr lang="en-US" sz="530" dirty="0">
              <a:latin typeface="Oracle Sans" panose="020B0503020204020204" pitchFamily="34" charset="0"/>
              <a:cs typeface="Oracle Sans" panose="020B0503020204020204" pitchFamily="34" charset="0"/>
            </a:endParaRPr>
          </a:p>
        </p:txBody>
      </p:sp>
      <p:sp>
        <p:nvSpPr>
          <p:cNvPr id="7" name="TextBox 6">
            <a:extLst>
              <a:ext uri="{FF2B5EF4-FFF2-40B4-BE49-F238E27FC236}">
                <a16:creationId xmlns:a16="http://schemas.microsoft.com/office/drawing/2014/main" id="{3A87E9BB-8E88-9094-48FA-B102CA869EA3}"/>
              </a:ext>
            </a:extLst>
          </p:cNvPr>
          <p:cNvSpPr txBox="1"/>
          <p:nvPr/>
        </p:nvSpPr>
        <p:spPr>
          <a:xfrm>
            <a:off x="418202" y="4356363"/>
            <a:ext cx="4153798" cy="461665"/>
          </a:xfrm>
          <a:prstGeom prst="rect">
            <a:avLst/>
          </a:prstGeom>
          <a:noFill/>
        </p:spPr>
        <p:txBody>
          <a:bodyPr wrap="square">
            <a:spAutoFit/>
          </a:bodyPr>
          <a:lstStyle/>
          <a:p>
            <a:pPr marL="177800" defTabSz="685739">
              <a:defRPr/>
            </a:pPr>
            <a:r>
              <a:rPr lang="en-US" sz="1200" kern="0" dirty="0">
                <a:latin typeface="Oracle Sans Light" panose="020B0403020204020204" pitchFamily="34" charset="0"/>
                <a:cs typeface="Oracle Sans Light" panose="020B0403020204020204" pitchFamily="34" charset="0"/>
              </a:rPr>
              <a:t>Note: This benefit can be unlocked with Oracle Partner Credits. </a:t>
            </a:r>
          </a:p>
        </p:txBody>
      </p:sp>
    </p:spTree>
    <p:extLst>
      <p:ext uri="{BB962C8B-B14F-4D97-AF65-F5344CB8AC3E}">
        <p14:creationId xmlns:p14="http://schemas.microsoft.com/office/powerpoint/2010/main" val="2632632415"/>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EDE1181-EDE2-DA77-D1ED-14882D37474D}"/>
              </a:ext>
            </a:extLst>
          </p:cNvPr>
          <p:cNvSpPr/>
          <p:nvPr/>
        </p:nvSpPr>
        <p:spPr>
          <a:xfrm>
            <a:off x="387178" y="3354092"/>
            <a:ext cx="45719" cy="584886"/>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Oracle Sans" panose="020B0503020204020204" pitchFamily="34" charset="0"/>
            </a:endParaRPr>
          </a:p>
        </p:txBody>
      </p:sp>
      <p:sp>
        <p:nvSpPr>
          <p:cNvPr id="3" name="White GTM">
            <a:extLst>
              <a:ext uri="{FF2B5EF4-FFF2-40B4-BE49-F238E27FC236}">
                <a16:creationId xmlns:a16="http://schemas.microsoft.com/office/drawing/2014/main" id="{C7B713BD-9A7A-BDCE-FA39-A3B38BCB8D57}"/>
              </a:ext>
            </a:extLst>
          </p:cNvPr>
          <p:cNvSpPr txBox="1">
            <a:spLocks/>
          </p:cNvSpPr>
          <p:nvPr/>
        </p:nvSpPr>
        <p:spPr>
          <a:xfrm>
            <a:off x="486032" y="1986691"/>
            <a:ext cx="3216877" cy="461665"/>
          </a:xfrm>
          <a:prstGeom prst="rect">
            <a:avLst/>
          </a:prstGeom>
          <a:noFill/>
        </p:spPr>
        <p:txBody>
          <a:bodyPr wrap="square" rtlCol="0">
            <a:spAutoFit/>
          </a:bodyPr>
          <a:lstStyle/>
          <a:p>
            <a:r>
              <a:rPr lang="en-US" sz="2400" b="1" dirty="0">
                <a:latin typeface="Oracle Sans Tab" panose="020B0503020204020204" pitchFamily="34" charset="0"/>
                <a:cs typeface="Oracle Sans Tab" panose="020B0503020204020204" pitchFamily="34" charset="0"/>
              </a:rPr>
              <a:t>GTM Collaboration</a:t>
            </a:r>
          </a:p>
        </p:txBody>
      </p:sp>
      <p:sp>
        <p:nvSpPr>
          <p:cNvPr id="6" name="TextBox 5">
            <a:extLst>
              <a:ext uri="{FF2B5EF4-FFF2-40B4-BE49-F238E27FC236}">
                <a16:creationId xmlns:a16="http://schemas.microsoft.com/office/drawing/2014/main" id="{F8CBDEDD-C556-24CE-69BA-0D318378D22B}"/>
              </a:ext>
            </a:extLst>
          </p:cNvPr>
          <p:cNvSpPr txBox="1"/>
          <p:nvPr/>
        </p:nvSpPr>
        <p:spPr>
          <a:xfrm>
            <a:off x="486032" y="2695145"/>
            <a:ext cx="3962401" cy="461665"/>
          </a:xfrm>
          <a:prstGeom prst="rect">
            <a:avLst/>
          </a:prstGeom>
          <a:noFill/>
        </p:spPr>
        <p:txBody>
          <a:bodyPr wrap="square" rtlCol="0">
            <a:spAutoFit/>
          </a:bodyPr>
          <a:lstStyle/>
          <a:p>
            <a:r>
              <a:rPr lang="en-US" sz="2400" b="1" dirty="0">
                <a:latin typeface="Oracle Sans Tab" panose="020B0503020204020204" pitchFamily="34" charset="0"/>
                <a:cs typeface="Oracle Sans Tab" panose="020B0503020204020204" pitchFamily="34" charset="0"/>
              </a:rPr>
              <a:t>Technical Accelerators</a:t>
            </a:r>
          </a:p>
        </p:txBody>
      </p:sp>
      <p:sp>
        <p:nvSpPr>
          <p:cNvPr id="7" name="TextBox 6">
            <a:extLst>
              <a:ext uri="{FF2B5EF4-FFF2-40B4-BE49-F238E27FC236}">
                <a16:creationId xmlns:a16="http://schemas.microsoft.com/office/drawing/2014/main" id="{0B045A02-E1A3-6F13-A6BD-7C9BBA18C57B}"/>
              </a:ext>
            </a:extLst>
          </p:cNvPr>
          <p:cNvSpPr txBox="1"/>
          <p:nvPr/>
        </p:nvSpPr>
        <p:spPr>
          <a:xfrm>
            <a:off x="486032" y="3403599"/>
            <a:ext cx="4024185" cy="461665"/>
          </a:xfrm>
          <a:prstGeom prst="rect">
            <a:avLst/>
          </a:prstGeom>
          <a:noFill/>
        </p:spPr>
        <p:txBody>
          <a:bodyPr wrap="square" rtlCol="0">
            <a:spAutoFit/>
          </a:bodyPr>
          <a:lstStyle/>
          <a:p>
            <a:r>
              <a:rPr lang="en-US" sz="2400" b="1" dirty="0">
                <a:latin typeface="Oracle Sans Tab" panose="020B0503020204020204" pitchFamily="34" charset="0"/>
                <a:cs typeface="Oracle Sans Tab" panose="020B0503020204020204" pitchFamily="34" charset="0"/>
              </a:rPr>
              <a:t>Success Support </a:t>
            </a:r>
          </a:p>
        </p:txBody>
      </p:sp>
      <p:sp>
        <p:nvSpPr>
          <p:cNvPr id="12" name="Yellow Training">
            <a:extLst>
              <a:ext uri="{FF2B5EF4-FFF2-40B4-BE49-F238E27FC236}">
                <a16:creationId xmlns:a16="http://schemas.microsoft.com/office/drawing/2014/main" id="{B40A9C86-DF53-0F4E-2952-6EA5F9F63EB4}"/>
              </a:ext>
            </a:extLst>
          </p:cNvPr>
          <p:cNvSpPr txBox="1">
            <a:spLocks/>
          </p:cNvSpPr>
          <p:nvPr/>
        </p:nvSpPr>
        <p:spPr>
          <a:xfrm>
            <a:off x="486032" y="1278237"/>
            <a:ext cx="4744996" cy="461665"/>
          </a:xfrm>
          <a:prstGeom prst="rect">
            <a:avLst/>
          </a:prstGeom>
          <a:noFill/>
        </p:spPr>
        <p:txBody>
          <a:bodyPr wrap="square" rtlCol="0">
            <a:spAutoFit/>
          </a:bodyPr>
          <a:lstStyle/>
          <a:p>
            <a:r>
              <a:rPr lang="en-US" sz="2400" b="1" dirty="0">
                <a:latin typeface="Oracle Sans Tab" panose="020B0503020204020204" pitchFamily="34" charset="0"/>
                <a:cs typeface="Oracle Sans Tab" panose="020B0503020204020204" pitchFamily="34" charset="0"/>
              </a:rPr>
              <a:t>Training &amp; Enablement</a:t>
            </a:r>
          </a:p>
        </p:txBody>
      </p:sp>
      <p:sp>
        <p:nvSpPr>
          <p:cNvPr id="4" name="Footer Placeholder 2">
            <a:extLst>
              <a:ext uri="{FF2B5EF4-FFF2-40B4-BE49-F238E27FC236}">
                <a16:creationId xmlns:a16="http://schemas.microsoft.com/office/drawing/2014/main" id="{F35FF79D-3E7F-7EA5-59D0-8E01BBEC8911}"/>
              </a:ext>
            </a:extLst>
          </p:cNvPr>
          <p:cNvSpPr txBox="1">
            <a:spLocks/>
          </p:cNvSpPr>
          <p:nvPr/>
        </p:nvSpPr>
        <p:spPr>
          <a:xfrm>
            <a:off x="529290" y="4869657"/>
            <a:ext cx="3769900" cy="273844"/>
          </a:xfrm>
          <a:prstGeom prst="rect">
            <a:avLst/>
          </a:prstGeom>
        </p:spPr>
        <p:txBody>
          <a:bodyPr/>
          <a:lstStyle>
            <a:defPPr>
              <a:defRPr lang="en-US"/>
            </a:defPPr>
            <a:lvl1pPr marL="0" algn="l" defTabSz="674692" rtl="0" eaLnBrk="1" latinLnBrk="0" hangingPunct="1">
              <a:defRPr sz="1328" kern="1200">
                <a:solidFill>
                  <a:schemeClr val="tx1"/>
                </a:solidFill>
                <a:latin typeface="+mn-lt"/>
                <a:ea typeface="+mn-ea"/>
                <a:cs typeface="+mn-cs"/>
              </a:defRPr>
            </a:lvl1pPr>
            <a:lvl2pPr marL="337347" algn="l" defTabSz="674692" rtl="0" eaLnBrk="1" latinLnBrk="0" hangingPunct="1">
              <a:defRPr sz="1328" kern="1200">
                <a:solidFill>
                  <a:schemeClr val="tx1"/>
                </a:solidFill>
                <a:latin typeface="+mn-lt"/>
                <a:ea typeface="+mn-ea"/>
                <a:cs typeface="+mn-cs"/>
              </a:defRPr>
            </a:lvl2pPr>
            <a:lvl3pPr marL="674692" algn="l" defTabSz="674692" rtl="0" eaLnBrk="1" latinLnBrk="0" hangingPunct="1">
              <a:defRPr sz="1328" kern="1200">
                <a:solidFill>
                  <a:schemeClr val="tx1"/>
                </a:solidFill>
                <a:latin typeface="+mn-lt"/>
                <a:ea typeface="+mn-ea"/>
                <a:cs typeface="+mn-cs"/>
              </a:defRPr>
            </a:lvl3pPr>
            <a:lvl4pPr marL="1012039" algn="l" defTabSz="674692" rtl="0" eaLnBrk="1" latinLnBrk="0" hangingPunct="1">
              <a:defRPr sz="1328" kern="1200">
                <a:solidFill>
                  <a:schemeClr val="tx1"/>
                </a:solidFill>
                <a:latin typeface="+mn-lt"/>
                <a:ea typeface="+mn-ea"/>
                <a:cs typeface="+mn-cs"/>
              </a:defRPr>
            </a:lvl4pPr>
            <a:lvl5pPr marL="1349384" algn="l" defTabSz="674692" rtl="0" eaLnBrk="1" latinLnBrk="0" hangingPunct="1">
              <a:defRPr sz="1328" kern="1200">
                <a:solidFill>
                  <a:schemeClr val="tx1"/>
                </a:solidFill>
                <a:latin typeface="+mn-lt"/>
                <a:ea typeface="+mn-ea"/>
                <a:cs typeface="+mn-cs"/>
              </a:defRPr>
            </a:lvl5pPr>
            <a:lvl6pPr marL="1686731" algn="l" defTabSz="674692" rtl="0" eaLnBrk="1" latinLnBrk="0" hangingPunct="1">
              <a:defRPr sz="1328" kern="1200">
                <a:solidFill>
                  <a:schemeClr val="tx1"/>
                </a:solidFill>
                <a:latin typeface="+mn-lt"/>
                <a:ea typeface="+mn-ea"/>
                <a:cs typeface="+mn-cs"/>
              </a:defRPr>
            </a:lvl6pPr>
            <a:lvl7pPr marL="2024077" algn="l" defTabSz="674692" rtl="0" eaLnBrk="1" latinLnBrk="0" hangingPunct="1">
              <a:defRPr sz="1328" kern="1200">
                <a:solidFill>
                  <a:schemeClr val="tx1"/>
                </a:solidFill>
                <a:latin typeface="+mn-lt"/>
                <a:ea typeface="+mn-ea"/>
                <a:cs typeface="+mn-cs"/>
              </a:defRPr>
            </a:lvl7pPr>
            <a:lvl8pPr marL="2361423" algn="l" defTabSz="674692" rtl="0" eaLnBrk="1" latinLnBrk="0" hangingPunct="1">
              <a:defRPr sz="1328" kern="1200">
                <a:solidFill>
                  <a:schemeClr val="tx1"/>
                </a:solidFill>
                <a:latin typeface="+mn-lt"/>
                <a:ea typeface="+mn-ea"/>
                <a:cs typeface="+mn-cs"/>
              </a:defRPr>
            </a:lvl8pPr>
            <a:lvl9pPr marL="2698769" algn="l" defTabSz="674692" rtl="0" eaLnBrk="1" latinLnBrk="0" hangingPunct="1">
              <a:defRPr sz="1328" kern="1200">
                <a:solidFill>
                  <a:schemeClr val="tx1"/>
                </a:solidFill>
                <a:latin typeface="+mn-lt"/>
                <a:ea typeface="+mn-ea"/>
                <a:cs typeface="+mn-cs"/>
              </a:defRPr>
            </a:lvl9pPr>
          </a:lstStyle>
          <a:p>
            <a:r>
              <a:rPr lang="en-US" sz="530" dirty="0">
                <a:latin typeface="Oracle Sans" panose="020B0503020204020204" pitchFamily="34" charset="0"/>
                <a:cs typeface="Oracle Sans" panose="020B0503020204020204" pitchFamily="34" charset="0"/>
                <a:sym typeface="Symbol" pitchFamily="2" charset="2"/>
              </a:rPr>
              <a:t>Copyright © 2025, Oracle and/or its affiliates. All rights reserved.</a:t>
            </a:r>
            <a:endParaRPr lang="en-CA" sz="530" dirty="0">
              <a:latin typeface="Oracle Sans" panose="020B0503020204020204" pitchFamily="34" charset="0"/>
              <a:cs typeface="Oracle Sans" panose="020B0503020204020204" pitchFamily="34" charset="0"/>
            </a:endParaRPr>
          </a:p>
        </p:txBody>
      </p:sp>
      <p:sp>
        <p:nvSpPr>
          <p:cNvPr id="5" name="Slide Number Placeholder 3">
            <a:extLst>
              <a:ext uri="{FF2B5EF4-FFF2-40B4-BE49-F238E27FC236}">
                <a16:creationId xmlns:a16="http://schemas.microsoft.com/office/drawing/2014/main" id="{0B22D4F0-33AE-BE2E-FA11-53EF034D3568}"/>
              </a:ext>
            </a:extLst>
          </p:cNvPr>
          <p:cNvSpPr txBox="1">
            <a:spLocks/>
          </p:cNvSpPr>
          <p:nvPr/>
        </p:nvSpPr>
        <p:spPr>
          <a:xfrm>
            <a:off x="195597" y="4869657"/>
            <a:ext cx="326888" cy="273844"/>
          </a:xfrm>
          <a:prstGeom prst="rect">
            <a:avLst/>
          </a:prstGeom>
        </p:spPr>
        <p:txBody>
          <a:bodyPr/>
          <a:lstStyle>
            <a:defPPr>
              <a:defRPr lang="en-US"/>
            </a:defPPr>
            <a:lvl1pPr marL="0" algn="l" defTabSz="674692" rtl="0" eaLnBrk="1" latinLnBrk="0" hangingPunct="1">
              <a:defRPr sz="1328" kern="1200">
                <a:solidFill>
                  <a:schemeClr val="tx1"/>
                </a:solidFill>
                <a:latin typeface="+mn-lt"/>
                <a:ea typeface="+mn-ea"/>
                <a:cs typeface="+mn-cs"/>
              </a:defRPr>
            </a:lvl1pPr>
            <a:lvl2pPr marL="337347" algn="l" defTabSz="674692" rtl="0" eaLnBrk="1" latinLnBrk="0" hangingPunct="1">
              <a:defRPr sz="1328" kern="1200">
                <a:solidFill>
                  <a:schemeClr val="tx1"/>
                </a:solidFill>
                <a:latin typeface="+mn-lt"/>
                <a:ea typeface="+mn-ea"/>
                <a:cs typeface="+mn-cs"/>
              </a:defRPr>
            </a:lvl2pPr>
            <a:lvl3pPr marL="674692" algn="l" defTabSz="674692" rtl="0" eaLnBrk="1" latinLnBrk="0" hangingPunct="1">
              <a:defRPr sz="1328" kern="1200">
                <a:solidFill>
                  <a:schemeClr val="tx1"/>
                </a:solidFill>
                <a:latin typeface="+mn-lt"/>
                <a:ea typeface="+mn-ea"/>
                <a:cs typeface="+mn-cs"/>
              </a:defRPr>
            </a:lvl3pPr>
            <a:lvl4pPr marL="1012039" algn="l" defTabSz="674692" rtl="0" eaLnBrk="1" latinLnBrk="0" hangingPunct="1">
              <a:defRPr sz="1328" kern="1200">
                <a:solidFill>
                  <a:schemeClr val="tx1"/>
                </a:solidFill>
                <a:latin typeface="+mn-lt"/>
                <a:ea typeface="+mn-ea"/>
                <a:cs typeface="+mn-cs"/>
              </a:defRPr>
            </a:lvl4pPr>
            <a:lvl5pPr marL="1349384" algn="l" defTabSz="674692" rtl="0" eaLnBrk="1" latinLnBrk="0" hangingPunct="1">
              <a:defRPr sz="1328" kern="1200">
                <a:solidFill>
                  <a:schemeClr val="tx1"/>
                </a:solidFill>
                <a:latin typeface="+mn-lt"/>
                <a:ea typeface="+mn-ea"/>
                <a:cs typeface="+mn-cs"/>
              </a:defRPr>
            </a:lvl5pPr>
            <a:lvl6pPr marL="1686731" algn="l" defTabSz="674692" rtl="0" eaLnBrk="1" latinLnBrk="0" hangingPunct="1">
              <a:defRPr sz="1328" kern="1200">
                <a:solidFill>
                  <a:schemeClr val="tx1"/>
                </a:solidFill>
                <a:latin typeface="+mn-lt"/>
                <a:ea typeface="+mn-ea"/>
                <a:cs typeface="+mn-cs"/>
              </a:defRPr>
            </a:lvl6pPr>
            <a:lvl7pPr marL="2024077" algn="l" defTabSz="674692" rtl="0" eaLnBrk="1" latinLnBrk="0" hangingPunct="1">
              <a:defRPr sz="1328" kern="1200">
                <a:solidFill>
                  <a:schemeClr val="tx1"/>
                </a:solidFill>
                <a:latin typeface="+mn-lt"/>
                <a:ea typeface="+mn-ea"/>
                <a:cs typeface="+mn-cs"/>
              </a:defRPr>
            </a:lvl7pPr>
            <a:lvl8pPr marL="2361423" algn="l" defTabSz="674692" rtl="0" eaLnBrk="1" latinLnBrk="0" hangingPunct="1">
              <a:defRPr sz="1328" kern="1200">
                <a:solidFill>
                  <a:schemeClr val="tx1"/>
                </a:solidFill>
                <a:latin typeface="+mn-lt"/>
                <a:ea typeface="+mn-ea"/>
                <a:cs typeface="+mn-cs"/>
              </a:defRPr>
            </a:lvl8pPr>
            <a:lvl9pPr marL="2698769" algn="l" defTabSz="674692" rtl="0" eaLnBrk="1" latinLnBrk="0" hangingPunct="1">
              <a:defRPr sz="1328" kern="1200">
                <a:solidFill>
                  <a:schemeClr val="tx1"/>
                </a:solidFill>
                <a:latin typeface="+mn-lt"/>
                <a:ea typeface="+mn-ea"/>
                <a:cs typeface="+mn-cs"/>
              </a:defRPr>
            </a:lvl9pPr>
          </a:lstStyle>
          <a:p>
            <a:fld id="{CFF4B978-1D82-7745-80C5-DBABA6B131D3}" type="slidenum">
              <a:rPr lang="en-US" sz="530" smtClean="0">
                <a:latin typeface="Oracle Sans" panose="020B0503020204020204" pitchFamily="34" charset="0"/>
                <a:cs typeface="Oracle Sans" panose="020B0503020204020204" pitchFamily="34" charset="0"/>
              </a:rPr>
              <a:pPr/>
              <a:t>15</a:t>
            </a:fld>
            <a:endParaRPr lang="en-US" sz="530" dirty="0">
              <a:latin typeface="Oracle Sans" panose="020B0503020204020204" pitchFamily="34" charset="0"/>
              <a:cs typeface="Oracle Sans" panose="020B0503020204020204" pitchFamily="34" charset="0"/>
            </a:endParaRPr>
          </a:p>
        </p:txBody>
      </p:sp>
    </p:spTree>
    <p:extLst>
      <p:ext uri="{BB962C8B-B14F-4D97-AF65-F5344CB8AC3E}">
        <p14:creationId xmlns:p14="http://schemas.microsoft.com/office/powerpoint/2010/main" val="244740987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42" presetClass="path" presetSubtype="0" decel="100000" fill="hold" grpId="1" nodeType="withEffect">
                                  <p:stCondLst>
                                    <p:cond delay="0"/>
                                  </p:stCondLst>
                                  <p:childTnLst>
                                    <p:animMotion origin="layout" path="M -1.66667E-6 -0.03457 L -1.66667E-6 -6.17284E-7 " pathEditMode="relative" rAng="0" ptsTypes="AA">
                                      <p:cBhvr>
                                        <p:cTn id="9" dur="1000" fill="hold"/>
                                        <p:tgtEl>
                                          <p:spTgt spid="2"/>
                                        </p:tgtEl>
                                        <p:attrNameLst>
                                          <p:attrName>ppt_x</p:attrName>
                                          <p:attrName>ppt_y</p:attrName>
                                        </p:attrNameLst>
                                      </p:cBhvr>
                                      <p:rCtr x="0" y="1728"/>
                                    </p:animMotion>
                                  </p:childTnLst>
                                </p:cTn>
                              </p:par>
                              <p:par>
                                <p:cTn id="10" presetID="3" presetClass="emph" presetSubtype="2" fill="hold" nodeType="withEffect">
                                  <p:stCondLst>
                                    <p:cond delay="0"/>
                                  </p:stCondLst>
                                  <p:childTnLst>
                                    <p:animClr clrSpc="rgb" dir="cw">
                                      <p:cBhvr override="childStyle">
                                        <p:cTn id="11" dur="1000" fill="hold"/>
                                        <p:tgtEl>
                                          <p:spTgt spid="7"/>
                                        </p:tgtEl>
                                        <p:attrNameLst>
                                          <p:attrName>style.color</p:attrName>
                                        </p:attrNameLst>
                                      </p:cBhvr>
                                      <p:to>
                                        <a:srgbClr val="FFE864"/>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person standing next to another person&#10;&#10;Description automatically generated">
            <a:extLst>
              <a:ext uri="{FF2B5EF4-FFF2-40B4-BE49-F238E27FC236}">
                <a16:creationId xmlns:a16="http://schemas.microsoft.com/office/drawing/2014/main" id="{5704759A-D32B-1D3C-DCBD-1CCBF7193E4F}"/>
              </a:ext>
            </a:extLst>
          </p:cNvPr>
          <p:cNvPicPr>
            <a:picLocks noChangeAspect="1"/>
          </p:cNvPicPr>
          <p:nvPr/>
        </p:nvPicPr>
        <p:blipFill rotWithShape="1">
          <a:blip r:embed="rId3"/>
          <a:srcRect l="11311" t="15295" r="4075" b="-130"/>
          <a:stretch/>
        </p:blipFill>
        <p:spPr>
          <a:xfrm>
            <a:off x="0" y="0"/>
            <a:ext cx="9144000" cy="5143500"/>
          </a:xfrm>
          <a:prstGeom prst="rect">
            <a:avLst/>
          </a:prstGeom>
        </p:spPr>
      </p:pic>
      <p:sp>
        <p:nvSpPr>
          <p:cNvPr id="16" name="Rectangle 15">
            <a:extLst>
              <a:ext uri="{FF2B5EF4-FFF2-40B4-BE49-F238E27FC236}">
                <a16:creationId xmlns:a16="http://schemas.microsoft.com/office/drawing/2014/main" id="{A4594D4A-B38E-A53B-446F-0056B5352012}"/>
              </a:ext>
            </a:extLst>
          </p:cNvPr>
          <p:cNvSpPr/>
          <p:nvPr/>
        </p:nvSpPr>
        <p:spPr>
          <a:xfrm>
            <a:off x="-1" y="-1"/>
            <a:ext cx="6957391" cy="5143500"/>
          </a:xfrm>
          <a:prstGeom prst="rect">
            <a:avLst/>
          </a:prstGeom>
          <a:gradFill>
            <a:gsLst>
              <a:gs pos="1000">
                <a:schemeClr val="bg1">
                  <a:alpha val="86000"/>
                </a:schemeClr>
              </a:gs>
              <a:gs pos="49000">
                <a:schemeClr val="bg1">
                  <a:alpha val="84423"/>
                </a:schemeClr>
              </a:gs>
              <a:gs pos="99000">
                <a:schemeClr val="bg1">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Oracle Sans" panose="020B0503020204020204" pitchFamily="34" charset="0"/>
            </a:endParaRPr>
          </a:p>
        </p:txBody>
      </p:sp>
      <p:sp>
        <p:nvSpPr>
          <p:cNvPr id="5" name="Title 4">
            <a:extLst>
              <a:ext uri="{FF2B5EF4-FFF2-40B4-BE49-F238E27FC236}">
                <a16:creationId xmlns:a16="http://schemas.microsoft.com/office/drawing/2014/main" id="{7D071025-5475-98B4-41CA-1D05FF21F790}"/>
              </a:ext>
            </a:extLst>
          </p:cNvPr>
          <p:cNvSpPr>
            <a:spLocks noGrp="1"/>
          </p:cNvSpPr>
          <p:nvPr>
            <p:ph type="title"/>
          </p:nvPr>
        </p:nvSpPr>
        <p:spPr>
          <a:xfrm>
            <a:off x="520520" y="256315"/>
            <a:ext cx="4579481" cy="696087"/>
          </a:xfrm>
        </p:spPr>
        <p:txBody>
          <a:bodyPr/>
          <a:lstStyle/>
          <a:p>
            <a:r>
              <a:rPr lang="en-US" sz="2400" b="1" dirty="0">
                <a:latin typeface="+mn-lt"/>
                <a:ea typeface="+mn-ea"/>
                <a:cs typeface="+mj-cs"/>
              </a:rPr>
              <a:t>Leverage Oracle experts to help you succeed every time</a:t>
            </a:r>
          </a:p>
        </p:txBody>
      </p:sp>
      <p:sp>
        <p:nvSpPr>
          <p:cNvPr id="8" name="TextBox 7">
            <a:extLst>
              <a:ext uri="{FF2B5EF4-FFF2-40B4-BE49-F238E27FC236}">
                <a16:creationId xmlns:a16="http://schemas.microsoft.com/office/drawing/2014/main" id="{679AD24A-13A4-54D7-9B43-C464E1B77AE8}"/>
              </a:ext>
            </a:extLst>
          </p:cNvPr>
          <p:cNvSpPr txBox="1"/>
          <p:nvPr/>
        </p:nvSpPr>
        <p:spPr>
          <a:xfrm>
            <a:off x="441828" y="1535977"/>
            <a:ext cx="4967573" cy="1200329"/>
          </a:xfrm>
          <a:prstGeom prst="rect">
            <a:avLst/>
          </a:prstGeom>
          <a:noFill/>
        </p:spPr>
        <p:txBody>
          <a:bodyPr wrap="square">
            <a:spAutoFit/>
          </a:bodyPr>
          <a:lstStyle/>
          <a:p>
            <a:r>
              <a:rPr lang="en-US" sz="2200" b="1" dirty="0">
                <a:solidFill>
                  <a:srgbClr val="F0CC71"/>
                </a:solidFill>
                <a:latin typeface="Oracle Sans" panose="020B0503020204020204" pitchFamily="34" charset="0"/>
                <a:cs typeface="Oracle Sans" panose="020B0503020204020204" pitchFamily="34" charset="0"/>
              </a:rPr>
              <a:t>Partner Technical Account</a:t>
            </a:r>
            <a:br>
              <a:rPr lang="en-US" sz="2200" b="1" dirty="0">
                <a:solidFill>
                  <a:srgbClr val="F0CC71"/>
                </a:solidFill>
                <a:latin typeface="Oracle Sans" panose="020B0503020204020204" pitchFamily="34" charset="0"/>
                <a:cs typeface="Oracle Sans" panose="020B0503020204020204" pitchFamily="34" charset="0"/>
              </a:rPr>
            </a:br>
            <a:r>
              <a:rPr lang="en-US" sz="2200" b="1" dirty="0">
                <a:solidFill>
                  <a:srgbClr val="F0CC71"/>
                </a:solidFill>
                <a:latin typeface="Oracle Sans" panose="020B0503020204020204" pitchFamily="34" charset="0"/>
                <a:cs typeface="Oracle Sans" panose="020B0503020204020204" pitchFamily="34" charset="0"/>
              </a:rPr>
              <a:t>Manager </a:t>
            </a:r>
          </a:p>
          <a:p>
            <a:r>
              <a:rPr lang="en-US" sz="1400" dirty="0">
                <a:solidFill>
                  <a:srgbClr val="FFFFFF"/>
                </a:solidFill>
                <a:latin typeface="Oracle Sans" panose="020B0503020204020204" pitchFamily="34" charset="0"/>
                <a:cs typeface="Oracle Sans" panose="020B0503020204020204" pitchFamily="34" charset="0"/>
              </a:rPr>
              <a:t>Accelerates issue resolution times </a:t>
            </a:r>
            <a:br>
              <a:rPr lang="en-US" sz="1400" dirty="0">
                <a:solidFill>
                  <a:srgbClr val="FFFFFF"/>
                </a:solidFill>
                <a:latin typeface="Oracle Sans" panose="020B0503020204020204" pitchFamily="34" charset="0"/>
                <a:cs typeface="Oracle Sans" panose="020B0503020204020204" pitchFamily="34" charset="0"/>
              </a:rPr>
            </a:br>
            <a:r>
              <a:rPr lang="en-US" sz="1400" dirty="0">
                <a:solidFill>
                  <a:srgbClr val="FFFFFF"/>
                </a:solidFill>
                <a:latin typeface="Oracle Sans" panose="020B0503020204020204" pitchFamily="34" charset="0"/>
                <a:cs typeface="Oracle Sans" panose="020B0503020204020204" pitchFamily="34" charset="0"/>
              </a:rPr>
              <a:t>across your customer projects</a:t>
            </a:r>
          </a:p>
        </p:txBody>
      </p:sp>
      <p:sp>
        <p:nvSpPr>
          <p:cNvPr id="10" name="TextBox 9">
            <a:extLst>
              <a:ext uri="{FF2B5EF4-FFF2-40B4-BE49-F238E27FC236}">
                <a16:creationId xmlns:a16="http://schemas.microsoft.com/office/drawing/2014/main" id="{2F001F11-898A-FDEE-313F-246FDEEB47AB}"/>
              </a:ext>
            </a:extLst>
          </p:cNvPr>
          <p:cNvSpPr txBox="1"/>
          <p:nvPr/>
        </p:nvSpPr>
        <p:spPr>
          <a:xfrm>
            <a:off x="462770" y="2891738"/>
            <a:ext cx="4064008" cy="1292662"/>
          </a:xfrm>
          <a:prstGeom prst="rect">
            <a:avLst/>
          </a:prstGeom>
          <a:noFill/>
        </p:spPr>
        <p:txBody>
          <a:bodyPr wrap="square">
            <a:spAutoFit/>
          </a:bodyPr>
          <a:lstStyle/>
          <a:p>
            <a:r>
              <a:rPr lang="en-US" sz="2200" b="1" dirty="0">
                <a:solidFill>
                  <a:srgbClr val="F0CC71"/>
                </a:solidFill>
                <a:latin typeface="Oracle Sans" panose="020B0503020204020204" pitchFamily="34" charset="0"/>
                <a:cs typeface="Oracle Sans" panose="020B0503020204020204" pitchFamily="34" charset="0"/>
              </a:rPr>
              <a:t>Partner Success Manager</a:t>
            </a:r>
          </a:p>
          <a:p>
            <a:r>
              <a:rPr lang="en-US" sz="1400" dirty="0">
                <a:solidFill>
                  <a:srgbClr val="FFFFFF"/>
                </a:solidFill>
                <a:latin typeface="Oracle Sans" panose="020B0503020204020204" pitchFamily="34" charset="0"/>
                <a:cs typeface="Oracle Sans" panose="020B0503020204020204" pitchFamily="34" charset="0"/>
              </a:rPr>
              <a:t>Collaborates with you on a success plan for developing a leading Oracle practice and ensuring your teams deliver successful </a:t>
            </a:r>
            <a:br>
              <a:rPr lang="en-US" sz="1400" dirty="0">
                <a:solidFill>
                  <a:srgbClr val="FFFFFF"/>
                </a:solidFill>
                <a:latin typeface="Oracle Sans" panose="020B0503020204020204" pitchFamily="34" charset="0"/>
                <a:cs typeface="Oracle Sans" panose="020B0503020204020204" pitchFamily="34" charset="0"/>
              </a:rPr>
            </a:br>
            <a:r>
              <a:rPr lang="en-US" sz="1400" dirty="0">
                <a:solidFill>
                  <a:srgbClr val="FFFFFF"/>
                </a:solidFill>
                <a:latin typeface="Oracle Sans" panose="020B0503020204020204" pitchFamily="34" charset="0"/>
                <a:cs typeface="Oracle Sans" panose="020B0503020204020204" pitchFamily="34" charset="0"/>
              </a:rPr>
              <a:t>projects the first time, every time</a:t>
            </a:r>
          </a:p>
        </p:txBody>
      </p:sp>
      <p:sp>
        <p:nvSpPr>
          <p:cNvPr id="7" name="Footer Placeholder 2">
            <a:extLst>
              <a:ext uri="{FF2B5EF4-FFF2-40B4-BE49-F238E27FC236}">
                <a16:creationId xmlns:a16="http://schemas.microsoft.com/office/drawing/2014/main" id="{05574246-6F60-52AD-4447-C86B272BFD63}"/>
              </a:ext>
            </a:extLst>
          </p:cNvPr>
          <p:cNvSpPr txBox="1">
            <a:spLocks/>
          </p:cNvSpPr>
          <p:nvPr/>
        </p:nvSpPr>
        <p:spPr>
          <a:xfrm>
            <a:off x="529290" y="4869657"/>
            <a:ext cx="3769900" cy="273844"/>
          </a:xfrm>
          <a:prstGeom prst="rect">
            <a:avLst/>
          </a:prstGeom>
        </p:spPr>
        <p:txBody>
          <a:bodyPr/>
          <a:lstStyle>
            <a:defPPr>
              <a:defRPr lang="en-US"/>
            </a:defPPr>
            <a:lvl1pPr marL="0" algn="l" defTabSz="674692" rtl="0" eaLnBrk="1" latinLnBrk="0" hangingPunct="1">
              <a:defRPr sz="1328" kern="1200">
                <a:solidFill>
                  <a:schemeClr val="tx1"/>
                </a:solidFill>
                <a:latin typeface="+mn-lt"/>
                <a:ea typeface="+mn-ea"/>
                <a:cs typeface="+mn-cs"/>
              </a:defRPr>
            </a:lvl1pPr>
            <a:lvl2pPr marL="337347" algn="l" defTabSz="674692" rtl="0" eaLnBrk="1" latinLnBrk="0" hangingPunct="1">
              <a:defRPr sz="1328" kern="1200">
                <a:solidFill>
                  <a:schemeClr val="tx1"/>
                </a:solidFill>
                <a:latin typeface="+mn-lt"/>
                <a:ea typeface="+mn-ea"/>
                <a:cs typeface="+mn-cs"/>
              </a:defRPr>
            </a:lvl2pPr>
            <a:lvl3pPr marL="674692" algn="l" defTabSz="674692" rtl="0" eaLnBrk="1" latinLnBrk="0" hangingPunct="1">
              <a:defRPr sz="1328" kern="1200">
                <a:solidFill>
                  <a:schemeClr val="tx1"/>
                </a:solidFill>
                <a:latin typeface="+mn-lt"/>
                <a:ea typeface="+mn-ea"/>
                <a:cs typeface="+mn-cs"/>
              </a:defRPr>
            </a:lvl3pPr>
            <a:lvl4pPr marL="1012039" algn="l" defTabSz="674692" rtl="0" eaLnBrk="1" latinLnBrk="0" hangingPunct="1">
              <a:defRPr sz="1328" kern="1200">
                <a:solidFill>
                  <a:schemeClr val="tx1"/>
                </a:solidFill>
                <a:latin typeface="+mn-lt"/>
                <a:ea typeface="+mn-ea"/>
                <a:cs typeface="+mn-cs"/>
              </a:defRPr>
            </a:lvl4pPr>
            <a:lvl5pPr marL="1349384" algn="l" defTabSz="674692" rtl="0" eaLnBrk="1" latinLnBrk="0" hangingPunct="1">
              <a:defRPr sz="1328" kern="1200">
                <a:solidFill>
                  <a:schemeClr val="tx1"/>
                </a:solidFill>
                <a:latin typeface="+mn-lt"/>
                <a:ea typeface="+mn-ea"/>
                <a:cs typeface="+mn-cs"/>
              </a:defRPr>
            </a:lvl5pPr>
            <a:lvl6pPr marL="1686731" algn="l" defTabSz="674692" rtl="0" eaLnBrk="1" latinLnBrk="0" hangingPunct="1">
              <a:defRPr sz="1328" kern="1200">
                <a:solidFill>
                  <a:schemeClr val="tx1"/>
                </a:solidFill>
                <a:latin typeface="+mn-lt"/>
                <a:ea typeface="+mn-ea"/>
                <a:cs typeface="+mn-cs"/>
              </a:defRPr>
            </a:lvl6pPr>
            <a:lvl7pPr marL="2024077" algn="l" defTabSz="674692" rtl="0" eaLnBrk="1" latinLnBrk="0" hangingPunct="1">
              <a:defRPr sz="1328" kern="1200">
                <a:solidFill>
                  <a:schemeClr val="tx1"/>
                </a:solidFill>
                <a:latin typeface="+mn-lt"/>
                <a:ea typeface="+mn-ea"/>
                <a:cs typeface="+mn-cs"/>
              </a:defRPr>
            </a:lvl7pPr>
            <a:lvl8pPr marL="2361423" algn="l" defTabSz="674692" rtl="0" eaLnBrk="1" latinLnBrk="0" hangingPunct="1">
              <a:defRPr sz="1328" kern="1200">
                <a:solidFill>
                  <a:schemeClr val="tx1"/>
                </a:solidFill>
                <a:latin typeface="+mn-lt"/>
                <a:ea typeface="+mn-ea"/>
                <a:cs typeface="+mn-cs"/>
              </a:defRPr>
            </a:lvl8pPr>
            <a:lvl9pPr marL="2698769" algn="l" defTabSz="674692" rtl="0" eaLnBrk="1" latinLnBrk="0" hangingPunct="1">
              <a:defRPr sz="1328" kern="1200">
                <a:solidFill>
                  <a:schemeClr val="tx1"/>
                </a:solidFill>
                <a:latin typeface="+mn-lt"/>
                <a:ea typeface="+mn-ea"/>
                <a:cs typeface="+mn-cs"/>
              </a:defRPr>
            </a:lvl9pPr>
          </a:lstStyle>
          <a:p>
            <a:r>
              <a:rPr lang="en-US" sz="530" dirty="0">
                <a:latin typeface="Oracle Sans" panose="020B0503020204020204" pitchFamily="34" charset="0"/>
                <a:cs typeface="Oracle Sans" panose="020B0503020204020204" pitchFamily="34" charset="0"/>
                <a:sym typeface="Symbol" pitchFamily="2" charset="2"/>
              </a:rPr>
              <a:t>Copyright © 2025, Oracle and/or its affiliates. All rights reserved.</a:t>
            </a:r>
            <a:endParaRPr lang="en-CA" sz="530" dirty="0">
              <a:latin typeface="Oracle Sans" panose="020B0503020204020204" pitchFamily="34" charset="0"/>
              <a:cs typeface="Oracle Sans" panose="020B0503020204020204" pitchFamily="34" charset="0"/>
            </a:endParaRPr>
          </a:p>
        </p:txBody>
      </p:sp>
      <p:sp>
        <p:nvSpPr>
          <p:cNvPr id="9" name="Slide Number Placeholder 3">
            <a:extLst>
              <a:ext uri="{FF2B5EF4-FFF2-40B4-BE49-F238E27FC236}">
                <a16:creationId xmlns:a16="http://schemas.microsoft.com/office/drawing/2014/main" id="{2537C10A-4B2E-36A5-575C-D66DCA00C39D}"/>
              </a:ext>
            </a:extLst>
          </p:cNvPr>
          <p:cNvSpPr txBox="1">
            <a:spLocks/>
          </p:cNvSpPr>
          <p:nvPr/>
        </p:nvSpPr>
        <p:spPr>
          <a:xfrm>
            <a:off x="195597" y="4869657"/>
            <a:ext cx="326888" cy="273844"/>
          </a:xfrm>
          <a:prstGeom prst="rect">
            <a:avLst/>
          </a:prstGeom>
        </p:spPr>
        <p:txBody>
          <a:bodyPr/>
          <a:lstStyle>
            <a:defPPr>
              <a:defRPr lang="en-US"/>
            </a:defPPr>
            <a:lvl1pPr marL="0" algn="l" defTabSz="674692" rtl="0" eaLnBrk="1" latinLnBrk="0" hangingPunct="1">
              <a:defRPr sz="1328" kern="1200">
                <a:solidFill>
                  <a:schemeClr val="tx1"/>
                </a:solidFill>
                <a:latin typeface="+mn-lt"/>
                <a:ea typeface="+mn-ea"/>
                <a:cs typeface="+mn-cs"/>
              </a:defRPr>
            </a:lvl1pPr>
            <a:lvl2pPr marL="337347" algn="l" defTabSz="674692" rtl="0" eaLnBrk="1" latinLnBrk="0" hangingPunct="1">
              <a:defRPr sz="1328" kern="1200">
                <a:solidFill>
                  <a:schemeClr val="tx1"/>
                </a:solidFill>
                <a:latin typeface="+mn-lt"/>
                <a:ea typeface="+mn-ea"/>
                <a:cs typeface="+mn-cs"/>
              </a:defRPr>
            </a:lvl2pPr>
            <a:lvl3pPr marL="674692" algn="l" defTabSz="674692" rtl="0" eaLnBrk="1" latinLnBrk="0" hangingPunct="1">
              <a:defRPr sz="1328" kern="1200">
                <a:solidFill>
                  <a:schemeClr val="tx1"/>
                </a:solidFill>
                <a:latin typeface="+mn-lt"/>
                <a:ea typeface="+mn-ea"/>
                <a:cs typeface="+mn-cs"/>
              </a:defRPr>
            </a:lvl3pPr>
            <a:lvl4pPr marL="1012039" algn="l" defTabSz="674692" rtl="0" eaLnBrk="1" latinLnBrk="0" hangingPunct="1">
              <a:defRPr sz="1328" kern="1200">
                <a:solidFill>
                  <a:schemeClr val="tx1"/>
                </a:solidFill>
                <a:latin typeface="+mn-lt"/>
                <a:ea typeface="+mn-ea"/>
                <a:cs typeface="+mn-cs"/>
              </a:defRPr>
            </a:lvl4pPr>
            <a:lvl5pPr marL="1349384" algn="l" defTabSz="674692" rtl="0" eaLnBrk="1" latinLnBrk="0" hangingPunct="1">
              <a:defRPr sz="1328" kern="1200">
                <a:solidFill>
                  <a:schemeClr val="tx1"/>
                </a:solidFill>
                <a:latin typeface="+mn-lt"/>
                <a:ea typeface="+mn-ea"/>
                <a:cs typeface="+mn-cs"/>
              </a:defRPr>
            </a:lvl5pPr>
            <a:lvl6pPr marL="1686731" algn="l" defTabSz="674692" rtl="0" eaLnBrk="1" latinLnBrk="0" hangingPunct="1">
              <a:defRPr sz="1328" kern="1200">
                <a:solidFill>
                  <a:schemeClr val="tx1"/>
                </a:solidFill>
                <a:latin typeface="+mn-lt"/>
                <a:ea typeface="+mn-ea"/>
                <a:cs typeface="+mn-cs"/>
              </a:defRPr>
            </a:lvl6pPr>
            <a:lvl7pPr marL="2024077" algn="l" defTabSz="674692" rtl="0" eaLnBrk="1" latinLnBrk="0" hangingPunct="1">
              <a:defRPr sz="1328" kern="1200">
                <a:solidFill>
                  <a:schemeClr val="tx1"/>
                </a:solidFill>
                <a:latin typeface="+mn-lt"/>
                <a:ea typeface="+mn-ea"/>
                <a:cs typeface="+mn-cs"/>
              </a:defRPr>
            </a:lvl7pPr>
            <a:lvl8pPr marL="2361423" algn="l" defTabSz="674692" rtl="0" eaLnBrk="1" latinLnBrk="0" hangingPunct="1">
              <a:defRPr sz="1328" kern="1200">
                <a:solidFill>
                  <a:schemeClr val="tx1"/>
                </a:solidFill>
                <a:latin typeface="+mn-lt"/>
                <a:ea typeface="+mn-ea"/>
                <a:cs typeface="+mn-cs"/>
              </a:defRPr>
            </a:lvl8pPr>
            <a:lvl9pPr marL="2698769" algn="l" defTabSz="674692" rtl="0" eaLnBrk="1" latinLnBrk="0" hangingPunct="1">
              <a:defRPr sz="1328" kern="1200">
                <a:solidFill>
                  <a:schemeClr val="tx1"/>
                </a:solidFill>
                <a:latin typeface="+mn-lt"/>
                <a:ea typeface="+mn-ea"/>
                <a:cs typeface="+mn-cs"/>
              </a:defRPr>
            </a:lvl9pPr>
          </a:lstStyle>
          <a:p>
            <a:fld id="{CFF4B978-1D82-7745-80C5-DBABA6B131D3}" type="slidenum">
              <a:rPr lang="en-US" sz="530" smtClean="0">
                <a:latin typeface="Oracle Sans" panose="020B0503020204020204" pitchFamily="34" charset="0"/>
                <a:cs typeface="Oracle Sans" panose="020B0503020204020204" pitchFamily="34" charset="0"/>
              </a:rPr>
              <a:pPr/>
              <a:t>16</a:t>
            </a:fld>
            <a:endParaRPr lang="en-US" sz="530" dirty="0">
              <a:latin typeface="Oracle Sans" panose="020B0503020204020204" pitchFamily="34" charset="0"/>
              <a:cs typeface="Oracle Sans" panose="020B0503020204020204" pitchFamily="34" charset="0"/>
            </a:endParaRPr>
          </a:p>
        </p:txBody>
      </p:sp>
      <p:sp>
        <p:nvSpPr>
          <p:cNvPr id="3" name="TextBox 2">
            <a:extLst>
              <a:ext uri="{FF2B5EF4-FFF2-40B4-BE49-F238E27FC236}">
                <a16:creationId xmlns:a16="http://schemas.microsoft.com/office/drawing/2014/main" id="{118E40E6-2825-D1C3-8BD2-6D1FAC780A2A}"/>
              </a:ext>
            </a:extLst>
          </p:cNvPr>
          <p:cNvSpPr txBox="1"/>
          <p:nvPr/>
        </p:nvSpPr>
        <p:spPr>
          <a:xfrm>
            <a:off x="273822" y="4374689"/>
            <a:ext cx="8505911" cy="276999"/>
          </a:xfrm>
          <a:prstGeom prst="rect">
            <a:avLst/>
          </a:prstGeom>
          <a:noFill/>
        </p:spPr>
        <p:txBody>
          <a:bodyPr wrap="square">
            <a:spAutoFit/>
          </a:bodyPr>
          <a:lstStyle/>
          <a:p>
            <a:pPr marL="177800" defTabSz="685739">
              <a:defRPr/>
            </a:pPr>
            <a:r>
              <a:rPr lang="en-US" sz="1200" kern="0" dirty="0">
                <a:latin typeface="Oracle Sans Light" panose="020B0403020204020204" pitchFamily="34" charset="0"/>
                <a:cs typeface="Oracle Sans Light" panose="020B0403020204020204" pitchFamily="34" charset="0"/>
              </a:rPr>
              <a:t>Note: Both these benefits can be unlocked with Oracle Partner Credits. </a:t>
            </a:r>
          </a:p>
        </p:txBody>
      </p:sp>
    </p:spTree>
    <p:extLst>
      <p:ext uri="{BB962C8B-B14F-4D97-AF65-F5344CB8AC3E}">
        <p14:creationId xmlns:p14="http://schemas.microsoft.com/office/powerpoint/2010/main" val="2087108481"/>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9C1EB5F-3407-DA87-7014-A63D4E78924E}"/>
              </a:ext>
            </a:extLst>
          </p:cNvPr>
          <p:cNvSpPr>
            <a:spLocks noGrp="1"/>
          </p:cNvSpPr>
          <p:nvPr>
            <p:ph type="title" idx="4294967295"/>
          </p:nvPr>
        </p:nvSpPr>
        <p:spPr>
          <a:xfrm>
            <a:off x="537930" y="248150"/>
            <a:ext cx="4967810" cy="695325"/>
          </a:xfrm>
        </p:spPr>
        <p:txBody>
          <a:bodyPr/>
          <a:lstStyle/>
          <a:p>
            <a:r>
              <a:rPr lang="hu-HU" sz="2400" dirty="0">
                <a:solidFill>
                  <a:srgbClr val="FF0000"/>
                </a:solidFill>
              </a:rPr>
              <a:t>Cloud </a:t>
            </a:r>
            <a:r>
              <a:rPr lang="en-US" sz="2400" dirty="0">
                <a:solidFill>
                  <a:srgbClr val="FF0000"/>
                </a:solidFill>
              </a:rPr>
              <a:t>Incentives details</a:t>
            </a:r>
          </a:p>
        </p:txBody>
      </p:sp>
      <p:sp>
        <p:nvSpPr>
          <p:cNvPr id="2" name="Footer Placeholder 2">
            <a:extLst>
              <a:ext uri="{FF2B5EF4-FFF2-40B4-BE49-F238E27FC236}">
                <a16:creationId xmlns:a16="http://schemas.microsoft.com/office/drawing/2014/main" id="{44164A26-BE95-D4C3-AA37-F016C4AC46AD}"/>
              </a:ext>
            </a:extLst>
          </p:cNvPr>
          <p:cNvSpPr txBox="1">
            <a:spLocks/>
          </p:cNvSpPr>
          <p:nvPr/>
        </p:nvSpPr>
        <p:spPr>
          <a:xfrm>
            <a:off x="529290" y="4869657"/>
            <a:ext cx="3769900" cy="273844"/>
          </a:xfrm>
          <a:prstGeom prst="rect">
            <a:avLst/>
          </a:prstGeom>
        </p:spPr>
        <p:txBody>
          <a:bodyPr/>
          <a:lstStyle>
            <a:defPPr>
              <a:defRPr lang="en-US"/>
            </a:defPPr>
            <a:lvl1pPr marL="0" algn="l" defTabSz="674692" rtl="0" eaLnBrk="1" latinLnBrk="0" hangingPunct="1">
              <a:defRPr sz="1328" kern="1200">
                <a:solidFill>
                  <a:schemeClr val="tx1"/>
                </a:solidFill>
                <a:latin typeface="+mn-lt"/>
                <a:ea typeface="+mn-ea"/>
                <a:cs typeface="+mn-cs"/>
              </a:defRPr>
            </a:lvl1pPr>
            <a:lvl2pPr marL="337347" algn="l" defTabSz="674692" rtl="0" eaLnBrk="1" latinLnBrk="0" hangingPunct="1">
              <a:defRPr sz="1328" kern="1200">
                <a:solidFill>
                  <a:schemeClr val="tx1"/>
                </a:solidFill>
                <a:latin typeface="+mn-lt"/>
                <a:ea typeface="+mn-ea"/>
                <a:cs typeface="+mn-cs"/>
              </a:defRPr>
            </a:lvl2pPr>
            <a:lvl3pPr marL="674692" algn="l" defTabSz="674692" rtl="0" eaLnBrk="1" latinLnBrk="0" hangingPunct="1">
              <a:defRPr sz="1328" kern="1200">
                <a:solidFill>
                  <a:schemeClr val="tx1"/>
                </a:solidFill>
                <a:latin typeface="+mn-lt"/>
                <a:ea typeface="+mn-ea"/>
                <a:cs typeface="+mn-cs"/>
              </a:defRPr>
            </a:lvl3pPr>
            <a:lvl4pPr marL="1012039" algn="l" defTabSz="674692" rtl="0" eaLnBrk="1" latinLnBrk="0" hangingPunct="1">
              <a:defRPr sz="1328" kern="1200">
                <a:solidFill>
                  <a:schemeClr val="tx1"/>
                </a:solidFill>
                <a:latin typeface="+mn-lt"/>
                <a:ea typeface="+mn-ea"/>
                <a:cs typeface="+mn-cs"/>
              </a:defRPr>
            </a:lvl4pPr>
            <a:lvl5pPr marL="1349384" algn="l" defTabSz="674692" rtl="0" eaLnBrk="1" latinLnBrk="0" hangingPunct="1">
              <a:defRPr sz="1328" kern="1200">
                <a:solidFill>
                  <a:schemeClr val="tx1"/>
                </a:solidFill>
                <a:latin typeface="+mn-lt"/>
                <a:ea typeface="+mn-ea"/>
                <a:cs typeface="+mn-cs"/>
              </a:defRPr>
            </a:lvl5pPr>
            <a:lvl6pPr marL="1686731" algn="l" defTabSz="674692" rtl="0" eaLnBrk="1" latinLnBrk="0" hangingPunct="1">
              <a:defRPr sz="1328" kern="1200">
                <a:solidFill>
                  <a:schemeClr val="tx1"/>
                </a:solidFill>
                <a:latin typeface="+mn-lt"/>
                <a:ea typeface="+mn-ea"/>
                <a:cs typeface="+mn-cs"/>
              </a:defRPr>
            </a:lvl6pPr>
            <a:lvl7pPr marL="2024077" algn="l" defTabSz="674692" rtl="0" eaLnBrk="1" latinLnBrk="0" hangingPunct="1">
              <a:defRPr sz="1328" kern="1200">
                <a:solidFill>
                  <a:schemeClr val="tx1"/>
                </a:solidFill>
                <a:latin typeface="+mn-lt"/>
                <a:ea typeface="+mn-ea"/>
                <a:cs typeface="+mn-cs"/>
              </a:defRPr>
            </a:lvl7pPr>
            <a:lvl8pPr marL="2361423" algn="l" defTabSz="674692" rtl="0" eaLnBrk="1" latinLnBrk="0" hangingPunct="1">
              <a:defRPr sz="1328" kern="1200">
                <a:solidFill>
                  <a:schemeClr val="tx1"/>
                </a:solidFill>
                <a:latin typeface="+mn-lt"/>
                <a:ea typeface="+mn-ea"/>
                <a:cs typeface="+mn-cs"/>
              </a:defRPr>
            </a:lvl8pPr>
            <a:lvl9pPr marL="2698769" algn="l" defTabSz="674692" rtl="0" eaLnBrk="1" latinLnBrk="0" hangingPunct="1">
              <a:defRPr sz="1328" kern="1200">
                <a:solidFill>
                  <a:schemeClr val="tx1"/>
                </a:solidFill>
                <a:latin typeface="+mn-lt"/>
                <a:ea typeface="+mn-ea"/>
                <a:cs typeface="+mn-cs"/>
              </a:defRPr>
            </a:lvl9pPr>
          </a:lstStyle>
          <a:p>
            <a:r>
              <a:rPr lang="en-US" sz="530" dirty="0">
                <a:latin typeface="Oracle Sans" panose="020B0503020204020204" pitchFamily="34" charset="0"/>
                <a:cs typeface="Oracle Sans" panose="020B0503020204020204" pitchFamily="34" charset="0"/>
                <a:sym typeface="Symbol" pitchFamily="2" charset="2"/>
              </a:rPr>
              <a:t>Copyright © 2025, Oracle and/or its affiliates. All rights reserved.</a:t>
            </a:r>
            <a:endParaRPr lang="en-CA" sz="530" dirty="0">
              <a:latin typeface="Oracle Sans" panose="020B0503020204020204" pitchFamily="34" charset="0"/>
              <a:cs typeface="Oracle Sans" panose="020B0503020204020204" pitchFamily="34" charset="0"/>
            </a:endParaRPr>
          </a:p>
        </p:txBody>
      </p:sp>
      <p:sp>
        <p:nvSpPr>
          <p:cNvPr id="3" name="Slide Number Placeholder 3">
            <a:extLst>
              <a:ext uri="{FF2B5EF4-FFF2-40B4-BE49-F238E27FC236}">
                <a16:creationId xmlns:a16="http://schemas.microsoft.com/office/drawing/2014/main" id="{E1049F26-A0D7-27A5-ABB7-EFD0A6C0D6B2}"/>
              </a:ext>
            </a:extLst>
          </p:cNvPr>
          <p:cNvSpPr txBox="1">
            <a:spLocks/>
          </p:cNvSpPr>
          <p:nvPr/>
        </p:nvSpPr>
        <p:spPr>
          <a:xfrm>
            <a:off x="195597" y="4869657"/>
            <a:ext cx="326888" cy="273844"/>
          </a:xfrm>
          <a:prstGeom prst="rect">
            <a:avLst/>
          </a:prstGeom>
        </p:spPr>
        <p:txBody>
          <a:bodyPr/>
          <a:lstStyle>
            <a:defPPr>
              <a:defRPr lang="en-US"/>
            </a:defPPr>
            <a:lvl1pPr marL="0" algn="l" defTabSz="674692" rtl="0" eaLnBrk="1" latinLnBrk="0" hangingPunct="1">
              <a:defRPr sz="1328" kern="1200">
                <a:solidFill>
                  <a:schemeClr val="tx1"/>
                </a:solidFill>
                <a:latin typeface="+mn-lt"/>
                <a:ea typeface="+mn-ea"/>
                <a:cs typeface="+mn-cs"/>
              </a:defRPr>
            </a:lvl1pPr>
            <a:lvl2pPr marL="337347" algn="l" defTabSz="674692" rtl="0" eaLnBrk="1" latinLnBrk="0" hangingPunct="1">
              <a:defRPr sz="1328" kern="1200">
                <a:solidFill>
                  <a:schemeClr val="tx1"/>
                </a:solidFill>
                <a:latin typeface="+mn-lt"/>
                <a:ea typeface="+mn-ea"/>
                <a:cs typeface="+mn-cs"/>
              </a:defRPr>
            </a:lvl2pPr>
            <a:lvl3pPr marL="674692" algn="l" defTabSz="674692" rtl="0" eaLnBrk="1" latinLnBrk="0" hangingPunct="1">
              <a:defRPr sz="1328" kern="1200">
                <a:solidFill>
                  <a:schemeClr val="tx1"/>
                </a:solidFill>
                <a:latin typeface="+mn-lt"/>
                <a:ea typeface="+mn-ea"/>
                <a:cs typeface="+mn-cs"/>
              </a:defRPr>
            </a:lvl3pPr>
            <a:lvl4pPr marL="1012039" algn="l" defTabSz="674692" rtl="0" eaLnBrk="1" latinLnBrk="0" hangingPunct="1">
              <a:defRPr sz="1328" kern="1200">
                <a:solidFill>
                  <a:schemeClr val="tx1"/>
                </a:solidFill>
                <a:latin typeface="+mn-lt"/>
                <a:ea typeface="+mn-ea"/>
                <a:cs typeface="+mn-cs"/>
              </a:defRPr>
            </a:lvl4pPr>
            <a:lvl5pPr marL="1349384" algn="l" defTabSz="674692" rtl="0" eaLnBrk="1" latinLnBrk="0" hangingPunct="1">
              <a:defRPr sz="1328" kern="1200">
                <a:solidFill>
                  <a:schemeClr val="tx1"/>
                </a:solidFill>
                <a:latin typeface="+mn-lt"/>
                <a:ea typeface="+mn-ea"/>
                <a:cs typeface="+mn-cs"/>
              </a:defRPr>
            </a:lvl5pPr>
            <a:lvl6pPr marL="1686731" algn="l" defTabSz="674692" rtl="0" eaLnBrk="1" latinLnBrk="0" hangingPunct="1">
              <a:defRPr sz="1328" kern="1200">
                <a:solidFill>
                  <a:schemeClr val="tx1"/>
                </a:solidFill>
                <a:latin typeface="+mn-lt"/>
                <a:ea typeface="+mn-ea"/>
                <a:cs typeface="+mn-cs"/>
              </a:defRPr>
            </a:lvl6pPr>
            <a:lvl7pPr marL="2024077" algn="l" defTabSz="674692" rtl="0" eaLnBrk="1" latinLnBrk="0" hangingPunct="1">
              <a:defRPr sz="1328" kern="1200">
                <a:solidFill>
                  <a:schemeClr val="tx1"/>
                </a:solidFill>
                <a:latin typeface="+mn-lt"/>
                <a:ea typeface="+mn-ea"/>
                <a:cs typeface="+mn-cs"/>
              </a:defRPr>
            </a:lvl7pPr>
            <a:lvl8pPr marL="2361423" algn="l" defTabSz="674692" rtl="0" eaLnBrk="1" latinLnBrk="0" hangingPunct="1">
              <a:defRPr sz="1328" kern="1200">
                <a:solidFill>
                  <a:schemeClr val="tx1"/>
                </a:solidFill>
                <a:latin typeface="+mn-lt"/>
                <a:ea typeface="+mn-ea"/>
                <a:cs typeface="+mn-cs"/>
              </a:defRPr>
            </a:lvl8pPr>
            <a:lvl9pPr marL="2698769" algn="l" defTabSz="674692" rtl="0" eaLnBrk="1" latinLnBrk="0" hangingPunct="1">
              <a:defRPr sz="1328" kern="1200">
                <a:solidFill>
                  <a:schemeClr val="tx1"/>
                </a:solidFill>
                <a:latin typeface="+mn-lt"/>
                <a:ea typeface="+mn-ea"/>
                <a:cs typeface="+mn-cs"/>
              </a:defRPr>
            </a:lvl9pPr>
          </a:lstStyle>
          <a:p>
            <a:fld id="{CFF4B978-1D82-7745-80C5-DBABA6B131D3}" type="slidenum">
              <a:rPr lang="en-US" sz="530" smtClean="0">
                <a:latin typeface="Oracle Sans" panose="020B0503020204020204" pitchFamily="34" charset="0"/>
                <a:cs typeface="Oracle Sans" panose="020B0503020204020204" pitchFamily="34" charset="0"/>
              </a:rPr>
              <a:pPr/>
              <a:t>17</a:t>
            </a:fld>
            <a:endParaRPr lang="en-US" sz="530" dirty="0">
              <a:latin typeface="Oracle Sans" panose="020B0503020204020204" pitchFamily="34" charset="0"/>
              <a:cs typeface="Oracle Sans" panose="020B0503020204020204" pitchFamily="34" charset="0"/>
            </a:endParaRPr>
          </a:p>
        </p:txBody>
      </p:sp>
      <p:sp>
        <p:nvSpPr>
          <p:cNvPr id="4" name="TextBox 3">
            <a:extLst>
              <a:ext uri="{FF2B5EF4-FFF2-40B4-BE49-F238E27FC236}">
                <a16:creationId xmlns:a16="http://schemas.microsoft.com/office/drawing/2014/main" id="{49AF1C05-C953-6423-A3D3-601D81C5962D}"/>
              </a:ext>
            </a:extLst>
          </p:cNvPr>
          <p:cNvSpPr txBox="1"/>
          <p:nvPr/>
        </p:nvSpPr>
        <p:spPr>
          <a:xfrm>
            <a:off x="437398" y="1353735"/>
            <a:ext cx="7489525" cy="738664"/>
          </a:xfrm>
          <a:prstGeom prst="rect">
            <a:avLst/>
          </a:prstGeom>
          <a:noFill/>
        </p:spPr>
        <p:txBody>
          <a:bodyPr wrap="square">
            <a:spAutoFit/>
          </a:bodyPr>
          <a:lstStyle/>
          <a:p>
            <a:r>
              <a:rPr lang="en-US" sz="1800" dirty="0">
                <a:latin typeface="Oracle Sans" panose="020B0503020204020204" pitchFamily="34" charset="0"/>
                <a:cs typeface="Oracle Sans" panose="020B0503020204020204" pitchFamily="34" charset="0"/>
              </a:rPr>
              <a:t>New cloud business and expansions</a:t>
            </a:r>
          </a:p>
          <a:p>
            <a:pPr marL="285750" indent="-285750">
              <a:buFont typeface="Arial" panose="020B0604020202020204" pitchFamily="34" charset="0"/>
              <a:buChar char="•"/>
            </a:pPr>
            <a:r>
              <a:rPr lang="en-US" sz="1200" dirty="0">
                <a:latin typeface="Oracle Sans" panose="020B0503020204020204" pitchFamily="34" charset="0"/>
                <a:cs typeface="Oracle Sans" panose="020B0503020204020204" pitchFamily="34" charset="0"/>
              </a:rPr>
              <a:t>Monetary incentives paid at 5% ARR at go-live</a:t>
            </a:r>
          </a:p>
          <a:p>
            <a:pPr marL="285750" indent="-285750">
              <a:buFont typeface="Arial" panose="020B0604020202020204" pitchFamily="34" charset="0"/>
              <a:buChar char="•"/>
            </a:pPr>
            <a:r>
              <a:rPr lang="en-US" sz="1200" dirty="0">
                <a:latin typeface="Oracle Sans" panose="020B0503020204020204" pitchFamily="34" charset="0"/>
                <a:cs typeface="Oracle Sans" panose="020B0503020204020204" pitchFamily="34" charset="0"/>
              </a:rPr>
              <a:t>Oracle Partner Credits paid at 10% at Oracle deal booking</a:t>
            </a:r>
          </a:p>
        </p:txBody>
      </p:sp>
      <p:sp>
        <p:nvSpPr>
          <p:cNvPr id="8" name="TextBox 7">
            <a:extLst>
              <a:ext uri="{FF2B5EF4-FFF2-40B4-BE49-F238E27FC236}">
                <a16:creationId xmlns:a16="http://schemas.microsoft.com/office/drawing/2014/main" id="{DAD050CA-3380-3386-ABB0-2906FF11BBFA}"/>
              </a:ext>
            </a:extLst>
          </p:cNvPr>
          <p:cNvSpPr txBox="1"/>
          <p:nvPr/>
        </p:nvSpPr>
        <p:spPr>
          <a:xfrm>
            <a:off x="437401" y="2338902"/>
            <a:ext cx="7782573" cy="738664"/>
          </a:xfrm>
          <a:prstGeom prst="rect">
            <a:avLst/>
          </a:prstGeom>
          <a:noFill/>
        </p:spPr>
        <p:txBody>
          <a:bodyPr wrap="square">
            <a:spAutoFit/>
          </a:bodyPr>
          <a:lstStyle/>
          <a:p>
            <a:r>
              <a:rPr lang="en-US" sz="1800" dirty="0">
                <a:latin typeface="Oracle Sans" panose="020B0503020204020204" pitchFamily="34" charset="0"/>
                <a:cs typeface="Oracle Sans" panose="020B0503020204020204" pitchFamily="34" charset="0"/>
              </a:rPr>
              <a:t>OCI consumption growth</a:t>
            </a:r>
          </a:p>
          <a:p>
            <a:pPr marL="285750" indent="-285750">
              <a:buFont typeface="Arial" panose="020B0604020202020204" pitchFamily="34" charset="0"/>
              <a:buChar char="•"/>
            </a:pPr>
            <a:r>
              <a:rPr lang="en-US" sz="1200" dirty="0">
                <a:latin typeface="Oracle Sans" panose="020B0503020204020204" pitchFamily="34" charset="0"/>
                <a:cs typeface="Oracle Sans" panose="020B0503020204020204" pitchFamily="34" charset="0"/>
              </a:rPr>
              <a:t>Monetary incentives paid at 7.5% ACR above ARR, with max payout of 15% of ARR</a:t>
            </a:r>
          </a:p>
          <a:p>
            <a:pPr marL="285750" indent="-285750">
              <a:buFont typeface="Arial" panose="020B0604020202020204" pitchFamily="34" charset="0"/>
              <a:buChar char="•"/>
            </a:pPr>
            <a:r>
              <a:rPr lang="en-US" sz="1200" dirty="0">
                <a:latin typeface="Oracle Sans" panose="020B0503020204020204" pitchFamily="34" charset="0"/>
                <a:cs typeface="Oracle Sans" panose="020B0503020204020204" pitchFamily="34" charset="0"/>
              </a:rPr>
              <a:t>Oracle Partner Credits paid at 15% ACR above ARR, with max payout equivalent to 30% of ARR</a:t>
            </a:r>
          </a:p>
        </p:txBody>
      </p:sp>
      <p:sp>
        <p:nvSpPr>
          <p:cNvPr id="9" name="TextBox 8">
            <a:extLst>
              <a:ext uri="{FF2B5EF4-FFF2-40B4-BE49-F238E27FC236}">
                <a16:creationId xmlns:a16="http://schemas.microsoft.com/office/drawing/2014/main" id="{22E7AFBA-A047-61D4-07DD-1030D077EF87}"/>
              </a:ext>
            </a:extLst>
          </p:cNvPr>
          <p:cNvSpPr txBox="1"/>
          <p:nvPr/>
        </p:nvSpPr>
        <p:spPr>
          <a:xfrm>
            <a:off x="437398" y="3384934"/>
            <a:ext cx="7224877" cy="738664"/>
          </a:xfrm>
          <a:prstGeom prst="rect">
            <a:avLst/>
          </a:prstGeom>
          <a:noFill/>
        </p:spPr>
        <p:txBody>
          <a:bodyPr wrap="square">
            <a:spAutoFit/>
          </a:bodyPr>
          <a:lstStyle/>
          <a:p>
            <a:r>
              <a:rPr lang="en-US" sz="1800" dirty="0">
                <a:latin typeface="Oracle Sans" panose="020B0503020204020204" pitchFamily="34" charset="0"/>
                <a:cs typeface="Oracle Sans" panose="020B0503020204020204" pitchFamily="34" charset="0"/>
              </a:rPr>
              <a:t>Public sector momentum</a:t>
            </a:r>
          </a:p>
          <a:p>
            <a:pPr marL="285750" indent="-285750">
              <a:buFont typeface="Arial" panose="020B0604020202020204" pitchFamily="34" charset="0"/>
              <a:buChar char="•"/>
            </a:pPr>
            <a:r>
              <a:rPr lang="en-US" sz="1200" dirty="0">
                <a:latin typeface="Oracle Sans" panose="020B0503020204020204" pitchFamily="34" charset="0"/>
                <a:cs typeface="Oracle Sans" panose="020B0503020204020204" pitchFamily="34" charset="0"/>
              </a:rPr>
              <a:t>Oracle Partner Credits paid at 10% ARR, following close of 10+ public sector deals that total $250K+ or Oracle ARR</a:t>
            </a:r>
          </a:p>
        </p:txBody>
      </p:sp>
      <p:sp>
        <p:nvSpPr>
          <p:cNvPr id="6" name="TextBox 5">
            <a:extLst>
              <a:ext uri="{FF2B5EF4-FFF2-40B4-BE49-F238E27FC236}">
                <a16:creationId xmlns:a16="http://schemas.microsoft.com/office/drawing/2014/main" id="{3645ED9A-0230-1565-09BB-2C045F60FB3F}"/>
              </a:ext>
            </a:extLst>
          </p:cNvPr>
          <p:cNvSpPr txBox="1"/>
          <p:nvPr/>
        </p:nvSpPr>
        <p:spPr>
          <a:xfrm>
            <a:off x="365763" y="4615176"/>
            <a:ext cx="8505911" cy="215444"/>
          </a:xfrm>
          <a:prstGeom prst="rect">
            <a:avLst/>
          </a:prstGeom>
          <a:noFill/>
        </p:spPr>
        <p:txBody>
          <a:bodyPr wrap="square">
            <a:spAutoFit/>
          </a:bodyPr>
          <a:lstStyle/>
          <a:p>
            <a:pPr marL="177800" defTabSz="685739">
              <a:defRPr/>
            </a:pPr>
            <a:r>
              <a:rPr lang="en-US" sz="800" kern="0" dirty="0">
                <a:latin typeface="Oracle Sans Light" panose="020B0403020204020204" pitchFamily="34" charset="0"/>
                <a:cs typeface="Oracle Sans Light" panose="020B0403020204020204" pitchFamily="34" charset="0"/>
              </a:rPr>
              <a:t>Note: Additional criteria and terms apply as noted in the </a:t>
            </a:r>
            <a:r>
              <a:rPr lang="en-US" sz="800" kern="0" dirty="0">
                <a:solidFill>
                  <a:srgbClr val="99BEBE"/>
                </a:solidFill>
                <a:latin typeface="Oracle Sans Light" panose="020B0403020204020204" pitchFamily="34" charset="0"/>
                <a:cs typeface="Oracle Sans Light" panose="020B0403020204020204" pitchFamily="34" charset="0"/>
                <a:hlinkClick r:id="rId3">
                  <a:extLst>
                    <a:ext uri="{A12FA001-AC4F-418D-AE19-62706E023703}">
                      <ahyp:hlinkClr xmlns:ahyp="http://schemas.microsoft.com/office/drawing/2018/hyperlinkcolor" val="tx"/>
                    </a:ext>
                  </a:extLst>
                </a:hlinkClick>
              </a:rPr>
              <a:t>Incentive Resources Center</a:t>
            </a:r>
            <a:r>
              <a:rPr lang="en-US" sz="800" kern="0" dirty="0">
                <a:latin typeface="Oracle Sans Light" panose="020B0403020204020204" pitchFamily="34" charset="0"/>
                <a:cs typeface="Oracle Sans Light" panose="020B0403020204020204" pitchFamily="34" charset="0"/>
              </a:rPr>
              <a:t>. </a:t>
            </a:r>
          </a:p>
        </p:txBody>
      </p:sp>
    </p:spTree>
    <p:extLst>
      <p:ext uri="{BB962C8B-B14F-4D97-AF65-F5344CB8AC3E}">
        <p14:creationId xmlns:p14="http://schemas.microsoft.com/office/powerpoint/2010/main" val="290838736"/>
      </p:ext>
    </p:extLst>
  </p:cSld>
  <p:clrMapOvr>
    <a:masterClrMapping/>
  </p:clrMapOvr>
  <p:transition>
    <p:fade/>
  </p:transition>
</p:sld>
</file>

<file path=ppt/theme/theme1.xml><?xml version="1.0" encoding="utf-8"?>
<a:theme xmlns:a="http://schemas.openxmlformats.org/drawingml/2006/main" name="Partners Early 2025 v1.7">
  <a:themeElements>
    <a:clrScheme name="Custom 11">
      <a:dk1>
        <a:srgbClr val="2A2F2F"/>
      </a:dk1>
      <a:lt1>
        <a:srgbClr val="FFFFFF"/>
      </a:lt1>
      <a:dk2>
        <a:srgbClr val="2A2F2F"/>
      </a:dk2>
      <a:lt2>
        <a:srgbClr val="FBF9F8"/>
      </a:lt2>
      <a:accent1>
        <a:srgbClr val="2C5166"/>
      </a:accent1>
      <a:accent2>
        <a:srgbClr val="9B5734"/>
      </a:accent2>
      <a:accent3>
        <a:srgbClr val="C74634"/>
      </a:accent3>
      <a:accent4>
        <a:srgbClr val="F0CC71"/>
      </a:accent4>
      <a:accent5>
        <a:srgbClr val="B7A1C3"/>
      </a:accent5>
      <a:accent6>
        <a:srgbClr val="86B596"/>
      </a:accent6>
      <a:hlink>
        <a:srgbClr val="F0CC71"/>
      </a:hlink>
      <a:folHlink>
        <a:srgbClr val="305357"/>
      </a:folHlink>
    </a:clrScheme>
    <a:fontScheme name="Oracle Pillars">
      <a:majorFont>
        <a:latin typeface="Georgia"/>
        <a:ea typeface=""/>
        <a:cs typeface=""/>
      </a:majorFont>
      <a:minorFont>
        <a:latin typeface="Oracle Sans Tab"/>
        <a:ea typeface=""/>
        <a:cs typeface=""/>
      </a:minorFont>
    </a:fontScheme>
    <a:fmtScheme name="Flat">
      <a:fillStyleLst>
        <a:solidFill>
          <a:schemeClr val="phClr"/>
        </a:solidFill>
        <a:solidFill>
          <a:schemeClr val="phClr">
            <a:tint val="50000"/>
          </a:schemeClr>
        </a:solidFill>
        <a:solidFill>
          <a:schemeClr val="phClr">
            <a:shade val="65000"/>
          </a:schemeClr>
        </a:solidFill>
      </a:fillStyleLst>
      <a:lnStyleLst>
        <a:ln w="3175" cap="flat" cmpd="sng" algn="ctr">
          <a:solidFill>
            <a:schemeClr val="phClr">
              <a:shade val="65000"/>
            </a:schemeClr>
          </a:solidFill>
          <a:prstDash val="solid"/>
        </a:ln>
        <a:ln w="3175" cap="flat" cmpd="sng" algn="ctr">
          <a:solidFill>
            <a:schemeClr val="phClr"/>
          </a:solidFill>
          <a:prstDash val="solid"/>
        </a:ln>
        <a:ln w="0" cap="flat" cmpd="sng" algn="ctr">
          <a:noFill/>
        </a:ln>
      </a:lnStyleLst>
      <a:effectStyleLst>
        <a:effectStyle>
          <a:effectLst>
            <a:blur/>
          </a:effectLst>
        </a:effectStyle>
        <a:effectStyle>
          <a:effectLst>
            <a:blur/>
          </a:effectLst>
        </a:effectStyle>
        <a:effectStyle>
          <a:effectLst>
            <a:fillOverlay blend="darken">
              <a:solidFill>
                <a:schemeClr val="phClr">
                  <a:shade val="30000"/>
                </a:schemeClr>
              </a:solidFill>
            </a:fillOverlay>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custClrLst>
    <a:custClr name="Ocean">
      <a:srgbClr val="2C5967"/>
    </a:custClr>
    <a:custClr name="Surf">
      <a:srgbClr val="41817E"/>
    </a:custClr>
    <a:custClr name="Sand">
      <a:srgbClr val="E5DBBE"/>
    </a:custClr>
    <a:custClr name="Pebble">
      <a:srgbClr val="8B8580"/>
    </a:custClr>
    <a:custClr name="Granite">
      <a:srgbClr val="67605B"/>
    </a:custClr>
    <a:custClr name="Oracle Red">
      <a:srgbClr val="C74634"/>
    </a:custClr>
    <a:custClr name="Highlight/hyperlink dark theme">
      <a:srgbClr val="F0CC71"/>
    </a:custClr>
    <a:custClr name="Highlight/numbered list light theme">
      <a:srgbClr val="AE562C"/>
    </a:custClr>
    <a:custClr name="Hyperlink light theme (default)">
      <a:srgbClr val="00688C"/>
    </a:custClr>
    <a:custClr name="Numbered list dark theme">
      <a:srgbClr val="759C6C"/>
    </a:custClr>
    <a:custClr name="Brand: Neutral 30">
      <a:srgbClr val="F1EFED"/>
    </a:custClr>
    <a:custClr name="Developer: Pebble 30">
      <a:srgbClr val="E7F0FD"/>
    </a:custClr>
    <a:custClr name="Database: Slate 30">
      <a:srgbClr val="E7F2F2"/>
    </a:custClr>
    <a:custClr name="Cloud Platform: Pine 30">
      <a:srgbClr val="E0F5E7"/>
    </a:custClr>
    <a:custClr name="Finance / Operations: Teal 30">
      <a:srgbClr val="E8F1F0"/>
    </a:custClr>
    <a:custClr name="NetSuite: Ocean 30">
      <a:srgbClr val="E7F2F5"/>
    </a:custClr>
    <a:custClr name="GBU: Lilac 30">
      <a:srgbClr val="EBEFFE"/>
    </a:custClr>
    <a:custClr name="CX/Marketing: Plum 30">
      <a:srgbClr val="F5ECFB"/>
    </a:custClr>
    <a:custClr name="HCM/HR: Rose 30">
      <a:srgbClr val="FBECEF"/>
    </a:custClr>
    <a:custClr name="SCM: Sienna 30">
      <a:srgbClr val="FCEDD9"/>
    </a:custClr>
    <a:custClr name="Brand: Neutral 70">
      <a:srgbClr val="AEA8A2"/>
    </a:custClr>
    <a:custClr name="Developer: Pebble 70">
      <a:srgbClr val="A2AAB6"/>
    </a:custClr>
    <a:custClr name="Database: Slate 70">
      <a:srgbClr val="99ADAE"/>
    </a:custClr>
    <a:custClr name="Cloud Platform: Pine 70">
      <a:srgbClr val="86B596"/>
    </a:custClr>
    <a:custClr name="Finance / Operations: Teal 70">
      <a:srgbClr val="89B2B0"/>
    </a:custClr>
    <a:custClr name="NetSuite: Ocean 70">
      <a:srgbClr val="81B2C3"/>
    </a:custClr>
    <a:custClr name="GBU: Lilac 70">
      <a:srgbClr val="A0A9C5"/>
    </a:custClr>
    <a:custClr name="CX/Marketing: Plum 70">
      <a:srgbClr val="B7A1C4"/>
    </a:custClr>
    <a:custClr name="HCM/HR: Rose 70">
      <a:srgbClr val="CE9BA7"/>
    </a:custClr>
    <a:custClr name="SCM: Sienna 70">
      <a:srgbClr val="D39F5D"/>
    </a:custClr>
    <a:custClr name="Brand: Neutral 140">
      <a:srgbClr val="514C47"/>
    </a:custClr>
    <a:custClr name="Developer: Pebble 140">
      <a:srgbClr val="494D53"/>
    </a:custClr>
    <a:custClr name="Database: Slate 140">
      <a:srgbClr val="464F4F"/>
    </a:custClr>
    <a:custClr name="Cloud Platform: Pine 140">
      <a:srgbClr val="33553C"/>
    </a:custClr>
    <a:custClr name="Finance / Operations: Teal 140">
      <a:srgbClr val="315357"/>
    </a:custClr>
    <a:custClr name="NetSuite: Ocean 140">
      <a:srgbClr val="2C5266"/>
    </a:custClr>
    <a:custClr name="GBU: Lilac 140">
      <a:srgbClr val="464C68"/>
    </a:custClr>
    <a:custClr name="CX/Marketing: Plum 140">
      <a:srgbClr val="594564"/>
    </a:custClr>
    <a:custClr name="HCM/HR: Rose 140">
      <a:srgbClr val="6C3F49"/>
    </a:custClr>
    <a:custClr name="SCM: Sienna 140">
      <a:srgbClr val="713F25"/>
    </a:custClr>
    <a:custClr name="Brand: Neutral 170">
      <a:srgbClr val="312D2A"/>
    </a:custClr>
    <a:custClr name="Developer: Pebble 170">
      <a:srgbClr val="2B2E32"/>
    </a:custClr>
    <a:custClr name="Database: Slate 170">
      <a:srgbClr val="2A2F2F"/>
    </a:custClr>
    <a:custClr name="Cloud Platform: Pine 170">
      <a:srgbClr val="1E3224"/>
    </a:custClr>
    <a:custClr name="Finance / Operations: Teal 170">
      <a:srgbClr val="1E3133"/>
    </a:custClr>
    <a:custClr name="NetSuite: Ocean 170">
      <a:srgbClr val="1A2F3F"/>
    </a:custClr>
    <a:custClr name="GBU: Lilac 170">
      <a:srgbClr val="2A2D3F"/>
    </a:custClr>
    <a:custClr name="CX/Marketing: Plum 170">
      <a:srgbClr val="36293C"/>
    </a:custClr>
    <a:custClr name="HCM/HR: Rose 170">
      <a:srgbClr val="41242B"/>
    </a:custClr>
    <a:custClr name="SCM: Sienna 170">
      <a:srgbClr val="442616"/>
    </a:custClr>
  </a:custClrLst>
  <a:extLst>
    <a:ext uri="{05A4C25C-085E-4340-85A3-A5531E510DB2}">
      <thm15:themeFamily xmlns:thm15="http://schemas.microsoft.com/office/thememl/2012/main" name="Partner-2025-v1.7" id="{872B865B-F8CA-A345-8682-24BBC2C682CA}" vid="{DECEDD79-BC08-E942-B396-4D6C615D5377}"/>
    </a:ext>
  </a:extLst>
</a:theme>
</file>

<file path=ppt/theme/theme2.xml><?xml version="1.0" encoding="utf-8"?>
<a:theme xmlns:a="http://schemas.openxmlformats.org/drawingml/2006/main" name="1_Partners Early 2025 v1.7">
  <a:themeElements>
    <a:clrScheme name="Custom 11">
      <a:dk1>
        <a:srgbClr val="2A2F2F"/>
      </a:dk1>
      <a:lt1>
        <a:srgbClr val="FFFFFF"/>
      </a:lt1>
      <a:dk2>
        <a:srgbClr val="2A2F2F"/>
      </a:dk2>
      <a:lt2>
        <a:srgbClr val="FBF9F8"/>
      </a:lt2>
      <a:accent1>
        <a:srgbClr val="2C5166"/>
      </a:accent1>
      <a:accent2>
        <a:srgbClr val="9B5734"/>
      </a:accent2>
      <a:accent3>
        <a:srgbClr val="C74634"/>
      </a:accent3>
      <a:accent4>
        <a:srgbClr val="F0CC71"/>
      </a:accent4>
      <a:accent5>
        <a:srgbClr val="B7A1C3"/>
      </a:accent5>
      <a:accent6>
        <a:srgbClr val="86B596"/>
      </a:accent6>
      <a:hlink>
        <a:srgbClr val="F0CC71"/>
      </a:hlink>
      <a:folHlink>
        <a:srgbClr val="305357"/>
      </a:folHlink>
    </a:clrScheme>
    <a:fontScheme name="Oracle Pillars">
      <a:majorFont>
        <a:latin typeface="Georgia"/>
        <a:ea typeface=""/>
        <a:cs typeface=""/>
      </a:majorFont>
      <a:minorFont>
        <a:latin typeface="Oracle Sans Tab"/>
        <a:ea typeface=""/>
        <a:cs typeface=""/>
      </a:minorFont>
    </a:fontScheme>
    <a:fmtScheme name="Flat">
      <a:fillStyleLst>
        <a:solidFill>
          <a:schemeClr val="phClr"/>
        </a:solidFill>
        <a:solidFill>
          <a:schemeClr val="phClr">
            <a:tint val="50000"/>
          </a:schemeClr>
        </a:solidFill>
        <a:solidFill>
          <a:schemeClr val="phClr">
            <a:shade val="65000"/>
          </a:schemeClr>
        </a:solidFill>
      </a:fillStyleLst>
      <a:lnStyleLst>
        <a:ln w="3175" cap="flat" cmpd="sng" algn="ctr">
          <a:solidFill>
            <a:schemeClr val="phClr">
              <a:shade val="65000"/>
            </a:schemeClr>
          </a:solidFill>
          <a:prstDash val="solid"/>
        </a:ln>
        <a:ln w="3175" cap="flat" cmpd="sng" algn="ctr">
          <a:solidFill>
            <a:schemeClr val="phClr"/>
          </a:solidFill>
          <a:prstDash val="solid"/>
        </a:ln>
        <a:ln w="0" cap="flat" cmpd="sng" algn="ctr">
          <a:noFill/>
        </a:ln>
      </a:lnStyleLst>
      <a:effectStyleLst>
        <a:effectStyle>
          <a:effectLst>
            <a:blur/>
          </a:effectLst>
        </a:effectStyle>
        <a:effectStyle>
          <a:effectLst>
            <a:blur/>
          </a:effectLst>
        </a:effectStyle>
        <a:effectStyle>
          <a:effectLst>
            <a:fillOverlay blend="darken">
              <a:solidFill>
                <a:schemeClr val="phClr">
                  <a:shade val="30000"/>
                </a:schemeClr>
              </a:solidFill>
            </a:fillOverlay>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custClrLst>
    <a:custClr name="Ocean">
      <a:srgbClr val="2C5967"/>
    </a:custClr>
    <a:custClr name="Surf">
      <a:srgbClr val="41817E"/>
    </a:custClr>
    <a:custClr name="Sand">
      <a:srgbClr val="E5DBBE"/>
    </a:custClr>
    <a:custClr name="Pebble">
      <a:srgbClr val="8B8580"/>
    </a:custClr>
    <a:custClr name="Granite">
      <a:srgbClr val="67605B"/>
    </a:custClr>
    <a:custClr name="Oracle Red">
      <a:srgbClr val="C74634"/>
    </a:custClr>
    <a:custClr name="Highlight/hyperlink dark theme">
      <a:srgbClr val="F0CC71"/>
    </a:custClr>
    <a:custClr name="Highlight/numbered list light theme">
      <a:srgbClr val="AE562C"/>
    </a:custClr>
    <a:custClr name="Hyperlink light theme (default)">
      <a:srgbClr val="00688C"/>
    </a:custClr>
    <a:custClr name="Numbered list dark theme">
      <a:srgbClr val="759C6C"/>
    </a:custClr>
    <a:custClr name="Brand: Neutral 30">
      <a:srgbClr val="F1EFED"/>
    </a:custClr>
    <a:custClr name="Developer: Pebble 30">
      <a:srgbClr val="E7F0FD"/>
    </a:custClr>
    <a:custClr name="Database: Slate 30">
      <a:srgbClr val="E7F2F2"/>
    </a:custClr>
    <a:custClr name="Cloud Platform: Pine 30">
      <a:srgbClr val="E0F5E7"/>
    </a:custClr>
    <a:custClr name="Finance / Operations: Teal 30">
      <a:srgbClr val="E8F1F0"/>
    </a:custClr>
    <a:custClr name="NetSuite: Ocean 30">
      <a:srgbClr val="E7F2F5"/>
    </a:custClr>
    <a:custClr name="GBU: Lilac 30">
      <a:srgbClr val="EBEFFE"/>
    </a:custClr>
    <a:custClr name="CX/Marketing: Plum 30">
      <a:srgbClr val="F5ECFB"/>
    </a:custClr>
    <a:custClr name="HCM/HR: Rose 30">
      <a:srgbClr val="FBECEF"/>
    </a:custClr>
    <a:custClr name="SCM: Sienna 30">
      <a:srgbClr val="FCEDD9"/>
    </a:custClr>
    <a:custClr name="Brand: Neutral 70">
      <a:srgbClr val="AEA8A2"/>
    </a:custClr>
    <a:custClr name="Developer: Pebble 70">
      <a:srgbClr val="A2AAB6"/>
    </a:custClr>
    <a:custClr name="Database: Slate 70">
      <a:srgbClr val="99ADAE"/>
    </a:custClr>
    <a:custClr name="Cloud Platform: Pine 70">
      <a:srgbClr val="86B596"/>
    </a:custClr>
    <a:custClr name="Finance / Operations: Teal 70">
      <a:srgbClr val="89B2B0"/>
    </a:custClr>
    <a:custClr name="NetSuite: Ocean 70">
      <a:srgbClr val="81B2C3"/>
    </a:custClr>
    <a:custClr name="GBU: Lilac 70">
      <a:srgbClr val="A0A9C5"/>
    </a:custClr>
    <a:custClr name="CX/Marketing: Plum 70">
      <a:srgbClr val="B7A1C4"/>
    </a:custClr>
    <a:custClr name="HCM/HR: Rose 70">
      <a:srgbClr val="CE9BA7"/>
    </a:custClr>
    <a:custClr name="SCM: Sienna 70">
      <a:srgbClr val="D39F5D"/>
    </a:custClr>
    <a:custClr name="Brand: Neutral 140">
      <a:srgbClr val="514C47"/>
    </a:custClr>
    <a:custClr name="Developer: Pebble 140">
      <a:srgbClr val="494D53"/>
    </a:custClr>
    <a:custClr name="Database: Slate 140">
      <a:srgbClr val="464F4F"/>
    </a:custClr>
    <a:custClr name="Cloud Platform: Pine 140">
      <a:srgbClr val="33553C"/>
    </a:custClr>
    <a:custClr name="Finance / Operations: Teal 140">
      <a:srgbClr val="315357"/>
    </a:custClr>
    <a:custClr name="NetSuite: Ocean 140">
      <a:srgbClr val="2C5266"/>
    </a:custClr>
    <a:custClr name="GBU: Lilac 140">
      <a:srgbClr val="464C68"/>
    </a:custClr>
    <a:custClr name="CX/Marketing: Plum 140">
      <a:srgbClr val="594564"/>
    </a:custClr>
    <a:custClr name="HCM/HR: Rose 140">
      <a:srgbClr val="6C3F49"/>
    </a:custClr>
    <a:custClr name="SCM: Sienna 140">
      <a:srgbClr val="713F25"/>
    </a:custClr>
    <a:custClr name="Brand: Neutral 170">
      <a:srgbClr val="312D2A"/>
    </a:custClr>
    <a:custClr name="Developer: Pebble 170">
      <a:srgbClr val="2B2E32"/>
    </a:custClr>
    <a:custClr name="Database: Slate 170">
      <a:srgbClr val="2A2F2F"/>
    </a:custClr>
    <a:custClr name="Cloud Platform: Pine 170">
      <a:srgbClr val="1E3224"/>
    </a:custClr>
    <a:custClr name="Finance / Operations: Teal 170">
      <a:srgbClr val="1E3133"/>
    </a:custClr>
    <a:custClr name="NetSuite: Ocean 170">
      <a:srgbClr val="1A2F3F"/>
    </a:custClr>
    <a:custClr name="GBU: Lilac 170">
      <a:srgbClr val="2A2D3F"/>
    </a:custClr>
    <a:custClr name="CX/Marketing: Plum 170">
      <a:srgbClr val="36293C"/>
    </a:custClr>
    <a:custClr name="HCM/HR: Rose 170">
      <a:srgbClr val="41242B"/>
    </a:custClr>
    <a:custClr name="SCM: Sienna 170">
      <a:srgbClr val="442616"/>
    </a:custClr>
  </a:custClrLst>
  <a:extLst>
    <a:ext uri="{05A4C25C-085E-4340-85A3-A5531E510DB2}">
      <thm15:themeFamily xmlns:thm15="http://schemas.microsoft.com/office/thememl/2012/main" name="Partner-2025-v1.7" id="{872B865B-F8CA-A345-8682-24BBC2C682CA}" vid="{DECEDD79-BC08-E942-B396-4D6C615D5377}"/>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3c76ce46-357f-46de-88d6-77b9bbb83c46}" enabled="1" method="Privileged" siteId="{4e2c6054-71cb-48f1-bd6c-3a9705aca71b}" contentBits="0" removed="0"/>
</clbl:labelList>
</file>

<file path=docProps/app.xml><?xml version="1.0" encoding="utf-8"?>
<Properties xmlns="http://schemas.openxmlformats.org/officeDocument/2006/extended-properties" xmlns:vt="http://schemas.openxmlformats.org/officeDocument/2006/docPropsVTypes">
  <Template>Partner Success Summit 2024 - Dark</Template>
  <TotalTime>60298</TotalTime>
  <Words>3259</Words>
  <Application>Microsoft Office PowerPoint</Application>
  <PresentationFormat>On-screen Show (16:9)</PresentationFormat>
  <Paragraphs>347</Paragraphs>
  <Slides>17</Slides>
  <Notes>17</Notes>
  <HiddenSlides>0</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17</vt:i4>
      </vt:variant>
    </vt:vector>
  </HeadingPairs>
  <TitlesOfParts>
    <vt:vector size="30" baseType="lpstr">
      <vt:lpstr>Arial</vt:lpstr>
      <vt:lpstr>Georgia</vt:lpstr>
      <vt:lpstr>Oracle Sans</vt:lpstr>
      <vt:lpstr>Oracle Sans Extra Bold</vt:lpstr>
      <vt:lpstr>Oracle Sans Light</vt:lpstr>
      <vt:lpstr>Oracle Sans Semi Bold</vt:lpstr>
      <vt:lpstr>Oracle Sans Tab</vt:lpstr>
      <vt:lpstr>Oracle Sans Tab Light</vt:lpstr>
      <vt:lpstr>Oracle Sans Tab Semi Bold</vt:lpstr>
      <vt:lpstr>System Font Regular</vt:lpstr>
      <vt:lpstr>Wingdings</vt:lpstr>
      <vt:lpstr>Partners Early 2025 v1.7</vt:lpstr>
      <vt:lpstr>1_Partners Early 2025 v1.7</vt:lpstr>
      <vt:lpstr>Oracle Partner Journey</vt:lpstr>
      <vt:lpstr>Key advantages over previous OPN program</vt:lpstr>
      <vt:lpstr>Choose your partnership path, benefits, and incentives</vt:lpstr>
      <vt:lpstr>PowerPoint Presentation</vt:lpstr>
      <vt:lpstr>PowerPoint Presentation</vt:lpstr>
      <vt:lpstr>PowerPoint Presentation</vt:lpstr>
      <vt:lpstr>PowerPoint Presentation</vt:lpstr>
      <vt:lpstr>SALES READY Learn to sell Oracle solutions</vt:lpstr>
      <vt:lpstr>PowerPoint Presentation</vt:lpstr>
      <vt:lpstr>PowerPoint Presentation</vt:lpstr>
      <vt:lpstr>PowerPoint Presentation</vt:lpstr>
      <vt:lpstr>Expand your reach with a listing on the Oracle Marketplace</vt:lpstr>
      <vt:lpstr>PowerPoint Presentation</vt:lpstr>
      <vt:lpstr>Oracle environments for testing, development, and demonstration</vt:lpstr>
      <vt:lpstr>PowerPoint Presentation</vt:lpstr>
      <vt:lpstr>Leverage Oracle experts to help you succeed every time</vt:lpstr>
      <vt:lpstr>Cloud Incentives details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[Partner Strategy Update]</dc:title>
  <dc:creator>John Campbell</dc:creator>
  <cp:lastModifiedBy>Attila Csitneki</cp:lastModifiedBy>
  <cp:revision>801</cp:revision>
  <cp:lastPrinted>2025-01-24T11:13:50Z</cp:lastPrinted>
  <dcterms:created xsi:type="dcterms:W3CDTF">2024-07-03T22:20:31Z</dcterms:created>
  <dcterms:modified xsi:type="dcterms:W3CDTF">2025-11-06T08:40:04Z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PowerLiteLastOptimized">
    <vt:lpwstr>2231507</vt:lpwstr>
  </property>
  <property fmtid="{D5CDD505-2E9C-101B-9397-08002B2CF9AE}" pid="3" name="NXPowerLiteSettings">
    <vt:lpwstr>C700052003A000</vt:lpwstr>
  </property>
  <property fmtid="{D5CDD505-2E9C-101B-9397-08002B2CF9AE}" pid="4" name="NXPowerLiteVersion">
    <vt:lpwstr>D8.0.11</vt:lpwstr>
  </property>
  <property fmtid="{D5CDD505-2E9C-101B-9397-08002B2CF9AE}" pid="5" name="MSIP_Label_3c76ce46-357f-46de-88d6-77b9bbb83c46_Enabled">
    <vt:lpwstr>true</vt:lpwstr>
  </property>
  <property fmtid="{D5CDD505-2E9C-101B-9397-08002B2CF9AE}" pid="6" name="MSIP_Label_3c76ce46-357f-46de-88d6-77b9bbb83c46_SetDate">
    <vt:lpwstr>2025-01-11T20:08:07Z</vt:lpwstr>
  </property>
  <property fmtid="{D5CDD505-2E9C-101B-9397-08002B2CF9AE}" pid="7" name="MSIP_Label_3c76ce46-357f-46de-88d6-77b9bbb83c46_Method">
    <vt:lpwstr>Privileged</vt:lpwstr>
  </property>
  <property fmtid="{D5CDD505-2E9C-101B-9397-08002B2CF9AE}" pid="8" name="MSIP_Label_3c76ce46-357f-46de-88d6-77b9bbb83c46_Name">
    <vt:lpwstr>Public</vt:lpwstr>
  </property>
  <property fmtid="{D5CDD505-2E9C-101B-9397-08002B2CF9AE}" pid="9" name="MSIP_Label_3c76ce46-357f-46de-88d6-77b9bbb83c46_SiteId">
    <vt:lpwstr>4e2c6054-71cb-48f1-bd6c-3a9705aca71b</vt:lpwstr>
  </property>
  <property fmtid="{D5CDD505-2E9C-101B-9397-08002B2CF9AE}" pid="10" name="MSIP_Label_3c76ce46-357f-46de-88d6-77b9bbb83c46_ActionId">
    <vt:lpwstr>6aab87a6-3c37-4532-9007-df5364a0f0fb</vt:lpwstr>
  </property>
  <property fmtid="{D5CDD505-2E9C-101B-9397-08002B2CF9AE}" pid="11" name="MSIP_Label_3c76ce46-357f-46de-88d6-77b9bbb83c46_ContentBits">
    <vt:lpwstr>0</vt:lpwstr>
  </property>
</Properties>
</file>